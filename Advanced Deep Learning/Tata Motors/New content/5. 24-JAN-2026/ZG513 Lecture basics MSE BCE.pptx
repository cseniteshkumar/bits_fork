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6.xml" ContentType="application/inkml+xml"/>
  <Override PartName="/ppt/notesSlides/notesSlide12.xml" ContentType="application/vnd.openxmlformats-officedocument.presentationml.notesSlide+xml"/>
  <Override PartName="/ppt/ink/ink7.xml" ContentType="application/inkml+xml"/>
  <Override PartName="/ppt/notesSlides/notesSlide13.xml" ContentType="application/vnd.openxmlformats-officedocument.presentationml.notesSlide+xml"/>
  <Override PartName="/ppt/ink/ink8.xml" ContentType="application/inkml+xml"/>
  <Override PartName="/ppt/notesSlides/notesSlide14.xml" ContentType="application/vnd.openxmlformats-officedocument.presentationml.notesSlide+xml"/>
  <Override PartName="/ppt/ink/ink9.xml" ContentType="application/inkml+xml"/>
  <Override PartName="/ppt/notesSlides/notesSlide1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6.xml" ContentType="application/vnd.openxmlformats-officedocument.presentationml.notesSlide+xml"/>
  <Override PartName="/ppt/ink/ink12.xml" ContentType="application/inkml+xml"/>
  <Override PartName="/ppt/notesSlides/notesSlide1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8.xml" ContentType="application/vnd.openxmlformats-officedocument.presentationml.notesSlide+xml"/>
  <Override PartName="/ppt/ink/ink15.xml" ContentType="application/inkml+xml"/>
  <Override PartName="/ppt/notesSlides/notesSlide19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0" r:id="rId2"/>
  </p:sldMasterIdLst>
  <p:notesMasterIdLst>
    <p:notesMasterId r:id="rId25"/>
  </p:notesMasterIdLst>
  <p:sldIdLst>
    <p:sldId id="315" r:id="rId3"/>
    <p:sldId id="575" r:id="rId4"/>
    <p:sldId id="574" r:id="rId5"/>
    <p:sldId id="576" r:id="rId6"/>
    <p:sldId id="577" r:id="rId7"/>
    <p:sldId id="578" r:id="rId8"/>
    <p:sldId id="579" r:id="rId9"/>
    <p:sldId id="581" r:id="rId10"/>
    <p:sldId id="582" r:id="rId11"/>
    <p:sldId id="583" r:id="rId12"/>
    <p:sldId id="585" r:id="rId13"/>
    <p:sldId id="586" r:id="rId14"/>
    <p:sldId id="587" r:id="rId15"/>
    <p:sldId id="588" r:id="rId16"/>
    <p:sldId id="589" r:id="rId17"/>
    <p:sldId id="590" r:id="rId18"/>
    <p:sldId id="591" r:id="rId19"/>
    <p:sldId id="626" r:id="rId20"/>
    <p:sldId id="592" r:id="rId21"/>
    <p:sldId id="593" r:id="rId22"/>
    <p:sldId id="627" r:id="rId23"/>
    <p:sldId id="628" r:id="rId2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80182" autoAdjust="0"/>
  </p:normalViewPr>
  <p:slideViewPr>
    <p:cSldViewPr>
      <p:cViewPr varScale="1">
        <p:scale>
          <a:sx n="115" d="100"/>
          <a:sy n="115" d="100"/>
        </p:scale>
        <p:origin x="403" y="3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12-08T04:09:43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6297 3625 0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06:22.97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8001 4865 0,'0'0'0,"0"0"0,0 0 0,0 0 15,0 0-15,0 0 16,0 0-16,1 6 15,2 8-15,3 8 16,1 2-16,-2 0 16,0-2-16,-1-3 15,0-3-15,1-2 16,-1-2-16,1 2 16,0-1-1,1-1-15,3 0 16,2 1-16,5-1 15,7 0-15,10-6 16,8-8-16,15-15 16,7-13-16,11-18 15,-1-3-15,-5 0 16,-7 3-16,-12 10 16,-4 2-1,-7 5-15,-2 5 16,-1-2-16,-3 6 15,1 3-15,-3 5 16,-6 4-16,-8 5 16,-16 5-16,18-4 15,-18 4-15,0 0 16,0 0-16,0 0 16</inkml:trace>
  <inkml:trace contextRef="#ctx0" brushRef="#br0" timeOffset="5355.79">10441 6175 0,'0'0'0,"0"0"0,0 0 0,0 0 0,0 0 15,0 0 1,0 0-16,0 0 16,4 0-16,-4 0 15,30 0-15,-3 0 16,9 0-16,7 0 15,0 0-15,2 0 16,0 0-16,6 0 16,5 2-1,2-2-15,-3 3 16,3-2-16,3 0 16,2 1-16,-3 0 15,-5-2-15,-4 2 16,-1-2-16,0-2 15,0 0-15,-3-1 16,-5 1-16,-1-2 16,-6 0-16,-1 0 15,2 0 1,-3 1-16,-2-1 16,-3 1-16,-1 1 15,-2-2-15,-2 2 16,-4 0-16,-1 0 15,-3 1-15,-15 1 16,24-2-16,-24 2 16,0 0-1,20-4-15,-20 4 16,0 0-16,0 0 16,0 0-16,0 0 15,0 0-15,0 0 16,15-4-16,-15 4 15,0 0-15,0 0 16,0 0-16,0 0 16,0 0-16,0 0 15,0 0 1,0 0-16</inkml:trace>
  <inkml:trace contextRef="#ctx0" brushRef="#br0" timeOffset="16856.86">14753 5130 0,'0'0'0,"0"0"0,0 0 16,0 0-16,0 0 16,0 0-16,0 0 15,0 0-15,0 0 16,16-2-16,10-2 16,13-1-16,12-1 15,5-3 1,3-1-16,-4-1 15,3-3-15,-5 0 16,-4 2-16,-2 0 16,-6 2-16,-1 1 15,-5 1-15,-6 3 16,-3 2-16,-4 5 16,-5 1-16,0 3 15,0 4 1,-2 4-16,-1 3 15,-2 4-15,-1 6 16,-5 5-16,-1 6 16,-5 5-16,0 7 15,0 1-15,-3 0 16,1-3-16,-1 0 16,-3 4-16,0 4 15,1 2 1,-1-1-16,0 0 15,1 0-15,-2 1 16,3 6-16,1-4 16,3 1-16,0-9 15,0-1-15,0 1 16,0 2-16,0 0 16,0-2-16,0-1 15,-3-1 1,-1 2-16,-1 6 15,0-1-15,-3-2 16,2-5-16,-4 0 16,4-4-16,-2 4 15,-1 2-15,2-3 16,3-2-16,2-3 16,0-3-1,2 1-15,2 3 16,-2 4-16,0-2 15,0-4-15,0-2 16,0-4-16,-2-3 16,-1 2-16,-1-2 15,2-5-15,-2-5 16,1-4-16,0 0 16,1-2-1,-1-1-15,2-2 16,-1 0-16,-2-2 15,1 0-15,1-2 16,1-1-16,1-10 16,-2 14-16,2-14 15,0 10-15,0-10 16,0 0-16,0 0 16,0 0-1,0 11-15,0-11 16,0 0-16,0 0 15,0 0-15,0 0 16,0 0-16,0 0 16,0 0-16,-16 1 15,16-1-15,-30-1 16,7-1-16,-2 2 16,-4 0-16,-3 0 15,-2 3-15,2 0 16,0 3-1,0 1-15,0-1 16,2-1-16,2 2 16,-1-3-16,-3 4 15,-3-1-15,2 2 16,-2-3 0,1 4-16,1-3 0,1 1 15,3-2 1,4 0-16,3-1 15,4-2-15,1 2 16,17-5-16,-29 4 16,13-4-16,-1-4 15,17 4-15,-30-17 16,14 2-16,2-6 16,0-12-16,4-11 15,3-10 1,7-3-16,3-5 15,4-3-15,4-5 16,0 2-16,4 1 16,0 2-16,-2 3 15,0 1-15,0 1 16,-1 0-16,0 5 16,-4 2-16,-5 0 15,-3-2 1,-2-1-16,-1 3 15,-1 3-15,-1 7 16,0 2-16,0 0 16,-3 2-16,0-1 15,1 2-15,0 0 16,0 1-16,0 0 16,1 4-16,0-1 15,1-2 1,-1 1-16,-1 1 15,3 3-15,-3-3 16,3-1-16,2-1 16,0-3-16,0 7 15,2-2-15,0 1 16,2-3-16,0 5 16,-1-3-1,1 1-15,1-1 16,1 4-16,0 0 15,-1 3-15,2 0 16,0-3-16,-1 1 16,0 2-16,-1 3 15,1-1-15,-1 2 16,1 2-16,0 2 16,-1 1-16,2 3 15,-3 0-15,2 0 16,-1-1-1,2 4-15,-2-1 16,-3 13-16,3-15 16,-3 15-16,0 0 15,5-13-15,-5 13 16,0 0-16,0 0 16,0 0-16,6-10 15,-6 10 1,0 0-16,0 0 15,0 0-15,0 0 16,0 0-16,18-12 16,-18 12-16,21-9 15,-6 3-15,4-2 16,3 1-16,3-1 16,-3 1-16,-1 1 15,-4 3 1,-17 3-16,24-4 15,-24 4-15,17-3 16,-17 3-16,0 0 16,0 0-16,0 0 15,0 0-15,0 0 16</inkml:trace>
  <inkml:trace contextRef="#ctx0" brushRef="#br0" timeOffset="19788.53">19011 4947 0,'0'0'0,"0"0"16,0 0-16,7 0 15,-7 0-15,29-3 16,-1 0-16,7-4 16,4-1-16,5-1 15,7-1-15,8-2 16,5-1-16,-1 0 15,1 0 1,1 0-16,3 1 16,-4 0-16,-3 0 15,-4 4-15,2 1 16,-6 3-16,-6 4 16,-6 3-16,-9 2 15,-2 3-15,-8 3 16,0 4-16,-3 7 15,1 6 1,-5 6-16,-5 5 16,-4 6-16,-5 5 15,-3 3-15,-4 9 16,-2 3-16,-1 3 16,-2 0-16,1-5 15,1 1-15,0 4 16,-1-1-16,3-3 15,3-6 1,2 4-16,2 7 16,1-1-16,1 1 15,0-4-15,1-1 16,1 2-16,1 0 16,-1-6-16,-1-4 15,-1-5-15,3 2 16,-2 2-16,3 5 15,0-2-15,-2-4 16,1-1 0,0 3-16,-1 1 15,1 0-15,-2-1 16,-3-9-16,-1 0 16,-1-4-16,-2 3 15,1-3-15,1 0 16,-3-2-16,2-5 15,-1 1 1,0-8-16,0 0 0,1-3 16,0-1-1,1-2-15,1-1 16,-2-1-16,0-2 16,1-1-16,0-2 15,-2-2-15,3 0 16,-2-3-16,0 0 15,3-11-15,-3 15 16,3-15 0,-2 12-16,2-12 15,-2 10-15,2-10 16,-5 15-16,5-15 16,-8 13-16,8-13 15,-14 16-15,-2-5 16,-10-2-16,-7 1 15,-3-2-15,-2-2 16,-1 1-16,-4-1 16,-3 0-1,-8 1-15,-3-1 16,3 1-16,-1-1 16,7-1-16,0 1 15,-1-2-15,1 2 16,0 0-16,0-2 15,0 2-15,3-1 16,0-1-16,0 2 16,0 0-1,0-2-15,6 0 16,6 0-16,5 0 16,4-3-16,5 1 15,3-1-15,16-1 16,-24 0-16,24 0 15,-19 0-15,19 0 16,-18-1-16,18 1 16,-15-3-1,15 3-15,0 0 16,-18-16-16,18 16 16,-11-15-16,8 3 15,-1-2-15,2-5 16,0-6-16,1-3 15,1-6-15,1-4 16,1-4-16,0-2 16,0-3-1,1 5-15,1-3 16,0-4-16,1-3 16,0 2-16,-1 1 15,-1 1-15,0 0 16,1-2-16,-1 2 15,1-2-15,-1 1 16,1 2 0,-1 3-16,0-1 15,-2 2-15,-1-1 16,0 2-16,0 1 16,0 1-16,0 1 15,0 2-15,0 0 16,0-1-16,-1 0 15,0 0-15,-1 4 16,0 0-16,1-2 16,0-2-16,0 3 15,-1-4 1,2 2-16,-2 1 16,1 0-16,0 4 15,2-1-15,4-3 16,2 0-16,2 0 15,1 1-15,0 6 16,-1 0-16,0 1 16,2 0-16,-1-2 15,3 0 1,-2-2-16,-1 4 16,-2 1-16,-1 2 15,-2 4-15,-2 0 16,0 2-16,-2-2 15,0 3-15,0-1 16,1-3-16,-2 1 16,2-5-16,-1-2 15,-1-2 1,0 1-16,-1 2 16,1 3-16,0 3 15,0 1-15,0 2 16,0 2-16,0 3 15,0 0-15,0 0 16,0 0-16,0 1 16,0 2-16,0-2 15,1-1 1,0 2-16,2 0 16,-1 1-16,0 0 15,0 0-15,1-2 16,-3 12-16,2-14 15,-2 14-15,2-11 16,-2 11-16,3-12 16,-3 12-16,2-15 15,0 3 1,1-1-16,-1-1 16,0 1-16,1 2 15,-1 0-15,-2 11 16,2-15-16,-2 15 15,3-13-15,-3 13 16,3-13-16,-3 13 16,3-17-16,-3 17 15,6-18 1,-6 18-16,7-15 16,-7 15-16,7-10 15,-7 10-15</inkml:trace>
  <inkml:trace contextRef="#ctx0" brushRef="#br0" timeOffset="20472.41">15006 6234 0,'0'0'0,"0"0"0,6 0 16,-6 0-16</inkml:trace>
  <inkml:trace contextRef="#ctx0" brushRef="#br0" timeOffset="21357.31">19615 6229 0,'0'0'0,"0"0"16,0 0-16,0 0 15,0 3-15,0-3 16,0 0-16,0 0 16,0 0-16,0 0 15,0 0-15,0 0 16,0 0 0,0 0-16,0 0 15,0 0-15,0 0 16,0 0-16,0 0 15,0 0-15,0 0 16,0 0-16,0 0 16,0 0-16,0 0 15,0 0-15</inkml:trace>
  <inkml:trace contextRef="#ctx0" brushRef="#br0" timeOffset="24205.91">16771 5808 0,'0'0'0,"0"0"0,0 0 16,0 0-16,0 0 16,0 3-16,0-3 15,-3 16-15,0-1 16,0 2-1,2 3-15,-2 2 16,1 2-16,0 2 16,-1 6-16,0 1 15,1-1-15,0 0 16,0 2-16,0 5 16,-1 4-16,0 5 15,1-1 1,0 1-16,1-5 0,-1-4 15,-1-1 1,-1 0-16,-1 0 16,1-1-16,-1-2 15,2-4-15,-1-3 16,1-2-16,0-4 16,0 0-16,1-3 15,0-2-15,1-4 16,1-13-1,-1 15-15,1-15 16,0 0-16</inkml:trace>
  <inkml:trace contextRef="#ctx0" brushRef="#br0" timeOffset="25823.45">16626 5783 0,'0'0'0,"0"0"0,0 0 16,0 0-16,0 0 16,0-2-16,0 2 15,0 0-15,0 0 16,22-15-1,12 0-15,14-3 16,1 1-16,-1 2 16,-6 4-16,-4 2 15,-2 1-15,0 2 16,1 1-16,-3 1 16,-2 1-16,-4 2 15,-4 1-15,0 1 16,0 2-16,-2-1 15,-1 1 1,-2 0-16,-19-3 16,28 4-16,-28-4 15,20 5-15,-20-5 16,21 9-16,-21-9 16,20 13-16,-20-13 15,15 14-15,-15-14 16,13 17-16,-7-7 15,-2 0 1,0 1-16,0 0 16,-2 4-16,0 2 15,-1 2-15,-1 3 16,-1 4-16,-2 7 16,-2 3-16,0 0 15,1 1-15,-1-2 16,2-3-1,-2 2-15,3-1 16,-2 3-16,1 3 16,-2 2-16,2 0 15,1 1-15,1 0 16,-1-2-16,2 2 16,0-1-16,0 2 15,2 1-15,0-2 16,0-5-1,5-5-15,-4-4 16,1-6-16,-2-3 16,0-4-16,1 0 15,0-4-15,-3-11 16,5 17-16,-5-17 16,0 0-16,2 13 15,-2-13-15,0 0 16,0 0-1,0 0-15,0 0 16,0 0-16,0 0 16,0 0-16,0 0 15,0 0-15,0 0 16,0 0-16,0 0 16,0 0-16,0 0 15,0 0-15,0 0 16,0 0-16,0 0 15,0 0 1,0 0-16,0 0 16,0 0-16,0 0 15,-22-10-15,22 10 16,-25-15-16,25 15 16,-28-11-16,28 11 15,-19-8-15,19 8 16,-16-5-16,16 5 15,0 0 1,-17-6-16,17 6 16,0 0-16,0 0 15,-19-3-15,19 3 16,0 0-16,-24 2 16,24-2-16,-23 1 15,23-1-15,-22 4 16,22-4-16,-32 4 15,9-1 1,-1 0-16,2 4 16,4-4-16,3 0 15,15-3-15,-23 4 16,23-4-16,-20 5 16,20-5-16,0 0 15,-18 4-15,18-4 16,0 0-16,0 0 15,0 0 1,0 0-16,0 0 16,0 0-16,-15 2 15,15-2-15,0 0 16,0 0-16,0 0 16,0 0-16,0 0 15,0 0-15,0 0 16,0 0-16,0 0 15,0 0-15,0 0 16,0 0 0,0 0-16</inkml:trace>
  <inkml:trace contextRef="#ctx0" brushRef="#br0" timeOffset="27289.56">16760 6849 0,'0'0'0,"0"0"0,0 0 16,0 0-16,0 0 16,0 0-16,0 0 15,0 0-15,0 0 16,0 0-16,0 0 15,0 0-15,0 0 16,0 0-16,0 0 16,4 0-16,-4 0 15,0 0 1,21-3-16,-3 2 16,11 1-16,6 1 15,3 0-15,-2 1 16,-5 1-16,-6-2 15,-6 0-15,-19-1 16,25 2 0,-25-2-16,0 0 15,19 2-15,-19-2 16,0 0-16,0 0 16,0 0-16,0 0 15,0 0-15,0 0 16,0 0-16,22 8 15</inkml:trace>
  <inkml:trace contextRef="#ctx0" brushRef="#br0" timeOffset="36788.97">17074 6962 0,'0'0'0,"0"0"0,0 0 0,0 0 16,-6-3-16,6 3 15,-24-8-15,6 1 16,-3-1-16,0 0 15,-2-1-15,-2 0 16,-6 0-16,-6 5 16,3 2-16,6 2 15,5-1-15,6 1 16,17 0 0,-18 0-16,18 0 15,0 0-15,0 0 16,0 0-16,0 0 15</inkml:trace>
  <inkml:trace contextRef="#ctx0" brushRef="#br0" timeOffset="41655.57">14778 5675 0,'0'0'0,"0"0"0,0 0 16,0 2-16,0-2 15,2 21-15,0-2 16,2 4-16,-2 0 16,0 5-16,-1 6 15,-1 4-15,-2 2 16,-1 2-16,-3 3 15,1-2-15,-2-2 16,-2 4-16,1-2 16,0 2-1,-1-1-15,2-4 16,1-5-16,2-7 16,1-3-16,3-5 15,0-20-15</inkml:trace>
  <inkml:trace contextRef="#ctx0" brushRef="#br0" timeOffset="42705.77">15028 6031 0,'0'0'0,"0"0"0,0 0 16,0 0-16,0 0 15,0 0-15,-1 4 16,1-4-16,0 0 15,-9 17-15,4-3 16,-3 4-16,2 2 16,-2-1-16,0 5 15,-2 4 1,1 0-16,1 1 16,6-5-16,2-1 15,2 0-15,4-4 16,0-4-16,-1-2 15,-5-13-15,12 15 16,-12-15-16,0 0 16,15 12-16,-15-12 15,0 0 1,19-5-16,-8-5 16,0-7-16,-1-6 15,1-7-15,0-2 16,-2-2-16,-2 5 15,-5 4-15,0 8 16,0 6-16,-2 11 16,0-15-16,0 15 15,0 0 1,-4-11-16,4 11 16,0 0-16,0 0 15,0 0-15,0 0 16,0 0-16,6-11 15,12-2-15,19-9 16,13-1-16,-1 8 16,-7 4-16,-4 4 15,-9 3 1,-5 2-16,-5 4 16,-2 2-16,-17-4 15,20 12-15,-20-12 16,9 23-16,-10-4 15,-4 8-15,-7 11 16,-9 9-16,-3 5 16,0 2-1,-1-4-15,5-4 16,1-8-16,6-7 16,1-6-16,6-2 15,6-4-15,5-1 16,5-5-16,8-5 15,7-10-15,6-6 16,5-12-16,5-14 16,1-8-16,-2-11 15,-8-5 1,-7 1-16,-5-1 16,-6 7-16,-6 4 15,-3 10-15,-5 10 16,-3 6-16,-1 7 15,-1 3-15,5 11 16,-40-6-16,-62 49 16</inkml:trace>
  <inkml:trace contextRef="#ctx0" brushRef="#br0" timeOffset="44906.51">19067 6004 0,'0'0'0,"0"8"0,0 6 16,0 21-16,0 21 16,0 7-16,-2 8 15,0-4-15,0-9 16,-1-1 0,1-2-16,0-1 0,-1 0 15,2-9 1,2-12-16</inkml:trace>
  <inkml:trace contextRef="#ctx0" brushRef="#br0" timeOffset="45772.27">19503 6173 0,'0'0'0,"0"0"0,0 0 15,0 0-15,0 0 16,-1 2-16,1-2 16,-11 22-16,2 0 15,-1 3 1,3 4-16,2 0 15,4-4-15,2-3 16,3-2-16,0-2 16,3-1-16,5-2 15,7 1-15,5-5 16,3-3-16,1-5 16,1-7-16,5-11 15,3-5 1,-1-6-16,-10 0 15,-11 1-15,-5 0 16,-7 1-16,-3 5 16,-3 1-16,-5 2 15,-3-1-15,-2 1 16,0 2-16,13 14 16,-20-15-16,20 15 15,0 0 1,-17-11-16,17 11 15,0 0-15,0 0 16,0 0-16,0 0 16,0 0-16,-3-15 15,33-6-15,20-4 16,3 4-16,-1 6 16,-8 6-16,-5 9 15,-7 3 1,-7 6-16,-9 5 15,-4 5-15,-7 10 16,-12 14-16,-3 12 16,-6 4-16,-1-1 15,1-12-15,2-6 16,2-9-16,1-5 16,3-4-1,0-5-15,3-7 16,5-10-16,0 0 15,0 0-15,0 0 16,22-31-16,3-10 16,3-20-16,-4-6 15,-4-2-15,-13 9 16,-7 8-16,-26-2 31,-28 17-15,-69 22-16</inkml:trace>
  <inkml:trace contextRef="#ctx0" brushRef="#br0" timeOffset="47055.53">16679 6021 0,'0'0'0,"0"0"0,0 0 16,0 0-16,0 0 16,-4-2-16,4 2 15,0 0-15,0 0 16,0 0-16,0 0 15,0 0 1,0 0-16,0 0 16,0 0-16,0 0 15,0 0-15,0 0 16,0 0 0,0 0-16,0 0 0,0 0 15,0 0-15,-17 39 16,8 9-16,-3 17 15,-2 8 1,0 7-16,0-12 16,2-1-16,2-7 15,1-3-15,0-7 16,2-8-16,-3-4 16,4-4-16,0-6 15,-1-2-15,3-3 16,-1-1-16,2-7 15</inkml:trace>
  <inkml:trace contextRef="#ctx0" brushRef="#br0" timeOffset="47705.17">17227 6153 0,'0'0'0,"0"0"16,0 0-16,0 0 15,0 0-15,0 0 16,0 0-16,0 0 16,0 0-16,0 0 15,0 0-15,0 3 16,0-3-16,0 0 15,-5 23 1,-6 16-16,-4 16 16,3-2-16,3 1 15,5 1-15,1 0 16,1-2-16,4-7 16,1-11-16,1-10 15,3-6-15,-1-5 16,-6-14-1,22 4-15,-1-19 16,7-9-16,6-16 16,1-4-16,-3-12 15,-6-5-15,-5-5 16,-8 4-16,-6 7 16,-7 12-16,-3 7 15,-6 8-15,-8 0 16,-14 3-1,-32 9-15,-61 37 16,-61 69-16,-35 39 16</inkml:trace>
  <inkml:trace contextRef="#ctx0" brushRef="#br0" timeOffset="55857.38">15538 5007 0,'0'0'0,"0"0"0,0 0 0,-3-2 16,3 2-1,0 0-15,0 0 16,0 0-16,0 0 16,0 0-16,0 0 15,0 0-15,0 0 16,0 0-16,0 0 16,40 13-16,-5 3 15,7 3-15,2 5 16,1 1-1,-5 3-15,-1-2 0,1 4 16,-1 2 0,3 4-16,-1-4 15,-5-1-15,0-3 16,-2 0-16,-2-3 16,-1 0-16,-4-4 15,2 3-15,-2-3 16,4 6-1,2 1-15,-4 1 16,2 2-16,-3 0 16,-1 0-16,-3-5 15,-5-4-15,-3-4 16,-3-2-16,-3-4 16,-1 0-16,0-2 15,0 2-15,1 0 16,0 1-16,3 3 15,3 1-15,0 4 16,1-2 0,-2-1-16,-2-2 15,2-2-15,0 3 16,2-1-16,-3-1 16</inkml:trace>
  <inkml:trace contextRef="#ctx0" brushRef="#br0" timeOffset="56706.07">15280 7893 0,'0'0'0,"0"0"16,0 0-16,0 0 15,0 0-15,12-7 16,7-3-16,9-5 16,9-5-16,3-2 15,7-8-15,3-6 16,-3-3-16,-1-1 15,0-1-15,6-6 16,5-6-16,-2 1 16,-2-4-1,0 0-15,-3 2 16,5-3-16,0 4 16,7 1-16,-3 3 15,-1 1-15,-5 5 16,-5 3-16,-4 5 15,-6 3-15,-4 3 16,-3 3 0,-6 3-16,-4 3 15,-5 4-15,-6 5 16,-10 11-16,13-13 16,-13 13-16,0 0 15,0 0-15,9-11 16,-9 11-16,0 0 15,0 0-15,0 0 16</inkml:trace>
  <inkml:trace contextRef="#ctx0" brushRef="#br0" timeOffset="57306.24">17482 5796 0,'0'0'0,"0"0"0,-5-2 0,5 2 15,0 0-15,0 0 16,-6-11-16,6 11 15,0 0-15,4-20 16,11-15 0,29-29-16,18-11 15,15 1-15,13 2 16,10 0-16,3 5 16,-3 7-16,-1 7 15,-5 5-15,-1 4 16,-7 6-16,4 1 15,-8 7-15,-11 2 16,3 0-16,-9 1 16,-7 4-1,-13 6-15,-14 5 16,-2 2-16,-8 2 16,-5 3-16,-16 5 15,0 0-15,15-6 16,-15 6-16,0 0 15</inkml:trace>
  <inkml:trace contextRef="#ctx0" brushRef="#br0" timeOffset="57889.49">17307 6851 0,'0'0'0,"0"0"16,0 0-16,8 2 15,7 5-15,16 9 16,7 9-16,7 12 15,0 2-15,1 3 16,5 2-16,2 3 16,0 1-1,5 3-15,9 4 16,-3 0-16,3 1 16,-2-6-16,2 1 15,4 4-15,4 2 16,-2-1-16,-9-6 15,0 1-15,-6-5 16,5 4-16,2-3 16,5-8-1,-4-7-15,-9-4 16,4 1-16,-8-2 16,-1-5-16,-6-2 15,-21-10-15</inkml:trace>
  <inkml:trace contextRef="#ctx0" brushRef="#br0" timeOffset="77839.02">9444 6834 0,'0'0'0,"0"0"0,0 0 0,0 0 15,0 0 1,0 0-16,0 0 16,5 0-16,-5 0 15,22 3-15,-4 1 16,1 0-16,7 0 16,8 0-16,8 3 15,5-1 1,3 1-16,-2-1 15,2 2-15,6 0 16,2 1-16,3-1 16,2 3-16,-2-3 15,-4 0-15,0-3 16,-5-4-16,-1-2 16,-2-1-16,1 0 15,-4 1-15,0 0 16,-3-1-1,0-1-15,-1-1 16,-2 1-16,-1 0 16,-3-1-16,-1 1 15,-5 1-15,-6 0 16,-2 0-16,-3 0 16,-1 0-16,-1-1 15,-17 3-15,28-6 16,-28 6-16,28-4 15,-11-1 1,5 1-16,8-6 16,10-1-16,11-7 15</inkml:trace>
  <inkml:trace contextRef="#ctx0" brushRef="#br0" timeOffset="95904.88">11692 6538 0,'0'0'0,"0"0"0,0 0 0,0 0 16,0 0-16,0 0 15,-1 5-15,0 7 16,-3 7 0,-1 7-16,0 3 0,1 6 15,-1-1 1,0-1-16,0 3 16,-2 0-16,-2 3 15,-3-3-15,0 0 16,2-1-16,-2-5 15,0-5-15,2-3 16,3-5-16,0-5 16,1-1-1,6-11-15,-8 17 16,8-17-16,-7 10 16,7-10-16,0 0 15</inkml:trace>
  <inkml:trace contextRef="#ctx0" brushRef="#br0" timeOffset="96656.83">11662 6675 0,'0'0'0,"0"0"0,0 0 16,0 0-16,0 0 15,0 0 1,0 0-16,0 0 16,0 0-16,0 0 15,0 0-15,0 0 16,0 0-16,2 4 15,-2-4-15,15 22 16,-1-1-16,5 1 16,-2 2-16,2-1 15,-1-1-15,0 2 16,4 2 0,-3-3-16,-1 1 15,0-3-15,-2-1 16,-3-2-16,1-2 15,-1 2-15,-2-5 16,-1-1-16,-10-12 16,10 15-16,-10-15 15,0 0-15,10 13 16,-10-13 0,0 0-16,0 0 15,0 0-15,0 0 16</inkml:trace>
  <inkml:trace contextRef="#ctx0" brushRef="#br0" timeOffset="97005.24">12269 6485 0,'0'0'0,"0"0"0,0 0 16,0 1-16,0-1 15,-3 28-15,-1 3 16,0 10-16,-2 7 16,-5 2-1,-6-1-15,-1-5 16,-2-6-16,0-2 15,-1-3-15,4-2 16,-1-1-16,1-2 16,0 0-16,0 0 15,-3 1-15,0-1 16,-2 0-16,0-3 16,7-9-1</inkml:trace>
  <inkml:trace contextRef="#ctx0" brushRef="#br0" timeOffset="97455.07">12418 6816 0,'0'0'0,"0"0"16,0 0-16,0 0 16,0 0-16,10 3 15,-10-3-15,33 9 16,-10-3-16,6 1 16,5-2-1,0-2-15,-2 0 16,-6-2-16,-5 0 15,-2 1-15,-2 0 16,-1-1-16,-16-1 16,22 2-16,-22-2 15</inkml:trace>
  <inkml:trace contextRef="#ctx0" brushRef="#br0" timeOffset="97889.04">12674 6604 0,'0'0'0,"0"0"0,0 0 0,0 0 16,0 6-16,2 8 16,-1 11-16,-1 4 15,2 0-15,-1 2 16,1-1-16,-1 4 16,-2 6-1,-4 6-15,-1 2 16,-2-4-16,3-6 15,-2-2-15,-3-4 16,0 1-16,0 1 16,-1 1-16,2-3 15,1-2-15,1-5 16,1-2-16,0-5 16,2 0-1</inkml:trace>
  <inkml:trace contextRef="#ctx0" brushRef="#br0" timeOffset="98588.63">12676 6837 0,'0'0'0,"0"0"0,0 0 16,0 0-16,8 0 15,11 4-15,10 0 16,7 0-16,2-1 16,-1 1-1,0 0-15,-4-1 16,-7-2-16,-6-1 15,-4 0-15,-16 0 16,18 0-16,-18 0 16,0 0-16,0 0 15</inkml:trace>
  <inkml:trace contextRef="#ctx0" brushRef="#br0" timeOffset="110038.2">13476 6578 0,'0'0'0,"0"0"0,0 0 15,0 0-15,0 0 16,0 0-16,0 0 15,0 0-15,0 0 16,-4 0-16,4 0 16,0 0-1,0 0-15,-5 13 16,-2 8-16,-7 23 16,-5 13-16,-4 11 15,-2 5-15,-6 8 16,1-5-16,2-6 15,0-10-15,4-7 16,0-5-16,4-5 16,4-9-1,3-8-15,7-10 16,6-16-16,-7 12 16,7-12-16,0 0 15,0 0-15</inkml:trace>
  <inkml:trace contextRef="#ctx0" brushRef="#br0" timeOffset="110538.39">13421 6449 0,'0'0'16,"0"0"-16,0 0 0,0 0 15,10 2 1,13 0-16,13 2 16,7 2-16,2 3 15,-2 2-15,-3 0 16,-2 4-16,-4 2 15,-2 2-15,-1 2 16,-6 3-16,-5 5 16,-2 3-16,-6 13 15,-14 17 1,-15 16-16,-16 14 16,-14 1-16,-3-8 15,-13-3-15,-1-8 16,-10 0-16,0-7 15,-1-6-15,-1-3 16,6-12-16,3-8 16,12-12-16,10-8 15,9-6 1,11-7-16,6-3 16,19-2-16,-24-2 15,24 2-15,0 0 16,-10-23-16,17-2 15</inkml:trace>
  <inkml:trace contextRef="#ctx0" brushRef="#br0" timeOffset="110925.61">13810 7128 0,'0'0'0,"0"0"0,0 0 15,0 0-15,0 0 16,3 3-16,-3-3 15,21 16-15,-2-6 16,8-3-16,7-5 16,9-4-16,7-4 15,1 0 1,-3 0-16,-4-1 16,-10 2-16,-2-1 15,-3 1-15,-2-1 16,1 1-16,-7 1 15,-4 2-15,-17 2 16</inkml:trace>
  <inkml:trace contextRef="#ctx0" brushRef="#br0" timeOffset="111238.15">14165 6833 0,'0'0'0,"0"0"16,0 0-16,0 0 15,0 0-15,-3 3 16,3-3 0,-4 10-16,-1 8 15,-2 19-15,-1 13 16,-3 8-16,1 5 15,-3 13-15,-8 5 16,-4 0-16,0-5 16,2-8-16,2-3 15,2-6 1,4-9-16</inkml:trace>
  <inkml:trace contextRef="#ctx0" brushRef="#br0" timeOffset="113538.69">14222 8041 0,'0'0'0,"0"0"0,0 0 16,0 0 0,0 0-16,0 6 0,0-6 15,1 20 1,1-3-16,-2 4 15,2 4-15,-2 8 16,2 5-16,-2 7 16,0 0-16,-2-2 15,2-4-15,-2-6 16,2-6-16,-2-4 16,1-3-16,-1 1 15,0-3 1,-1-2-16</inkml:trace>
  <inkml:trace contextRef="#ctx0" brushRef="#br0" timeOffset="114188.34">14248 7803 0,'0'0'0,"0"0"0,0 0 0,0 0 15,0-2-15,0 2 16,0 0-16,0 0 16,0 0-16,0 0 15,34-14 1,3 5-16,10 0 15,5 1-15,1 0 16,-2 5-16,-6 5 16,-5 5-16,-7 4 15,-2-1-15,-6 1 16,-5-3-16,-4 3 16,-3-1-16,-13-10 15,16 17 1,-16-17-16,7 15 15,-7-15-15,3 19 16,-3-10-16,-3 3 16,-12 9-16,-29 23 15,-23 17-15,9-10 16,23-22-16,16-15 16,19-14-16,-18 13 15,18-13 1,0 0-16,-16 8 15,16-8-15,0 0 16,0 0-16,0 0 16,0 0-16,-16 3 15,16-3-15,0 0 16,0 0-16,0 0 16,0 0-16,0 0 15,0 0-15,0 0 16,0 0-1,0 0-15,-9 11 16</inkml:trace>
  <inkml:trace contextRef="#ctx0" brushRef="#br0" timeOffset="168704.09">14034 4616 0,'0'0'0,"0"0"0,4 0 0,-4 0 16,25 3-16,6-2 16,9-2-16,13-6 15,8-3-15,10-5 16,9-2-16,6-3 16,8-3-16,6 1 15,0-1-15,8-1 16,-1-2-1,9 0-15,5-1 16,4-2-16,5-1 16,3 0-16,9 1 15,-3 1-15,6 4 16,-4 3-16,-5 3 16,4 2-16,3 3 15,0-2-15,4 1 16,2 0-1,4 0-15,-1-1 16,2 1-16,-10 1 16,7 0-16,-7 0 15,7-2-15,-7 2 16,-3 0-16,-2 0 16,-4 2-16,3 1 15,-10 0-15,-5 5 16,-6 3-1,-7 3-15,-8 3 0,-6 2 16,-11 3 0,-6 4-16,-8 1 15,-4 3-15,-6 0 16,-5 8-16,-5 1 16,-2 5-16,-6 2 15,-4 1-15,0 6 16,0-1-1,-2 6-15,1-2 16,-5 3-16,-1-1 16,-3-1-16,-4 0 15,-3 2-15,1 7 16,-4 3-16,-2-3 16,0 2-16,-2 0 15,2-2-15,-1 5 16,0 1-16,-2 3 15,-1-1-15,0 3 16,0-1 0,1-2-16,-2 3 15,0-1-15,-2-1 16,-2-4-16,0-3 16,-1 2-16,-1-6 15,0-3-15,-2-6 16,2-4-16,-1 0 15,1-1 1,1-2-16,2-3 16,1-4-16,-1-15 15</inkml:trace>
  <inkml:trace contextRef="#ctx0" brushRef="#br0" timeOffset="169204.07">20813 6119 0,'0'0'0,"0"0"0,0 0 0,0 0 16,7 2 0,17 6-16,24 8 15,22-3-15,20-9 16,7-8-16,9-9 16,-6-4-16,-13-1 15,-3-3-15,-18 4 16,-8-1-16,-4-1 15,-4-1 1,-1-1-16,-2-3 16</inkml:trace>
  <inkml:trace contextRef="#ctx0" brushRef="#br0" timeOffset="169572.15">21497 5610 0,'0'0'0,"0"0"0,0 0 16,0 0-16,0 0 16,5 8-16,9 9 15,7 11-15,6 4 16,4-2-16,4-1 15,3-5 1,3 0-16,-4-3 16,-4-2-16,-9-7 15,-4 0-15,-6 5 16,-9 12-16,-14 16 16,-25 27-16,-35 25 15,-10 8-15,-3-15 16,8-10-16,8-11 15,8-10-15,19-19 16</inkml:trace>
  <inkml:trace contextRef="#ctx0" brushRef="#br0" timeOffset="169904.07">22475 5425 0,'0'0'0,"0"0"16,0 0-16,-2 6 15,-1 20-15,-5 26 16,-4 28 0,-1 11-16,-3 3 15,-2 1-15,-4-2 16,1 3-16,1-11 16,-1-4-16,5-11 15,5-14-15,4-11 16,5-13-16</inkml:trace>
  <inkml:trace contextRef="#ctx0" brushRef="#br0" timeOffset="170222.33">22362 5462 0,'0'0'0,"0"0"0,0 0 15,0 0-15,0 0 16,7 0-16,16 0 16,22 0-16,18 0 15,7-1-15,0-2 16,2-5-16,-10-2 15,-4-3-15,-6 0 16,-3 1 0,-7 2-16,-3-1 15,-3 3-15,-8 4 16,-7 0-16</inkml:trace>
  <inkml:trace contextRef="#ctx0" brushRef="#br0" timeOffset="170504.09">22477 6074 0,'0'0'0,"0"0"0,0 0 16,0 0-16,1 2 15,-1-2-15,0 0 16,0 0-16,31 6 16,14-6-16,13-4 15,10-7 1,-5-1-16,0-4 16,-8-4-16,-14 3 15</inkml:trace>
  <inkml:trace contextRef="#ctx0" brushRef="#br0" timeOffset="171372.31">24032 5583 0,'0'0'0,"0"0"16,0 0-16,0 0 15,0 0-15,0 0 16,-2 2-16,2-2 16,-23 17-16,-25 11 15,-22 6 1,2 0-16,7-4 16,-1 1-16,-9 10 15,5 15-15,10 7 16,14-1-16,9-1 15,12-5-15,7 2 16,15 1-16,14-3 16,21-2-16,20-5 15,22-13 1,16-6-16,19-18 16,-1-11-16,4-10 15</inkml:trace>
  <inkml:trace contextRef="#ctx0" brushRef="#br0" timeOffset="184670.88">9466 8351 0,'0'0'0,"0"0"0,0 0 15,0 0-15,0 0 16,0 2-16,0-2 15,0 0-15,21 10 16,-4-4 0,10 0-16,9-4 15,10-4-15,6-4 16,8-1-16,-3-4 16,1 1-16,-6-1 15,-6 3-15,1-1 16,-1 0-16,3-1 15,-3 1-15,-3 3 16,-6 1-16,-5 1 16,-4 2-1,-4 0-15,-7 2 16,-17 0-16,22 0 16,-22 0-16,0 0 15,0 0-15,16 2 16,-16-2-16,0 0 15,20 8 1</inkml:trace>
  <inkml:trace contextRef="#ctx0" brushRef="#br0" timeOffset="194304.62">17110 8485 0,'0'0'0,"0"0"0,-3 4 0,-1 9 15,-6 15-15,-4 11 16,-2 9-16,2 2 15,0 1-15,2 1 16,0 2-16,0 6 16,1 4-16,1-1 15,2 5 1,0-2-16,2 3 16,0-2-16,2-8 15,2-7-15,2-9 16,0-4-16,2 0 15</inkml:trace>
  <inkml:trace contextRef="#ctx0" brushRef="#br0" timeOffset="195288">16811 8588 0,'0'0'0,"0"0"16,0 0-16,0 0 15,0 0-15,0 0 16,12 0 0,25 0-16,33-2 15,21-9-15,8-7 16,3-4-16,-1 3 15,-3 0-15,-4 0 16,-5 2-16,-11 3 16,-10 2-16,-3 6 15,-9 6-15,-6 4 16,-7 2 0,-6 4-16,-2-1 15,-4 6-15,-3 4 16,-6 6-16,-2 5 15,-5-2-15,-2 6 16,-4 6-16,0 2 16,-3 4-16,-3 1 15,-3 3-15,0 6 16,0-4-16,0-2 16,2-3-1,1-3-15,2-2 16,-1-3-16,2-1 15,-2-5-15,1-5 16,-2-7-16,0-5 16,-1-4-16,-2-12 15,2 17-15,-2-17 16,3 11-16,-3-11 16,0 0-1,3 11-15,-3-11 16,0 0-16,0 0 15,0 0-15,0 0 16,-27 16-16,-61 8 16,-16 5-16,28-10 15,26-7-15,6-4 16,-25 3-16,-29 6 16,-2 11-1,18 2-15,24-9 16,9-3-16,-7 4 15,-8 1-15,-2 5 16,13-5-16,10-5 16,1-2-16,-2 3 15,1-1-15,8-4 16,12-5-16,7-3 16,16-6-1,-15 4-15,15-4 16,0 0-16</inkml:trace>
  <inkml:trace contextRef="#ctx0" brushRef="#br0" timeOffset="197937.44">19270 8747 0,'0'0'0,"0"0"0,0 0 15,0 0-15,0 0 16,0 0-16,0 0 16,-2 4-16,2-4 15,-2 19-15,-3 4 16,1 8-16,-1 13 15,1 10 1,0 1-16,0 3 16,1 2-16,0 4 15,-1 4-15,1-3 16,3-6-16,0-5 16,0-5-16,2-6 15,0-4-15,1-4 16,1-6-1,2-8-15</inkml:trace>
  <inkml:trace contextRef="#ctx0" brushRef="#br0" timeOffset="199004.54">19065 8789 0,'0'0'0,"7"0"16,-7 0-16,38-4 16,9 0-16,15-3 15,11 0-15,13-6 16,5-2-1,1 0-15,2-4 16,-5 3-16,-9 3 16,-8 1-16,-10 2 15,-4 1-15,-3 1 16,-11 2-16,-7 1 16,-5 5-16,-5 6 15,0 4-15,-2 4 16,-3 4-16,-1 4 15,-4 4 1,-6 5-16,-1 8 16,-7 7-16,0 3 15,-3 3-15,0 1 16,0 3-16,0 0 16,0-1-16,0 4 15,0-1 1,2-3-16,4-2 15,-3-5-15,2-8 16,0-1-16,-1-5 16,-1-6-16,-1-6 15,0-6-15,0-4 16,-2-12-16,3 16 16,-3-16-16,0 0 15,2 12-15,-17-6 16,-38 17-1,-35 4-15,12-5 0,15-8 16,0-6 0,-9 0-16,-21 2 15,-4 1-15,10-2 16,9-2-16,4 1 16,-10 3-16,-4 4 15,1 3-15,15-1 16,11-1-1,-10-1-15,-6 5 16,-1-2-16,8-3 16,12-3-16,6 1 15,0-2-15,1 2 16,5-4-16</inkml:trace>
  <inkml:trace contextRef="#ctx0" brushRef="#br0" timeOffset="206253.84">10293 7827 0,'0'0'0,"0"0"0,0 0 0,0 0 15,0 3-15,0-3 16,0 21-16,0-3 16,0 1-16,0-1 15,0-1-15,0 0 16,0 0-16,3-2 15,1 0 1,3-3-16,-7-12 16,38 12-16,17-32 15,56-55-15,33-50 16,5-16-16,-9 7 16</inkml:trace>
  <inkml:trace contextRef="#ctx0" brushRef="#br0" timeOffset="-214688.3">9261 8970 0,'0'0'0,"6"0"0,-6 0 0,41 0 15,6 0-15,5 0 16,7-2 0,-4 0-16,-3-3 15,-2-2-15,-3 2 16,-3-4-16,-2 2 16,-2-1-16,-1 3 15,0-4-15,2 2 16,0-1-16,-4 3 15,5-2-15,-1 0 16,-4 1 0</inkml:trace>
  <inkml:trace contextRef="#ctx0" brushRef="#br0" timeOffset="-211175.99">9721 9013 0,'0'0'0,"0"0"15,0 0-15,0 0 16,0 0-16,0 0 15,0 0-15,0 3 16,0-3-16,0 19 16,-2 4-16,0 7 15,-2 10-15,-2 6 16,-1 6 0,-1-2-16,2-4 15,-2-6-15,0 5 31,-4-3-31,0-6 16,-4 0-16,-4-9 16</inkml:trace>
  <inkml:trace contextRef="#ctx0" brushRef="#br0" timeOffset="-210842.74">9392 9420 0,'0'0'0,"0"0"0,0 0 0,7 4 15,8-1-15,8 5 16,8-1-16,9 4 15,5 0-15,3 1 16,-2-3-16,-6-2 16,-2 1-16,-1-2 15,-4-1-15,-3-1 16,-2-1-16,-3 0 16,-4 0-1,1-1-15,1 1 16,-3 2-16,7 6 15</inkml:trace>
  <inkml:trace contextRef="#ctx0" brushRef="#br0" timeOffset="-210043.24">10664 8708 0,'0'0'0,"0"0"0,0 0 15,-1 3-15,-3 12 16,-4 18-16,-8 22 16,-1 11-16,-1 7 15,1 0 1,2 1-16,-1 5 15,-1 1-15,2-1 16,1-12-16,2-8 16,4-4-16,1-3 15,6-6-15,4-6 16,4-3-16,2-5 16,2-5-16,5-6 15,4-2 1,6-4-16,11-9 15,9-8-15,7-13 16,0-17-16</inkml:trace>
  <inkml:trace contextRef="#ctx0" brushRef="#br0" timeOffset="-209743.28">10926 9108 0,'0'0'0,"0"0"16,0 0-16,0 4 16,2 12-16,1 16 15,2 19 1,-4 6-16,-4 3 15,-3-7-15,-1-1 16,-1 0-16,-2-2 16,0 1-16,0-5 15,-2-4-15,3-2 16,-1-4-16,-2 0 16,0-7-16,-2-3 15</inkml:trace>
  <inkml:trace contextRef="#ctx0" brushRef="#br0" timeOffset="-209326.88">10889 9099 0,'0'0'0,"0"0"15,0 0-15,0 0 16,0 0-16,0 0 16,4 0-16,-4 0 15,23 3-15,-2 6 16,3 5-16,5 5 16,1 8-16,2 11 15,-2 9 1,-1 2-16,-4 0 15,-2-5-15,-4-3 16,1 1-16,-2-4 16,-2 1-16,-2-6 15,-2-5-15,-2-2 16,-1-7-16,-4-4 16,1-5-16,-6-10 15,5 15 1,-5-15-16,0 0 15</inkml:trace>
  <inkml:trace contextRef="#ctx0" brushRef="#br0" timeOffset="-208943.28">11576 8868 0,'0'0'0,"0"0"0,0 0 15,0 0-15,0 3 16,0-3-16,-4 32 16,-2 14-16,-9 14 15,-4 2 1,-2-1-16,-3 5 0,-3 3 15,-2-2 1,-2-2-16,-1-3 16,0-1-16,1-1 15,4-9-15,4-7 16,6-12-16,7-10 16,0-3-16,4-8 15,6-11-15,-8 15 16,8-15-1,0 0-15</inkml:trace>
  <inkml:trace contextRef="#ctx0" brushRef="#br0" timeOffset="-208509.56">11848 8576 0,'0'0'0,"0"0"0,0 0 15,2 4-15,3 9 16,9 17-1,4 13-15,5 4 16,2 9-16,4 9 16,-3 13-16,-12 7 15,-3 2-15,-5 0 16,-5-2-16,-9 2 16,-6-6-16,-7 16 15,-9-6 1,-5 11-16,-8 1 0,0-13 15,-1-5 1,2-13-16,4-15 16,3-8-16,4-6 15,7-8-15</inkml:trace>
  <inkml:trace contextRef="#ctx0" brushRef="#br0" timeOffset="-208058.51">12383 9399 0,'0'0'0,"0"0"15,0 0-15,0 0 16,11 7-16,5 2 16,4 3-16,2 0 15,5 0-15,7 1 16,7 0-16,12-3 15,3-3 1,2-3-16,-7-2 16,-2-2-16,0-3 15,1 0-15,-3 0 16,-3 1-16,-6 0 16,-6 0-16,-4 2 15,-1-1-15,-3 2 16,-6-1-16,-2 2 15,-16-2 1,20 3-16,-20-3 16</inkml:trace>
  <inkml:trace contextRef="#ctx0" brushRef="#br0" timeOffset="-207559.35">12885 9110 0,'0'0'0,"0"0"0,0 0 16,1 4-16,-1-4 15,14 15-15,3 4 16,6 6-16,4 5 15,-2-3 1,1 2-16,0-1 16,1 2-16,-2-2 15,-6-8-15,-3-3 16,-2-3-16,-4-2 16,0 0-16,-2-3 15,-1 1-15,-1 4 16,-2 1-1,-4 2-15,-2 4 16,-3-1-16,0 0 16,-1-3-16,-1-2 15,2-2-15,-1-1 16,0-3-16,6-9 16,-13 21-16,-1-1 15,-7 7-15,-2 0 16,-8 9 15,3-3-31,-7 10 16</inkml:trace>
  <inkml:trace contextRef="#ctx0" brushRef="#br0" timeOffset="-206642.74">14088 9036 0,'0'0'0,"0"0"15,0 0-15,0 0 16,0 0-16,0 0 16,0 0-16,0 0 15,0 0-15,0 0 16,0 0-16,0 0 15,0 0 1,0 0-16,0 0 16,-9 6-16,-18 11 15,-18 19-15,3 7 16,14-2-16,8 4 16,1 9-16,5-1 15,-1 12 1,1 3-1,5-4-15,3-12 16,7-13 0,4-6-16,0-2 15,2-1-15,4-4 16,0-2-16,7-3 16,5 1-16,6-4 15,7-6-15,2-5 16,0-9-16,-1-8 15,-1-4-15,-1-8 16,2-8 0,3-9-16,-5-10 15,-1-6-15,-8 0 16,-3 6-16,-3-1 16,-4-2-16,-3 0 15,-2 0-15,-5 11 16,-3 0-16,-3 5 15,-3 1-15,-5 3 16,-3 4 0,-5 2-16,-4 5 15,-5 5-15,-5 5 16,-2 2-16,0 4 16,2 0-16,3 4 15,-1 2-15,4 2 16,2 1-16,6 0 15,16-4 1,-31 11-16,13 0 0,0 5 16,6-4-1</inkml:trace>
  <inkml:trace contextRef="#ctx0" brushRef="#br0" timeOffset="-206142.15">14985 8750 0,'0'0'0,"0"0"0,0 0 0,0 0 16,0 4-1,-7 10-15,-6 14 16,-13 23-16,-9 11 16,1-1-16,-1-1 15,3-3-15,1-3 16,-2 4-16,0 3 15,9-4-15,7 3 16,-1 1 0,5 7-16,0 5 15,4 4-15,2-4 16,5 4-16,0-2 16,2 2-16,3-6 15,2-9-15,7-9 16,7-12-16,7-4 15,6-3-15,9-6 16,8-8-16,4-12 16,6-10-16</inkml:trace>
  <inkml:trace contextRef="#ctx0" brushRef="#br0" timeOffset="-205636.1">15585 9176 0,'0'0'0,"0"0"15,-1 3-15,1-3 16,0 0-16,-18 11 16,0-1-16,-11 8 15,-13 5-15,-4 3 16,1 0-16,2 4 15,-2 8-15,3 2 16,3-1 0,8 4-16,3 0 15,7 6-15,5 1 16,6-1-16,9-1 31,13-1-31,14-4 16,4-8-16,7-15 15,6-10-15,2-10 16,4-6-16,1-7 16,4-4-1,1-3-15,-4-1 16,-7-6-16,-7-5 16</inkml:trace>
  <inkml:trace contextRef="#ctx0" brushRef="#br0" timeOffset="-205272.8">15880 8772 0,'0'0'0,"0"0"0,0 0 16,0 0-16,5 9 16,9 9-16,14 17 15,4 13 1,0 12-16,-3 9 16,-1 12-16,-11 8 15,-4 2-15,-12-5 16,-9 10-16,-43 64 31,-21 19-15,-25 2-16,-18-26 0,30-51 15,-18 10-15,10-17 16</inkml:trace>
  <inkml:trace contextRef="#ctx0" brushRef="#br0" timeOffset="-201859.58">16287 10799 0,'0'0'0,"0"0"0,0 0 16,0 0-1,0 0-15,-5 0 16,5 0-16,0 0 15,0 0-15,0 0 16,-6 24-16,1 11 16,-4 15-16,2 8 15,-3 3-15,1 11 16,0 3-16,-1 5 16,1-4-16,0 3 15,-3-5 1,0 1-16,2-4 15,0-8-15,3-3 16,-1-11-16,3-3 16,-2-4-16,4-7 15,1-8-15,2-4 16,1-6-16,2-6 16</inkml:trace>
  <inkml:trace contextRef="#ctx0" brushRef="#br0" timeOffset="-201425.27">16336 10860 0,'0'0'0,"0"2"0,0-2 15,0 0-15,0 0 16,0 0-16,4 13 16,7 9-16,12 17 15,2 9 1,3 4-16,3 5 15,3 6-15,4 4 16,-4 1-16,1-2 16,-2-3-16,-1-2 15,0-1-15,-4-6 16,-4-3-16,0-7 16,-5-7-16,-1-3 15,-2-3-15,0 0 16,0-3-16,-3-5 15,-1-3 1,-5-9-16</inkml:trace>
  <inkml:trace contextRef="#ctx0" brushRef="#br0" timeOffset="-200976.18">17283 10843 0,'0'0'0,"0"0"0,0 0 16,0 0-16,0 0 15,0 0-15,-4 6 16,-14 26-16,-14 28 15,-7 12 1,7-13-16,1 0 16,-6 10-16,-1 2 15,5-6-15,-3 1 16,4-4-16,4-3 16,4-5-16,7-7 15,3-5 1,2-4-16,4-1 15,-1-5-15,5-2 16,1-4-16,1-4 16,0 0-16,1-3 15,-1-2-15,1-5 16,0-1-16,0-2 16,0 2-16,0 0 15</inkml:trace>
  <inkml:trace contextRef="#ctx0" brushRef="#br0" timeOffset="-200293.16">17437 11373 0,'0'0'0,"0"0"0,0 0 15,-5 1-15,5-1 16,0 0-16,0 0 16,0 0-16,0 0 15,0 0-15,0 0 16,19 4-16,15 6 15,15-2-15,9-2 16,1-6 0,4-4-16,2-2 15,-1 2-15,-1-2 16,-8 2-16,1 0 16,-2-1-16,-3 2 15,-5-1-15,-8 2 16,-5 1-1,-8 0-15,-2 0 16,-4-1-16,-19 2 16,28-2-16,-28 2 15</inkml:trace>
  <inkml:trace contextRef="#ctx0" brushRef="#br0" timeOffset="-199792.11">18070 11072 0,'0'0'0,"0"0"0,0 3 15,0-3 1,0 0-16,0 0 0,18 20 15,0-1 1,10 4-16,3-1 16,3-3-16,6 2 15,-3-2-15,-3 0 16,0-2-16,-8-6 16,-4 2-16,-3 0 15,-5 0-15,-2 8 16,-4 0-16,-4 6 15,-5 1-15,-9 7 16,-3 1 0,-1 0-16,2-11 15,4-7-15,0-2 16,-7 8-16,-12 14 16,-11 11-16,1-5 15,5-10-15,0-2 16,-3 3-16,0 0 15,0 0 1,9-9 0,7-9-1</inkml:trace>
  <inkml:trace contextRef="#ctx0" brushRef="#br0" timeOffset="-199392.91">19099 10966 0,'0'0'0,"0"0"0,0 0 15,0 0-15,0 0 16,0 0 0,0 8-16,-4 16 15,-4 26-15,-4 30 16,-2-1-16,-5 6 16,-3 2-16,0 5 15,-1 1-15,-6 11 16,-1-3-16,3-11 15,4-10 1,3-14-16,4-8 31,9-13-31,3-19 16,2-15-16</inkml:trace>
  <inkml:trace contextRef="#ctx0" brushRef="#br0" timeOffset="-198971.5">19121 10814 0,'0'0'0,"0"0"0,0 0 15,0 0-15,1 2 16,-1-2-16,20 8 16,2-1-1,1 3-15,-1-1 16,3 0-16,2 13 16,-6 21-16,0 15 15,-9 12-15,-11 9 16,1 12-16,-3-1 15,0 14 1,0 2-16,-2-5 16,-5-1-16,2-13 15,1-12-15,4 7 32,7-10-32,-2-5 15,0-12-15,-4-30 16,3-9-16</inkml:trace>
  <inkml:trace contextRef="#ctx0" brushRef="#br0" timeOffset="-198658.61">19006 11699 0,'0'0'0,"0"0"15,0 0-15,0 0 16,0 0-16,0 0 16,7 0-16,14-1 15,25-5-15,20-9 16,2-6-16,-3-2 15,-8 1-15,-8 0 16,-1 2 0,-6 1-16,-4 3 15,-6 4-15</inkml:trace>
  <inkml:trace contextRef="#ctx0" brushRef="#br0" timeOffset="-197859.37">20765 10825 0,'0'0'0,"0"0"0,-2-2 16,2 2-16,0 0 16,0 0-1,-21-15-15,2 8 16,-11 1-16,-16 2 16,-8 8-16,-9 8 15,-3 9-15,-2 6 16,0 7-16,0 4 15,7 1-15,2 3 16,14-5 0,7-2-16,6 5 15,8 1-15,8-4 16,7 0-16,8-1 16,8-4-16,11 1 15,15-5-15,12-1 16,7-5-16,-1-11 15,1-2-15,8-9 16,-1-2-16,-6-3 16,-13 1-16,-10 2 15,-10 1 1,-20 1-16,18-1 16,-18 1-16,0 0 15,-7 18-15,-21 20 16,-28 21-16,-2 1 15,5-4-15,0-1 16,5-5-16,4-3 16,8-3-16,10-1 15,5-2 1,9-6-16,6-3 16,16-3-16,15-4 15,5 0-15,3-8 16,3-6-16,23-7 15,9-6-15,-2-4 16,-6-6-16,-17 1 16,-5-5-16,0-3 15,-7-1 1,-4 1-16,-12 10 16,-15 9-16,14-10 15</inkml:trace>
  <inkml:trace contextRef="#ctx0" brushRef="#br0" timeOffset="-197410.18">20970 11603 0,'0'0'0,"0"0"0,0 0 16,0 0-16,0 0 15,0 0-15,12 5 16,8 5-16,12 4 15,20-4-15,9-7 16,12-10 0,5-4-16,-1-4 0,-5 2 15,-7 2-15,-2-1 16,-5 2 0,-9 0-16,-7 3 15,-7 5-15,-3 6 16,-4 3-16,-5-1 15,-8 0-15,-15-6 16,0 0-16</inkml:trace>
  <inkml:trace contextRef="#ctx0" brushRef="#br0" timeOffset="-196958.97">21449 11280 0,'0'0'0,"0"0"16,0 0-16,0 0 16,0 0-16,0 0 15,0 0-15,4 6 16,6 7-16,8 8 15,9 3-15,5 1 16,-1-3-16,3-2 16,1-4-16,-2-2 15,-2-2-15,-5-1 16,1-1 0,-3-1-16,-3 2 15,-4 3-15,-6 1 16,-5 8-16,-6 11 15,-12 9-15,-10 4 16,-13 1-16,-12-2 16,-10 2-16,-3-3 15,-1-4-15,8-6 16,6-3 0,5-3-16,4-4 15,6-3-15,8-6 16,6-5-16,18-11 15</inkml:trace>
  <inkml:trace contextRef="#ctx0" brushRef="#br0" timeOffset="-196358.48">23018 10860 0,'0'0'0,"0"0"15,0 0-15,0 0 16,-2-2-16,2 2 16,0 0-16,-31-3 15,3 0-15,-10 2 16,-7 6-16,-9 8 16,0 9-1,-2 5-15,0 7 16,8 3-16,3 4 15,7 1-15,0 7 16,3 6 0,4 4-16,6 3 0,6-1 15,6 0-15,6-6 16,7 0 0,5-5-16,6-9 15,12-4-15,10-7 16,15-4-16,6-4 15,-2-8-15,6-4 16,3-6-16,3-6 16,-4-3-16,-12-1 15,-10 1-15,0-4 16,0-6-16,-1-4 16,-1 0-1,-10 1-15,-6-3 16</inkml:trace>
  <inkml:trace contextRef="#ctx0" brushRef="#br0" timeOffset="-195894">23303 10855 0,'0'0'0,"2"7"0,-2 6 16,-4 26-16,-8 25 16,-3 9-1,-5 1-15,-5 3 16,0-4-16,-1-4 15,6-10-15,0-7 16,5-5-16,4-8 16,5-3-16,4-8 15,3-5-15,5 2 16,9-2-16,8 1 16,4-5-1,10-7 1,21-5-1,13-3-15,-4-4 16,-15-1-16,-12-1 16,-3-2-16,5-4 15,1-6-15,-5-3 16,-10-1-16</inkml:trace>
  <inkml:trace contextRef="#ctx0" brushRef="#br0" timeOffset="-195409.49">23643 11412 0,'0'0'0,"0"0"0,0 0 0,0 0 16,0 0-16,4 1 15,-4-1 1,22 11-16,0-6 15,5-5-15,6-5 16,-1-3-16,-6-6 16,0-11-16,-1-3 15,-5-5-15,-6 1 16,-7 0-16,-5 1 16,-3 6-1,-3 5-15,-5 6 16,-9 5-16,-12 5 15,-10 8-15,-7 11 16,7 8-16,6 7 16,6 7-16,6 6 15,4 2-15,9 4 16,9 6-16,4 3 16,5-3-16,3-6 15,5-5 1,16-8-16,3-5 15,10-10-15,29-21 32,10-21-32,-3-19 15</inkml:trace>
  <inkml:trace contextRef="#ctx0" brushRef="#br0" timeOffset="-194560.44">24337 11256 0,'0'0'0,"-4"-6"0,4 6 16,-10-13-16,0-1 15,-3-2-15,-2 1 16,-6 2-16,-2 6 16,-6 7-16,-7 10 15,0 8 1,0 6-16,6 2 15,6 0-15,0 2 16,4 1-16,7-7 16,6-4-16,5-6 15,2-2-15,0-10 16,4 12-16,-4-12 16,17-2-16,2-7 15,4-9 1,1-2-16,-3 0 15,-4 3-15,-5 6 16,-12 11-16,18-7 16,-18 7-16,25 28 15,-9 7-15,-3 2 16,-5-4-16,1 7 16,0-7-16,-2-5 15,-1-5-15,-6-23 16,0 0-1,0 0-15,0 0 16,28-30-16,-10 1 16,3-4-16,-2 1 15,-6 10-15,-4 9 16,-9 13-16,9-15 16,-9 15-16,0 0 15,0 0 1,20 10-16,-13 6 15,-2 3-15,-3 0 16,-2-2-16,-2-5 16,2-12-16,0 10 15,0-10-15,0 0 16,24-12-16,-1-4 16,4-9-16,3-6 15,-2 0-15,-5 7 16,-6 7-1,-6 7-15,-11 10 16,0 0-16,16-2 16,-11 21-16,0 10 15,-5 11-15,-2 10 16,0-3-16,1-2 16,0-9-1,5-12-15,10-4 0,13-13 16,25-13-1,17-15-15,14-14 16,-7-14-16,224-231 16</inkml:trace>
  <inkml:trace contextRef="#ctx0" brushRef="#br0" timeOffset="-193659.57">23370 12287 0,'-2'-3'0,"2"3"0,-21-15 16,-14-4-16,-14 7 15,-8 4-15,-6 10 16,-3 9-16,1 4 16,4 8-16,8 5 15,4 5-15,9 4 16,10 4-16,8 2 16,8 4-16,6 7 15,3-7 1,6-5-16,21-6 15,10-12-15,9-9 16,4-13-16,-1-15 16,6-17-16,8-19 15,-2-24-15,-6-6 16,-3-15-16,-10 10 16,-8 3-16,-8 10 15,-9 16 1,-2 14-16,-4 15 15,-2 9-15,-1 6 16,-3 11-16,0 0 16,0 0-16,-13 37 15,-9 31-15,2 12 16,3 7-16,2 3 16,3-8-16,4 0 15,16 0 16,11-21-31,3-20 16,-3-18-16,10-8 16,6-8-16,2-2 15,-4-17-15</inkml:trace>
  <inkml:trace contextRef="#ctx0" brushRef="#br0" timeOffset="-192543.17">23661 12396 0,'0'0'0,"0"0"0,0 0 16,-1-7-16,1 7 15,-7-19-15,7 19 16,-21-13-16,-3 16 16,-6 13-16,-5 8 15,1 5-15,6 6 16,10-6-1,5-7-15,4 1 16,4-7-16,5-2 16,2-3-16,-2-11 15,16 9-15,1-11 16,8-9-16,1-4 16,-4 0-16,-5 4 15,-17 11 1,21-12-16,-3 19 15,6 5-15,9 13 16,-8 0-16,2 0 16,2 5-16,-6-6 15,-5-9-15,-18-15 16,26-9-16,-5-28 16,10-12-16,-5-9 15,-4 5-15,-1-9 16,-5-9-16,-4 12 15,-5 20 1,-3 16-16,-2 9 16,-2 14-16,0 0 15,0 0-15,-17 35 16,0 25-16,3 0 16,0 9-16,1-2 15,2 1-15,4-6 16,4-20-16,1-9 15,1-12 1,1-10-16,0-11 16,-6 11-16,-10-10 15,-11-11-15,-15-18 16,5-1-16,9 0 16,15 15-16,13 14 15,-4-10-15,4 10 16,0 0-1,14-12-15,10 4 16,17-4-16,8-3 16,6-1-16,-7 5 15,0 2-15,-2 2 16,-5-2-16,-5 3 16,-7-1-16,-7-2 15,-22 9 1,23-14-16,-23 14 0,0 0 15,11-13 1,-11 13-16,-7-12 16,7 12-16,-28-10 15,9 14-15,-1 9 16,1 2-16,4 2 16,5 2-16,5 1 15,7 1-15,6 1 16,2-3-1,3-5-15,5-9 16,7-11-16,8 1 16,-3-4-16,-9 2 15,-2 3-15,-19 4 16,30-7-16,-13 9 16,5 14-16,8 7 15,3 8-15,-1 1 16,-11-12-16,-2-3 15,15-11 1,10-20-16,1-11 16,176-136-16</inkml:trace>
  <inkml:trace contextRef="#ctx0" brushRef="#br0" timeOffset="-189225.42">17268 11711 0,'0'0'0,"0"0"16,0 0-16,0 0 15,-5-4-15,5 4 16,-8-11-16,8 11 16,0 0-16,0 0 15,-16-10-15,16 10 16,0 0 0,0 0-16,-16 18 15,7-3-15,4 0 16,0-2-16,5-2 15,5 0-15,3 3 16,12-4-16,5-2 16,6-6-16,0-8 15,0-8-15,-1-8 16,-2-6 0,-7-7-16,-7 2 15,-4 3-15,-9 3 16,-1 6-16,-1 3 15,-2 3-15,3 15 16,-5-13-16,5 13 16,0 0-16,0 0 15,0 0-15,0 0 16,0 0 0,3 21-16,14-8 15,5-4-15,6-3 16,-4-2-16,-5-3 15,-19-1-15,23 4 16,-23-4-16,15 28 16,-15 15-16,-5 20 15,-5 1-15,-2-2 16,-1-6 15,5-16-31,5-21 16</inkml:trace>
  <inkml:trace contextRef="#ctx0" brushRef="#br0" timeOffset="-189060.33">17672 11401 0,'0'0'0,"0"0"16,0 0-16,0 0 15,0 0-15,0 7 16</inkml:trace>
  <inkml:trace contextRef="#ctx0" brushRef="#br0" timeOffset="-188692.04">17842 11742 0,'0'0'0,"0"0"0,0 0 16,0 0-1,0 0-15,0 0 16,-4 7-16,0 9 15,-3 11-15,-2 10 16,0 2-16,-2 5 16,2-6-16,2-4 15,4-1-15,3-5 16,3-5-16,-1 1 16,2-1-1,-2-2-15,0 0 16,-1 0-16,-1-3 15,-1-6-15,1-12 16,0 0-16</inkml:trace>
  <inkml:trace contextRef="#ctx0" brushRef="#br0" timeOffset="-188290.97">18048 11736 0,'0'0'0,"0"0"15,0 0-15,0 0 16,0 3-16,0-3 16,3 10-16,4 0 15,0 4-15,-1-2 16,-6-12-16,9 16 16,-9-16-1,0 0-15,25 9 16,-25-9-16,22 2 15,-22-2-15,29 39 16,-13 23-16,-3 18 16,-8-13-16,0-5 15,-1-10-15,-1-9 16,-2-12-16,-1-16 16,0-15-1,0 0-15,0 0 16,0 0-16,-15-11 15,9-3-15,12-6 16,22-14-16,22-27 16,18-17-16,4-6 15</inkml:trace>
  <inkml:trace contextRef="#ctx0" brushRef="#br0" timeOffset="-187858.32">16507 12582 0,'0'0'0,"0"0"0,-4 6 16,-10 13-16,-10 24 16,-5 27-16,4 1 15,5-5-15,4-10 16,7-28 15,5-15-31</inkml:trace>
  <inkml:trace contextRef="#ctx0" brushRef="#br0" timeOffset="-187559.5">16341 12745 0,'0'0'0,"5"-6"15,7-5-15,17-19 16,16-7-16,6 7 16,3 9-1,3 8-15,-2 9 0,1 16 16,-5 13-1,-8 0-15,-9 9 16,-15 2-16,-11 0 16,-13 9-16,-17 8 15,-15 1-15,-13-2 16,-12-16-16,-11-8 16,-4 0-16,5-8 15,16-4 1,9-6-16,14-2 15,13-3-15,3-2 16,17-3-16</inkml:trace>
  <inkml:trace contextRef="#ctx0" brushRef="#br0" timeOffset="-186493.18">17096 12625 0,'0'0'0,"0"0"0,0 0 0,-8 5 16,-8 3-16,-15 15 16,-6 17-16,5 10 15,4 5 1,8-2-16,6-5 15,6-12-15,5-10 16,3-8-16,0-18 16,0 0-16,0 0 15,21-16-15,-2-22 16,-3 2-16,-6 13 16,-3 9-16,-1 5 15,-6 9 1,15-13-16,-15 13 15,27 4-15,-5 7 16,2 4-16,4 2 16,-3-2-16,-2 0 15,-1-6-15,6-15 16,7-7-16,7-5 16,2-12-16,4-4 15,-9 0 1,-9 5-16,-9 8 15,-7 7-15,-14 14 16,14-10-16,-14 10 16,29 36-16,-6 6 15,-9 17-15,-4 0 16,-8-13-16,-6-8 31,-2-14-31,-7-11 16,-13-4-1,-7-6-15,-5-4 16,3-1-16,11-1 16,24 3-16,-23-6 15,23 6-15,0 0 16,7-18-16,9-1 16,14-9-16,13-2 15,5-2-15,4 0 16,5 2-1,-1 1-15,-10 4 16,-7 5-16,-11 5 16,-7 6-16,-6 1 15,-15 8-15,21-9 16,-21 9-16,0 0 16,0 0-16,0 0 15,0 0 1,0 0-16,0 0 15,0 0-15,0 0 16,0 0-16,-8 11 16,5 0-16,3 2 15,3-3-15,2 1 16,-5-11-16,23 15 16,-2-10-16,4-4 15,2-3-15,-3-4 16,-1 2-16,-5-1 15,1 2 1,-3 3-16,5 4 16,4 8-16,18 3 15,20 12-15,25-14 16,40-26-16,-7-3 16,13-26-16</inkml:trace>
  <inkml:trace contextRef="#ctx0" brushRef="#br0" timeOffset="-159626.67">4774 10383 0,'0'0'0,"0"0"0,0 0 0,0 0 15,0 0-15,0 0 16,0 0-16,0 0 15,0 0-15,3 3 16,-3-3-16,38 11 16,-4 0-1,7-1-15,4-3 16,7 1-16,6-4 16,4-2-16,1 0 15,0-2-15,-4-2 16,2 2-16,2 0 15,-2 0-15,2 0 16,-2 0 0,4 0-16,2 0 15,-1-2-15,2 1 16,1-1-16,1-1 16,-2 0-16,2 0 15,3 2-15,1-2 16,-1 0-16,2 1 15,-2-2-15,2 2 16,-2 0-16,-3 1 16,-3-1-1,-1 2-15,-1-2 16,-6 0-16,-4 1 16,-3-1-16,-4 1 15,-1 0-15,-1-1 16,-1 1-16,-4 1 15,1 0 1,-3 0-16,-2 0 0,-3 0 16,-1 1-1,-1 1-15,-3 0 16,-2 0-16,-7-1 16,1 1-16,0 0 15,0-2-15,0 2 16,1-1-16,0 0 15,2 0-15,-3 0 16,0 0 0,3 1-16,0 0 15,1-1-15,-1 0 16,-1-1-16,1 0 16,4-1-16,2-2 15,2-1-15,1-1 16,4 0-16,0-1 15,4 2-15,1-2 16,1 1-16,3 1 16,-1-2-1,1 1-15,1 0 16,-1-1-16,1 1 16,-2 0-16,-2 1 15,-2 0-15,-3 0 16,2 3-16,-2 3 15,0 4-15,-2 0 16,-4 1-16,-2 0 16,0-1-1,-3 1-15,1-1 16,-2 0-16,1 1 16,-2-1-16,-3 3 15,1-3-15,-2 3 16,-2-2-16,0 2 15,-1-1-15,2 1 16,1 3-16,-4-1 16,4 2-16,-4 0 15,-3 0 1,0-1-16,-3 1 16,1 1-16,-3 1 15,4 5-15,-2 1 16,2 6-16,-3 1 15,1 2-15,0-1 16,-2 0-16,1-4 16,-1 1-1,-3 1-15,1 2 16,2 2-16,0 0 16,-3-2-16,0-4 15,0-2-15,0 1 16,0-3-16,0-1 15,4 0-15,-2-1 16,3 3-16,2 0 16,-2-1-16,-1-2 15,0-1 1,-2-2-16,-1-2 16,0 0-16,0 1 15,0 1-15,2 1 16,-3 3-16,2 4 15,-1-1-15,-1 3 16,-2 2-16,0 2 16,-1 5-16,-3-5 15,0-2 1,0 0-16,-2 0 16,0 2-16,-1-1 15,2-2-15,-2-1 16,0 0-16,3 3 15,-2-1-15,2 0 16,2-2 0,-2 2-16,3-3 15,0 0-15,-2-1 16,3-5-16,-1 0 16,2-3-16,-3-3 15,-2-13-15,4 19 16,-4-19-16,5 15 15,-5-15-15,4 11 16,-4-11-16,0 0 16,0 0-16,0 0 15,0 0 1,0 0-16</inkml:trace>
  <inkml:trace contextRef="#ctx0" brushRef="#br0" timeOffset="-159077.29">9183 11950 0,'0'0'0,"0"0"15,0 0 1,0 0-16,0 0 16,0 0-16,0 0 15,0 0-15,0 0 16,0 0-16,0 0 15,0 0-15,0 0 16,1 2-16,-1-2 16,27 20-16,-6-6 15,0 2 1,2-1-16,1 2 16,2 0-16,0 0 15,-1-1-15,-4-1 16,-1-3-16,-2-1 15,-2-2-15,0-1 16,-16-8-16,28 15 16,-28-15-16,26 13 15,-26-13 1,32 14-16,-13-5 16,2 1-16,-3-2 15,3 0-15,3-3 16,6-2-16,0-8 15</inkml:trace>
  <inkml:trace contextRef="#ctx0" brushRef="#br0" timeOffset="-158709.97">10161 11681 0,'0'0'0,"0"0"16,0 0-16,-1 2 15,1-2-15,0 0 16,0 0-16,-18 32 15,-8 11-15,-6 11 16,0-2-16,-2 4 16,-7 5-16,-4 4 15,-1 0 1,1-2-16,1-1 16,3-3-16,3-5 15,5-5-15,-2 1 16</inkml:trace>
  <inkml:trace contextRef="#ctx0" brushRef="#br0" timeOffset="-109144.41">9781 12680 0,'0'0'0,"0"0"0,-4-4 16,4 4-16,-17-19 15,6 8-15,1-1 16,10 12-16,-11-12 16,11 12-16,0 0 15,-7-12-15,7 12 16,23-20-16,10 2 15,18 0 1,8 3-16,3 5 16,-4 10-16,4 7 15,-2 10-15,-2 7 16,-3 8-16,-7 5 16,-3-2-16,-6 5 15,-7 5-15,-5 3 16,-3 7-16,-5-3 15,-5 20 17,-8 1-32,-10-4 15,-7-11-15,0-22 16,-3-5-16,1-9 16,1-5-16,1-6 15,11-11-15,-20 8 16,4-13-16,-1-11 15,1-11 1,3-11-16,12-15 16,9-16-16,14-10 15,9-9-15,5 4 16,5-6-16,-1 2 16,-3 6-16,0-3 15,-3 13-15,-2 4 16,-5 13-16,-6 9 15,-5 14 1,-4 6-16,-5 9 16,0 5-16,-7 12 15,4-10-15,-4 10 16,0 0-16</inkml:trace>
  <inkml:trace contextRef="#ctx0" brushRef="#br0" timeOffset="-108478.18">11267 12712 0,'0'0'0,"0"0"0,-5 1 16,5-1-16,-17 2 15,17-2-15,-29 2 16,11-2-16,-6-1 16,-4-4-16,-7-2 31,-7-1-31,7 10 15,1 19-15,9 1 16,5 11 0,7 12-16,2 7 15,6 6-15,4-11 16,4-13-16,8-6 16,2-6-16,11 0 15,2-4-15,-6-12 16,7-12-16,1-15 15,3-14 1,1-8-16,-8-6 16,-5 6-16,-5 3 15,-6 7-15,-1 5 16,-3 8-16,-2 6 16,-2 14-16,1-13 15,-1 13-15,0 0 16,1 10-16,1 20 15,4 15-15,6 5 16,5 0-16,7-9 16,9-7-1,3-6-15,0-6 16,2-12-16,-4-8 16,4-14-16,1-12 15,-6 1-15,-6-2 16</inkml:trace>
  <inkml:trace contextRef="#ctx0" brushRef="#br0" timeOffset="-107943.18">11466 12366 0,'0'0'0,"0"0"0,3-4 16,-3 4-16,37-27 16,3 12-1,13 13-15,2 10 16,0 11-16,-5 7 16,8 7-16,-1 6 15,14 30 1,-10 10-1,-26-9-15,-10-3 16,-13-21-16,-6-2 16,-7 6-1,-6-7-15,-5-4 16,-6-6-16,1-8 16,-3-8-16,1-10 15,-1-5-15,-1-16 16,3-15-16,4-23 15,10-21-15,11-9 16,18-13-16,-2 3 16,3 0-16,4 3 15,-3 4 1,-4 12-16,-4 17 16,-5 21-16,-6 10 15,-2 10-15,-6 15 16,7-13-16,-7 13 15,0 0-15</inkml:trace>
  <inkml:trace contextRef="#ctx0" brushRef="#br0" timeOffset="-107443.96">12639 12206 0,'0'0'0,"0"0"16,-5-4-16,-10 3 16,-18 0-16,-15 14 15,-6 24-15,5 2 16,6 12-16,6-5 15,11 1-15,14-6 16,7-7-16,5 3 16,10 0-16,13 1 15,16 3-15,33-4 16,0-2 0,7-19-16,0-26 15,1-6-15,7-4 16,1 1-16,-18 3 15,-4 2-15,-9 2 16</inkml:trace>
  <inkml:trace contextRef="#ctx0" brushRef="#br0" timeOffset="-106610.02">12290 12239 0,'0'-3'0,"0"3"0,-7-19 16,-1-2-16,2-5 15,6 6-15,13-2 16,3 1-16,8 4 16,3 3-16,2 8 15,7 7 1,7 7-16,-3 12 31,-2 23-31,-18 4 16,-16 8-16,-13 5 15,-10-4-15,-4 17 16,-6 4-16,-5 3 16,-5 4-16,-12-12 15,-2-2-15,0-5 16,8-11 0,12-15-16,10-12 15,10-9-15</inkml:trace>
  <inkml:trace contextRef="#ctx0" brushRef="#br0" timeOffset="-75142.62">15220 4554 0,'0'0'0,"0"0"0,0 0 0,-5 16 15,-11 43-15,-19 66 16,-6 18 0</inkml:trace>
  <inkml:trace contextRef="#ctx0" brushRef="#br0" timeOffset="-74077.57">19489 4371 0,'0'0'0,"0"0"0,0 0 16,0 0-16,0 0 15,0 3 1,-2 7-16,-3 20 15,-6 22-15,-2 15 16,3 3-16,10 2 16,9-7-16,9-6 15,11-6-15,12-14 16,9-11-16,11-20 16,13-16-16,0-12 15,-2-16 1,-13-7-16,-14-6 15,-10-10-15,-10 1 16,-17-9-16,-16 2 16,-13 1-16,-17 1 15,-15 7-15,-28 13 16,-36 15-16,-29 26 16,-19 15-16,21 19 15,10 15-15,9 1 16,19 18-1</inkml:trace>
  <inkml:trace contextRef="#ctx0" brushRef="#br0" timeOffset="-73560.9">17339 4554 0,'-2'2'0,"0"12"0,-5 9 15,-11 36-15,1 26 16,3 11-16,7 7 16,3-3-16,3 2 15,2-11 1,-1-9-16,0-17 15,0-7-15</inkml:trace>
  <inkml:trace contextRef="#ctx0" brushRef="#br0" timeOffset="-73344.38">17358 5036 0,'0'0'0,"0"0"16,7-1-16,11-3 15,22-5-15,13-2 16,5-4-16,0 0 16,1-6-16,-2-3 15,-10-5-15,-8-15 16</inkml:trace>
  <inkml:trace contextRef="#ctx0" brushRef="#br0" timeOffset="-73160.81">17708 4518 0,'0'0'15,"2"6"-15,0 9 16,6 37-16,5 46 15,-5 36-15,-10 31 16,-9 29-16,-5-1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</inkml:channelProperties>
      </inkml:inkSource>
      <inkml:timestamp xml:id="ts0" timeString="2024-06-08T05:41:32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15602 10425 1092,'0'0'331,"0"0"-129,0 0-87,0 0 15,0 0 28,0 0 8,14 3-58,-3-3-44,3 0-42,-1-3-6,-3 1-10,-5 0-6,-5 1-11,-22 1-58,-9 0-297,-5 0-754</inkml:trace>
  <inkml:trace contextRef="#ctx0" brushRef="#br0" timeOffset="1376.84">15454 10425 1423,'0'0'191,"0"0"-132,0 0-53,0 0 25,0 0 122,0 0-5,0 0-39,37 18-64,-25-11-9,3 0-8,-1-1 6,2 0-11,2-2-17,-2-1-6,0-1 0,-1-2-14,0 0-44,3-7-122,3-8-74,1-6 20,-1-5 131,-3-4 90,1-2 13,-4-1 44,-1-1 30,-1 3 34,-3 0-43,-2 1 17,0 2 4,-2-1-14,-2-2-35,-1 0-28,-1 0-8,-2 0-1,2 0-6,-1 3 5,1 0-9,3 3 4,1 2 6,1 1 0,2 0 0,2 0 1,1 2-1,2-1 0,1 0 2,-1 3 6,2 2-8,-4 3 0,-2 3 0,-2 4 0,-2 2 1,-3 2-1,-1 0 6,-1 2 16,0 0-17,0 0-5,1 2-21,1 6 9,2 4-1,0 2 5,-1 4 8,1 3 1,0 1 4,0 5-5,-1 2 0,1 4 1,-3-1-1,2 3 0,-3-2 2,1-1-2,-1-3 1,2-1-1,-3 0 0,1-2 0,-1 3 0,0-2-1,0 1 1,0 0 0,-3-2-1,0 0 0,1-5 1,2-2 0,0-3 0,0-3-1,2-1 1,4-1 0,0-3-18,-2 0-38,1-4 7,-3-1 12,2-3 24,1 0 13,3 0 0,6-11 1,6-5-1,2-8 1,2-3-1,0-4 0,1-3 1,-2-6 14,1-2-8,-3-2-7,-2-1 1,-1 3-1,-4 5 0,-3 5-1,0 4-1,0 1 2,-1 3-1,0 0 1,0-1 0,2 1 8,1-1 25,0 1 2,1 1-2,2 2-13,0 1-12,0 2-8,0 2 10,-2 4 49,-3 4-28,-4 3-15,-3 1-15,-3 4 0,1 0-1,-2 0-2,0 0-4,0 0 5,0 0-6,0 0-8,2 0-2,0 7-5,3 6 16,0 8 6,-1 5 1,-1 6-1,-3 5 0,0 4 0,0 3 0,0 2 0,-1 0 1,-1 0 4,0 0-5,2-2 0,0 1-2,0-2 2,2 1-1,3-3 1,4-4-1,1 0 1,2-5-1,3-6 1,0-4 0,2-5 0,0-4 1,-3-6 10,1-2 4,0-3 12,2-2-10,0 0-17,0 0 0,-1 0-39,-3-4-139,-5 0-321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05:00.53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13079 11431 0,'0'0'0,"0"0"0,0 0 0,0 0 15,0 0 1,9 0-16,20 0 15,41 0-15,32-4 16,15-4-16,2-8 16,4-4-16,-4-1 15,-6-1-15,-9 2 16,-12 3-16,-11 2 16,-11 2-16,-5 5 15,-5 6-15,-5 6 16,-11 2-1,-2 3-15,-5 5 16,-2 3-16,-6 5 16</inkml:trace>
  <inkml:trace contextRef="#ctx0" brushRef="#br0" timeOffset="579.6">13786 11337 0,'0'0'0,"0"0"0,0 0 16,0 0-16,0 0 16,0 0-16,0 4 15,0-4-15,0 23 16,0 14-16,0 26 16,0 9-1,-3 7-15,-4 6 16,-4-2-16,-1-2 15,0-1-15,2-7 16,0-3-16,0-3 16,2-4-16,1-9 15,2-9-15,4-9 16,1-5-16,1-5 16,-1-11-16</inkml:trace>
  <inkml:trace contextRef="#ctx0" brushRef="#br0" timeOffset="930.61">13106 12467 0,'0'0'0,"0"0"0,0 0 16,0 0-16,0 0 16,10 2-16,19 5 15,33 7-15,17-3 16,14-10-16,8-5 16,-1-8-16,-1 2 15,-5-2 1,-8 2-16,-3 1 15,-4-1-15,-6 3 16,-5-1-16,-7 4 16,-5 2-16,-4 6 15,-4 3-15,-3 6 16,-6 0-16,0 5 16</inkml:trace>
  <inkml:trace contextRef="#ctx0" brushRef="#br0" timeOffset="1462.62">14458 11972 0,'0'0'0,"0"0"0,0 0 16,0-2-16,0 2 15,0 0 1,21-10-16,7 1 16,15 1-16,12 3 15,7 0-15,7 4 16,-1 0-16,6-1 16,2 0-16,0 1 15,-1 1-15,2-2 16,-1 2-16,0-2 15,-3 2-15,-6 0 16,2 0 0,-6 2-16,-8-2 15,-7 5-15,-8 1 16,-1 0-16,-6 4 16,-4-1-16,-6-2 15,-4 0-15,-19-7 16</inkml:trace>
  <inkml:trace contextRef="#ctx0" brushRef="#br0" timeOffset="2046.73">15311 11505 0,'0'0'0,"0"0"16,0 0-16,0 0 16,0 0-16,0 0 15,6 5-15,-6-5 16,32 31-16,1-3 15,6 2-15,5 3 16,2-2 0,3-2-16,-2-2 15,0-1-15,-3-4 16,-6-1-16,-4-5 16,-4-1-16,-6 0 15,1 2-15,-7 0 16,-3-2-16,-4-3 15,-11-12 1,12 17-16,-12-17 16,5 12-16,-5-12 15,1 14-15,-1-14 16,-1 13-16,1-13 16,-8 19-16,-53 28 15,-44 45-15,8-14 16,36-26-16,34-32 15,14-8 1,13-12-16,-17 15 16,17-15-16,0 0 15,-10 11-15,10-11 16,0 0-16</inkml:trace>
  <inkml:trace contextRef="#ctx0" brushRef="#br0" timeOffset="4596.28">16717 11041 0,'0'0'0,"0"0"16,0 0-16,0 0 16,0 0-16,0 0 15,7 2 1,-7-2-16,38 4 16,5-2-16,8-5 15,15-5-15,7-5 16,0-4-16,-4-2 15,-6 0-15,-4 1 16,-5 0-16,-5 2 16,-11 3-16,-9 4 15,-7 4 1,-22 5-16,24-3 16,-24 3-16,0 0 15,0 0-15,0 0 16</inkml:trace>
  <inkml:trace contextRef="#ctx0" brushRef="#br0" timeOffset="5196.66">16609 11181 0,'0'0'0,"0"0"15,0 2-15,0-2 16,0 0-16,0 12 16,0-2-16,1 11 15,2 9-15,0 9 16,0 7-16,1 5 15,-5 11-15,-10 10 16,-5 8-16,-4 3 16,-7-1-16,-7 6 15,-2 1 1,0 1-16,2-5 16,5-10-16,3-12 15,7-13-15,5-14 16,7-9-16,2-5 15,3-7-15,1-2 16,2 0-16,3 0 16,6 0-16,11 0 15,10-3 1,12-3-16,10-5 16,1-9-16,3-1 15,2-5-15,-1 1 16,2-3-16,-5 3 15,0 1-15,-1-2 16,1 2-16,-3 1 16,-4 0-16,-6 1 15,-4 4 1,-3 3-16,0 0 16,-6 2-16,-8 0 15,-3 0-15</inkml:trace>
  <inkml:trace contextRef="#ctx0" brushRef="#br0" timeOffset="5612.57">16364 12041 0,'0'0'0,"0"0"16,0 0-16,0 0 15,8-3-15,13-6 16,24-10-16,20-5 15,7-3-15,4-1 16,2-2-16,0 0 16,1 0-16,-5 5 15,-1 1-15,-10 5 16,-6 4 0,-8 1-16,-7 5 15,-6 4-15,-6 3 16,-4 4-16</inkml:trace>
  <inkml:trace contextRef="#ctx0" brushRef="#br0" timeOffset="7963.83">18218 10509 0,'0'0'0,"0"0"0,0 0 16,0 0-16,0 0 15,-3 10 1,-10 25-16,-17 34 15,-17 22-15,2-3 16,-5 4-16,-1 8 16,-7 10-16,2 1 15,-4 1-15,8-6 16,9-9-16,12-6 16,7-7-1,4 4-15,7-5 16,6 2-16,4-5 15,6-7-15,8-10 16,10-10-16,8-7 16,7-8-16,6-8 15,10-12-15,7-7 16,6-8-16,3-5 16,-3-8-16,14-55 31</inkml:trace>
  <inkml:trace contextRef="#ctx0" brushRef="#br0" timeOffset="8413.79">18526 11060 0,'0'0'0,"0"0"0,0 0 15,0 0-15,0 0 16,0 0-16,0 0 16,0 0-16,0 0 15,-2 3 1,-9 10-16,-27 32 15,-20 24-15,6-7 16,12-17-16,10-1 16,1 11-16,0 8 15,4 7-15,5 0 16,4-4-16,8-5 16,8-9-16,8-4 15,5-6 1,4-7-16,6-7 15,4-7-15,6-4 16,3-8-16,7-10 16,7-11-16,8-13 15</inkml:trace>
  <inkml:trace contextRef="#ctx0" brushRef="#br0" timeOffset="8779.57">18787 10870 0,'0'0'0,"0"0"0,0 0 16,1 3-16,-1-3 15,18 28 1,6 8-16,5 11 16,4 5-16,0 8 15,-12 20-15,-13 13 16,-8 6-16,-13 12 16,-12 5-16,-6 2 15,-10 0-15,-56 53 31,14-22-15,-5-18-16,20-40 16,36-55-16,4-5 15,3-6-15</inkml:trace>
  <inkml:trace contextRef="#ctx0" brushRef="#br0" timeOffset="9297.66">19206 11694 0,'0'0'0,"3"0"0,-3 0 16,0 0-16,18 2 15,-18-2-15,39 5 16,-1-4-16,13-3 16,8-2-16,5-5 15,-3-1-15,-8-2 16,4 0-16,-5-2 15,-2 3 1,-10 1-16,-3 3 16,-4 2-16,-9 2 15,-3 3-15,-21 0 16</inkml:trace>
  <inkml:trace contextRef="#ctx0" brushRef="#br0" timeOffset="9813.65">19696 11327 0,'-1'-2'0,"1"2"0,0 0 0,-10-13 15,10 13 1,0 0-16,0 0 16,-9-11-16,9 11 15,0 0-15,0 0 16,0 0-16,0 0 16,0 0-16,36 20 15,-8-3-15,4 3 16,0-1-16,0 0 15,0 1 1,6 1-16,-2 5 16,-5-2-16,-5 2 15,-6-3-15,-4 1 16,0-2-16,-5 1 16,-2-1-16,-7 4 15,-10 1-15,-13 10 16,-14 12-16,-23 4 15,-4 4-15,-9-2 16,1-3 0,0-5-16,7-6 15,-1-5-15,13-21 16</inkml:trace>
  <inkml:trace contextRef="#ctx0" brushRef="#br0" timeOffset="13029.69">20878 10577 0,'0'0'0,"0"0"16,0 0-16,-7-4 15,7 4-15,-28-17 16,2 1 0,-6 8-16,-11 15 15,-7 2-15,-5 20 16,2 4-16,-4 10 15,0 8-15,10-13 16,1 6-16,4 0 16,6 3-16,6 5 15,8-7 1,6-2-16,9-13 16,6 8-16,2 4 15,8-4-15,6-1 16,11-11-16,11-7 15,12-1-15,14-14 16,-6 0-16,-4 1 16,-6-3-16,-8-1 15,-4-2-15,-9-4 16,-6 1 0,-4 0-16,-16 4 15,16-6-15,-16 6 16,0 0-16,0 0 15,0 0-15,15-11 16,-15 11-16,0 0 16</inkml:trace>
  <inkml:trace contextRef="#ctx0" brushRef="#br0" timeOffset="13429.53">21240 10701 0,'0'3'0,"0"-3"0,0 0 16,0 0-16,0 0 15,0 0-15,-3 22 16,-7 21 0,-1 9-16,-1 4 15,-9 6-15,0-7 16,-12 19-16,-4 4 15,3-13-15,3-5 16,6-12-16,5-8 16,2-1-16,1-6 15,3-9-15,4-3 16</inkml:trace>
  <inkml:trace contextRef="#ctx0" brushRef="#br0" timeOffset="14246.82">21100 10812 0,'0'0'0,"0"-8"0,-1-5 15,0-13-15,-2-5 16,3 16-16,4 5 16,3 0-16,9-4 15,9-6-15,13-9 16,7-8 0,0 3-16,-7 17 15,1 12-15,0 9 16,-4 9-16,-6 2 15,-3-1-15,-2 3 16,-1 4-16,-5 0 16,-3 9-16,-5-4 15,-7 2-15,-8 18 16,-6-17 0,-13 7-16,-8-5 15,-11 7-15,-7 5 16,8-14-16,-3 0 15,3-14-15,-1 0 16,2-2-16,9-4 16,12-2-16,20-7 15,0 0-15,-18 4 16,18-4-16,0 0 16,0 0-1,0 0-15,0 0 16,0 0-16,0 0 15,0 0-15,7 17 16,23-1-16,1 0 16,2 3-16,-1-2 15,2 3-15,1 6 16,-2 0-16,-6 4 16,7 8-1,-7 1-15,-5-5 16,-1 1-16,-8-4 15,1-1-15,-3-2 16,-1-4-16,-5-5 16,-2-4-16,0-2 15,-3-13-15,3 12 16,-3-12-16,0 0 16,0 0-1,4 10-15,-4-10 16,0 0-16,0 0 15</inkml:trace>
  <inkml:trace contextRef="#ctx0" brushRef="#br0" timeOffset="16246.69">21783 11162 0,'0'0'0,"0"0"0,0 0 16,0 0-16,2 4 16,-2-4-16,12 16 15,0-4-15,8-2 16,13-7-16,10 5 15,8-7 1,9-1-16,-2 0 16,-2-1-16,-6-1 15,9 0-15,11-2 16,1-5-16,-4-4 16,-12 4-16,-5 1 15,-3 1-15,-6 1 16,-7 4-16,-8 0 15,-4 2 1,-22 0-16,24 2 16,-24-2-16,0 0 15,15 4-15,-15-4 16,0 0-16,0 0 16,0 0-16,0 0 15,0 0-15,0 0 16,0 0-16,0 0 15</inkml:trace>
  <inkml:trace contextRef="#ctx0" brushRef="#br0" timeOffset="16996.78">22270 10767 0,'0'0'0,"0"0"0,0 0 0,0 0 0,0-2 16,0 2-16,0 0 15,0 0-15,0 0 16,0 0-16,20 0 16,7 13-16,8 6 15,3 3-15,-4 2 16,3-1-1,4 5-15,2 2 0,0 0 16,-3-2 0,-4-1-16,-2-4 15,-3 1-15,-3-5 16,-4-1-16,-1-2 16,0 2-16,0-1 15,1 0-15,-3-2 16,-1-1-16,-2-2 15,-3-1-15,-15-11 16,19 13 0,-19-13-16,0 0 15,0 0-15,16 9 16,-16-9-16,0 0 16,0 0-16,0 0 15,0 0-15,0 0 16,0 0-16,0 0 15,0 0 1,0 0-16,0 0 16,0 0-16,0 0 15,0 0-15,0 0 16,9 10-16,-29 14 16,-49 43-16,-44 34 15,1-2-15,12-11 16,3-3-16,8-2 15</inkml:trace>
  <inkml:trace contextRef="#ctx0" brushRef="#br0" timeOffset="19346.5">23491 10740 0,'0'0'0,"0"0"0,0 0 15,0 0-15,0 3 16,0-3-16,0 0 16,0 0-1,0 15-15,1-2 16,1 11-16,0 16 16,1 6-16,-1 9 15,-1-2-15,-4 1 16,-1-1-16,-3 10 15,0 1-15,-3-1 16,0-3-16,1-5 16,1-1-16,-2 4 15,2-5 1,1-7-16,0-5 16,4-11-16,-1-6 15,1-8-15,3-4 16</inkml:trace>
  <inkml:trace contextRef="#ctx0" brushRef="#br0" timeOffset="20096.25">23077 10698 0,'0'0'0,"0"0"16,0 0-16,0 0 15,0 0-15,0 0 16,4-3-16,-4 3 16,16-4-16,13-4 15,24 1-15,10 7 16,4 2 0,3 2-16,1 2 15,1 4-15,-2 3 16,-5 0-16,-4 3 15,-5 0-15,-4 1 16,-3 5-16,-8 2 16,-5 3-16,-6 6 15,-3 0 1,-6-1-16,-6 1 16,-6-2-16,-5 8 15,-4 3-15,-4-1 16,-3 2-16,-7 0 15,-2 4-15,-3-4 16,0-5-16,-1-3 16,1-3-16,-3 1 15,-2 0-15,-6 0 16,-1-2 0,-6-2-16,-5-2 15,-1-3-15,-2-1 16,3-6-16,-1-1 15,0-3-15,1-2 16,-4-1-16,0-3 16,1-3-16,5-3 15,2-2 1,2-2-16,3 1 16,4 0-16,4-2 15,4-3-15,0-3 16</inkml:trace>
  <inkml:trace contextRef="#ctx0" brushRef="#br0" timeOffset="22846.86">23636 10383 0,'0'0'0,"0"0"15,0 0-15,1-2 16,-1 2-16,0-13 16,-1-2-16,0-6 15,0-5 1,0-8-16,0-6 15,-1-3-15,2-2 16,-2-5-16,1 1 16,0-4-16,-1-1 15,1 0-15,1 2 16,-2-2-16,1-4 16,0-2-16,-2 4 15,1 0 1,0-1-16,-1 5 15,1 0-15,0 3 16,-1 0-16,2 10 16,0 5-16,0 8 15,0 7-15,-1 3 16,1 6-16,1 10 16,-2-13-16,2 13 15,0 0 1,0 0-16,0 0 15,0 0-15,-8-11 16,8 11-16,0 0 16,0 0-16,-25 7 15,-3 14-15,-5 15 16,5 5-16,8-4 16,5-5-1,3-3-15,4-4 0,3-6 16,1-1-1,3-5-15,0-1 16,1-12-16,0 13 16,0-13-16,0 0 15,0 0-15,0 0 16,0 0-16,0 0 16,26-4-16,-6-20 15,0-7 1,0-4-16,-5-4 15,0 0-15,-4-1 16,0 2-16,-1 5 16,-2 2-16,-1 4 15,1 3-15,1 3 16,-1 4-16,4 4 16,6 5-16,2 4 15,6 0-15,2 6 16,-1 1-1,-1 2-15,-2 6 16,0 2-16,-3 3 16,-3 1-16,-1 0 15,-5 0-15,2 2 16,-1 5-16,-1 4 16,1 1-16,-1-2 15,-5-8 1</inkml:trace>
  <inkml:trace contextRef="#ctx0" brushRef="#br0" timeOffset="24162.49">24025 7656 0,'0'0'0,"0"0"16,-1-3-16,1 3 15,0 0-15,0 0 16,-6-10-16,6 10 16,-14-11-16,14 11 15,-26-22-15,9 10 16,-1 2-16,0 0 16,1 3-16,17 7 15,-30-13 1,14 9-16,-10 4 15,-7 7-15,-3 6 16,1 4-16,1 4 16,-2 7-16,1 3 15,1 6-15,3-3 16,5-4-16,2 0 16,3-1-16,1-2 15,3 4-15,3 0 16,3 0-1,2-4-15,3-1 16,3 1-16,1 0 16,4 1-16,1 0 15,5 1-15,2 3 16,5 1-16,2-2 16,4-1-16,2 0 15,1-2-15,5 0 16,3-1-1,1-1-15,1-4 16,4-1-16,2-2 16,1-4-16,4 0 15,-3-2-15,0 0 16,4 0-16,-1-3 16,0-3-16,-4-5 15,0-4-15,4-2 16,-3-4-1,-2-1-15,-5-3 16,1-2-16,-2-1 16,0-4-16,-4-1 15,-3-3-15,-5-1 16,0-4-16,-3 3 16,-4 0-16,-2-1 15,-1-2-15,-4-2 16,-3-2-1,-6-3-15,-6-6 16,-7-3-16,-3-1 16,-7 0-16,-4-2 15,-3 1-15,-3 1 16,-1 3-16,-7-4 16,-2 1-16,-9-5 15,1 7-15,-5 4 16,-5 3-16,-7 4 15,-5 2 1,-12 5-16,-19 13 16,-32 10-16</inkml:trace>
  <inkml:trace contextRef="#ctx0" brushRef="#br0" timeOffset="28962.25">24620 10646 0,'0'0'0,"0"0"0,0 0 15,0 0-15,0 0 16,-8 7-16,-6 6 16,-7 6-16,-3 3 15,1 1-15,0 3 16,-3 3-16,0 3 16,0 6-1,0 7-15,4 1 16,3 1-16,0 1 15,2-3-15,2 9 16,1 2-16,3 0 16,3 1-16,2-4 15,2 1 1,3-1-16,2-1 0,1-2 16,0-1-1,0-3-15,2-4 16,0-6-16,2-4 15,-1-2-15,4-2 16,2 0-16,3 2 16,2-4-16,0-6 15,1-3-15,-1-5 16,0-2 0,0-4-16,4-3 15,0-5-15</inkml:trace>
  <inkml:trace contextRef="#ctx0" brushRef="#br0" timeOffset="29445.86">24610 11104 0,'0'0'0,"0"0"16,0 0-16,0 0 16,0 0-16,0 5 15,-3 6-15,0 9 16,-2 6 0,-1 8-16,1 3 15,-3-2-15,0 2 16,-1-3-16,-2-3 15,0-2-15,-1 1 16,-1 0-16,0-2 16,2-2-16,0 0 15,1-5-15,3-3 16,1-3 0,6-15-16</inkml:trace>
  <inkml:trace contextRef="#ctx0" brushRef="#br0" timeOffset="30263.85">24607 11112 0,'0'0'0,"0"0"15,0 0-15,0 0 16,-1-5-16,1 5 16,-4-13-16,4 13 15,0-17-15,4 4 16,1-4-16,7-4 16,7-3-16,13 1 15,4-2 1,5 4-16,2 2 15,-1 6-15,-4 4 16,1 6-16,-5-2 16,1 7-16,-35-2 15,16 4-15,-16-4 16,25 13-16,-25-13 16,18 23-1,-13-3-15,-5 11 16,-47 69-16,19-52 15,-15-1-15,-6-4 16,-3-4-16,-1-7 16,3-4-16,5-8 15,6-4-15,11-6 16,4-2-16,2-2 16,4-5-16,18-1 15,-25-1 1,25 1-16,0 0 15,-21-12-15,21 12 16,-6-9-16,6 9 16,0 0-16,0-12 15,0 12-15,0 0 16,18-5-16,-18 5 16,29 14-16,-12 0 15,0 4 1,-4 1-16,-1 1 15,-3 2-15,0 4 16,0 3-16,-1-2 16,0 1-16,1-1 15,0-2-15,-1-5 16,-3-3-16,0-4 16,0-3-16,-5-10 15,11 16 1,-11-16-16,13 13 15,-13-13-15,20-4 16,-1-22-16</inkml:trace>
  <inkml:trace contextRef="#ctx0" brushRef="#br0" timeOffset="30813.81">24877 10547 0,'0'0'0,"0"0"15,0 0-15,0 0 16,0 0-16,0 0 16,0 0-16,0 0 15,0 0-15,7 5 16,4 7-16,11 4 16,3 8-16,2 3 15,-27-27-15,16 31 16,-3 18-1,-2 16-15,-6 6 16,-2-2-16,2 1 16,-1 0-16,-2 2 15,0 1-15,1 34 32,-3-1-32,-3-5 15,-50 54-15,39-109 16,-7 3-16,-2-2 15,2-8 1,-3 0-16,3-9 16,1-9-16,-1-3 15,2-7-15,-3-4 16,-2-4-16,-11-5 16,6-2-16</inkml:trace>
  <inkml:trace contextRef="#ctx0" brushRef="#br1" timeOffset="45946.06">16624 10133 0,'0'0'0,"0"0"0,0 0 0,0 0 0,0-2 16,0 2-1,0 0-15,0 0 16,0 0-16,0 0 16,0 0-16,26-5 15,-3 1-15,5 0 16,4-2-16,6 0 15,1 1-15,7 0 16,3 3 0,-3 4-16,-1 1 15,-6 0-15,4-1 16,-1 0-16,4 2 16,0-2-16,-3 0 15,-5 0-15,0 0 16,2-2-16,5 0 15,4 0-15,2-5 16,-2 2 0,-4-3-16,-1-1 15,0 1-15,1-3 16,1 0-16,-1 0 16,0 1-16,0-2 15,-1 1-15,1-2 16,1 0-16,-2-1 15,1 1-15,-1-3 16,4 2-16,-3 0 16,0 0-1,-5 4-15,1-2 16,0 3-16,2 0 16,2 2-16,0 1 15,0 3-15,-3 0 16,2-2-16,2 3 15,0-2-15,1 1 16,2 0 0,1 0-16,0 0 15,0 0-15,-1 0 16,0-1-16,-1 0 16,0 1-16,1 1 15,1 0-15,0 0 16,3 0-16,0 0 15,0 0-15,0 1 16,-1-1-16,-4 0 16,2 4-1,-2-1-15,2 2 16,-8 4-16,1 0 16,0 0-16,2 1 15,0-2-15,0 2 16,-4-3-16,-3 1 15,3 0-15,4 0 16,0-1-16,5 2 16,2-5-1,-2-3-15,3-1 16,6-1-16,2-1 16,4-2-16,-3-1 15,-1 0-15,3 2 16,1-3-16,1 1 15,-2-1-15,0 0 16,7 0-16,-1 1 16,2-1-1,0 2-15,0-1 16,-5 0-16,-1 1 16,-6 1-16,0-1 15,4 2-15,-4 0 16,1 2-16,-9 2 15,-1-2-15,2 0 16,0 1-16,0 0 16,-4 1-1,-3 1-15,0-1 16,5 0-16,0 2 16,-3-1-16,-1-1 15,-6 0-15,0-1 16,1-1-16,3 2 15,3-1-15,-2 0 16,-5 0-16,0 1 16,-5 0-1,5-1-15,2 1 16,3-2-16,1 0 16,-2 0-16,0-3 15,-6-1-15,2-1 16,2 0-16,-1-4 15,0 4-15,1-3 16,-1 3-16,-1 1 16,2-3-1,-2 3-15,-1 0 16,-1-3-16,-2 3 16,-1-1-16,-1 2 15,-1 0-15,-1 1 16,-1-1-16,3 0 15,0 1-15,3-1 16,5 1-16,2-1 16,1 2-1,-2-1-15,-4 1 16,-3 0-16,-3-1 16,2 2-16,0 0 15,0 0-15,0 3 16,-3 0-16,-3-1 15,-3 1-15,-3 0 16,0 0-16,0-1 16,1 2-1,2 1-15,3 1 16,-4 0-16,-2 2 16,-4-3-16,-1 2 15,-3-1-15,-16-6 16,28 13-16,-28-13 15,29 14-15,-14-7 16,-15-7-16,28 17 16,-12-7-16,-1 0 15,-1 1 1,-14-11-16,25 18 16,-25-18-16,24 18 15,-24-18-15,0 0 16,0 0-16,0 0 15,13 14-15,-13-14 16,8 9-16,-8-9 16,9 13-1,-9-13-15,9 17 16,-5-7-16,-1 1 16,1 0-16,-2-2 15,1 2-15,0-1 16,0 1-16,0-1 15,-1 3-15,1 1 16,-2 2-16,1-1 16,-1 0-16,1 3 15,-2 1 1,2 3-16,-2 0 16,0 4-16,0-5 15,0 3-15,0-1 16,0 1-16,0-2 15,0 1-15,0-3 16,0 1-16,0 1 16,0 1-16,0 1 15,0-2 1,0 1-16,0-1 16,0 2-16,0 0 15,0-1-15,0 3 16,0-2-16,0 4 15,0-3-15,0 4 16,0-3-16,0 2 16,0 1-16,0 0 15,0 0-15,0 4 16,0-1 0,0-1-16,0 2 15,0-4-15,0 1 16,0-2-16,0 2 15,0 0-15,0 5 16,0-1-16,0 1 16,0-1-16,0-4 15,0-2-15,0 0 16,0 2 0,0 1-16,0 4 15,0 3-15,0 2 16,0 0-16,0-3 15,0-4-15,0-4 16,0-5-16,0 0 16,0 5-16,0 1 15,0-1-15,0-1 16,0-2 0,0 4-16,0 0 15,0-1-15,0 2 16,-2-2-16,2 1 15,-3-2-15,0-1 16,-7 0-16,3-3 16,0 0-16,1-3 15,0-4-15,-21 36 16,15-30 0,4-8-16,0-3 15,8-12-15,-9 15 16,9-15-16,-7 13 15,7-13-15,0 0 16,-11 11-16,11-11 16,0 0-16,-16 10 15,16-10-15,-23 1 16,6-2 0,0 0-16,-2-1 15,0-1-15,-4 1 16,-3-1-16,1-1 15,-1 2-15,5 0 16,-3 1-16,-2 0 16,-6 0-16,1 0 15,-3-1-15,-1 2 16,-2 2 0,1-1-16,2 0 15,5 0-15,1 0 16,-3 0-16,0 0 15,1-1-15,1 0 16,0 0-16,-2 0 16,1 0-16,3 0 15,4-1-15,1 0 16,3 0-16,-3 0 16,1 0-1,-1 0-15,-2-3 16,3 1-16,1 1 15,1-2-15,-4 1 16,-1-2-16,1 2 16,4 0-16,1 0 15,-1 1-15,1-2 16,-2 1-16,2 1 16,-3 0-1,-3 0-15,-3-2 16,0 1-16,5 1 15,0-1-15,2 1 16,-3 0-16,1-1 16,2 0-16,0 1 15,2-2-15,-1 2 16,-3 0-16,-5-1 16,0 1-1,-1-1-15,0 2 16,4-1-16,0 2 15,2 0-15,1 0 16,1 0-16,-3 0 16,3 0-16,-5 0 15,-2 0-15,-2 0 16,-2 0-16,-3 0 16,2 0-1,0 0-15,-1 2 16,1-2-16,0 0 15,-6 0-15,-2 0 16,-5 0-16,0 0 16,6 1-16,3 0 15,1 1-15,2 0 16,-5 0-16,-7 0 16,-4 0-1,1 1-15,10-1 16,1-2-16,-1 2 15,-5 0-15,-4-1 16,-4 1-16,2-1 16,7 0-16,3 0 15,1 1-15,-1-1 16,-6 2-16,0 0 16,2 0-1,0-1-15,8 0 16,-2-2-16,-2 2 15,-5-1-15,-1 1 16,-3 3-16,6-2 16,2 3-16,3-1 15,1 0-15,-6 2 16,-2 1-16,-3-1 16,1 2-16,2-4 15,2 2 1,-4-1-16,-4 0 15,-4 1-15,0-4 16,-1 0-16,6-1 16,-5 0-16,1-2 15,-3 2-15,0-1 16,2-1-16,0 0 16,-5 0-16,-2 0 15,1-1 1,1-1-16,-4-2 15,-1 1-15,-1 2 16,-1-2-16,0 0 16,0 0-16,-6 3 15,1 2-15,-3-1 16,-1 2-16,3 1 16,-4 5-16,3-2 15,0 1 1,2-1-16,-3 5 15,0-3-15,2 0 16,-2 0-16,7 3 16,-3 0-16,1-1 15,-3 1-15,2 0 16,6-2-16,-3 3 16,-3-2-16,-1 3 15,-4-1 1,3 0-16,-1 1 15,1-2-15,-2 3 16,-2 0-16,1 1 16,5-1-16,0-1 15,4-1-15,3 0 16,3-1-16,2 0 16,0-2-16,2 0 15,-2-4 1,0-1-16,7 0 15,4-2-15,4 0 16,-4-2-16,-2-1 16,-4 0-16,1 0 15,2 2-15,4 3 16,-5 0-16,-3 3 16,0 2-16,2 1 15,6 3-15,1 0 16,6-1-1,4-1-15,7-3 16,7-1-16,1-2 16,3-1-16,17-5 15,-26 7-15,26-7 16,-23 0-16,23 0 16,-21-12-16,11-2 15,3-7-15,7-13 16,4-9-1,6-7-15,5-2 16,3 0-16,1-2 16,4-5-16,-2 2 15,0-1-15,-1 4 16,-2-4-16,-4 2 16,1-2-16,-3 1 15,-4 4 1,-3 1-16,-2 3 15,-1 1-15,-2 1 16,-2-3-16,0 5 16,-2 1-16,0 6 15,0 2-15,-3 1 16,2 1-16,2 0 16,-2 2-16,0 2 15,-1-1 1,-2 0-16,0 0 15,-2 2-15,0 1 16,1 3-16,-1-2 16,2 1-16,-3-8 15,1-3-15,3-5 16,2 1-16,3 3 16,2 0-16,4-1 15,2-2-15,2-4 16,1-2-1,2-1-15,-1-1 16,1 3-16,-1 3 16,-2 0-16,2 2 15,-1 2-15,-1 1 16,-1 1-16,-1 0 16,2 0-16,-2 1 15,3 3-15,-4 1 16,1 2-1,-1 3-15,1 3 16,-1 1-16,3-2 16,-2 1-16,3-1 15,-1 2-15,1 2 16,-2 4-16,-1 1 16,-1 1-16,1 3 15,0 1-15,-2 1 16,-4 10-1,7-14-15,-7 14 16,0 0-16,7-14 16,-7 14-16,0 0 15,0 0-15,0 0 16,0 0-16,21-6 16</inkml:trace>
  <inkml:trace contextRef="#ctx0" brushRef="#br1" timeOffset="46629.76">17513 9676 0,'0'0'0,"0"0"0,0 0 0,2 4 0,-2-760 16,7 1537-16,3-760 16,3 4-16,7 0 15,-2-4-15,8-1 16,5-6-1,14-6-15,18-13 16,19-16-16,16-16 16,0-9-16,-4-5 15,-6 0-15,-11 9 16,-8 4-16,-8 3 16,-6 7-16,-5 10 15,-5 5 1,-1 7-16,-7 6 15,-4 3-15</inkml:trace>
  <inkml:trace contextRef="#ctx0" brushRef="#br1" timeOffset="47545.74">23605 9755 0,'0'0'0,"0"0"16,0 0-16,0 0 15,0 0-15,0 0 16,5 1-16,-5-1 16,13 11-16,-13-11 15,20 20-15,-6-7 16,1 1-16,2-2 15,6-3 1,12-5-16,12-5 16,14-11-16,9-8 15,10-14-15,3-12 16,9-7-16,-2-4 16,-9 4-16,-6 7 15,-16 9-15,-11 7 16,-10 7-16,-7 4 15,-1 3-15,-4 6 16,-3 5 0,-6 5-16,-17 0 15,21 9-15</inkml:trace>
  <inkml:trace contextRef="#ctx0" brushRef="#br1" timeOffset="54679.31">23605 6753 0,'0'0'0,"0"0"0,0 0 0,0-3 16,0 3-16,0 0 15,0 0-15,0 0 16,0 0-16,0 0 16,0 0-16,10 13 15,-4-2-15,-6-11 16,9 18-1,-4-7-15,1 2 16,0 0-16,1 1 16,0 2-16,0 2 15,0 2-15,0 1 16,0 1-16,1 1 16,-1-1-16,0-4 15,-1-5-15,0-1 16,1-1-1,-1 0-15,3 0 16,-9-11-16,18 19 16,-7-9-16,3 1 15,1 2-15,1-3 16,-16-10-16,28 15 16,-28-15-16,31 13 15,-14-8-15,4-4 16,3-6-16,7-7 15,7-10 1,9-13-16,6-12 16,7-11-16,4-6 15,5-4-15,-2 0 16,4-2-16,-3 1 16,-9 10-16,-7 7 15,-8 9-15,-4 9 16,-2 1-1,-4 4-15,-1 0 16,-2 1-16,-5 4 16,-5 6-16,-8 6 15,-13 12-15,14-12 16,-14 12-16,0 0 16,11-11-16,-11 11 15,0 0-15,0 0 16,0 0-1,0 0-15,0 0 16,0 0-16,0 0 16,0 0-16,0 0 15,0 0-15,0 0 16,0 0-16,0 0 16,0 0-16,0 0 15,0 0-15,0 0 16,0 0-16,0 0 15,0 0-15,0 0 16,0 0 0,0 0-16,0 0 15,0 0-15,0 0 16,0 0-16,0 0 16,0 0-16,0 0 15,0 0-15,0 0 16,0 0-16,0 0 15,0 0 1,0 0-16,0 0 16,0 0-16,0 0 15,0 0-15,5 11 16,-5-11-16</inkml:trace>
  <inkml:trace contextRef="#ctx0" brushRef="#br1" timeOffset="57946.46">14861 11450 0,'0'0'0,"0"0"0,0 0 15,0 0-15,0 0 16,0 0-16,9-2 16,7 2-16,8-5 15,7-3-15,13-11 16,5-7-16,6-11 15,1-4-15,7-6 16,1 1-16,2-3 16,3 0-1,6-6-15,4-1 16,1-2-16,3 1 16,-1 3-16,7 1 15,2 4-15,8-1 16,-3 4-16,0-3 15,-3 4-15,7-2 16,-5 1-16,6 1 16,-3 3-1,-5 1-15,4-1 16,-3 1-16,-3 3 16,1 2-16,-4 4 15,0 3-15,2-3 16,3 0-16,-1 1 15,3-1-15,-3-2 16,5-4-16,-4 1 16,0 1-1,2-3-15,-3 1 16,6-3-16,2-2 16,1 2-16,-2-1 15,-2 0-15,3-1 16,-6 4-16,4-4 15,-5 4-15,1-1 16,1-2-16,-1 3 16,-3-1-1,-2 1-15,-3-1 16,-2-2-16,0 0 16,-3 3-16,-2 1 15,-3 2-15,-1 1 16,-6 3-16,2 1 15,-2 0-15,1 0 16,0 4-16,-1-1 16,-2 0-1,0 1-15,2-1 16,0 0-16,6-2 16,-1 1-16,-2 0 15,0 1-15,3-2 16,2 0-16,2 1 15,2 1-15,-5 0 16,-3 2-16,3-1 16,-6 3-16,1-1 15,2 0 1,-2 1-16,-6 1 16,-2 0-16,-6 0 15,1 2-15,-5 0 16,-3 3-16,0-1 15,-2 2-15,-4 0 16,-3 2-16,-6 1 16,-6 4-1,-2 1-15,-4 1 16,-2 3-16,2-3 16,-5 1-16,-2 2 15,-16 5-15,20-10 16,-20 10-16,0 0 15,0 0-15,16-7 16,-16 7-16,0 0 16,0 0-1,0 0-15,0 0 16,0 0-16,0 0 16,5-10-16,-5 10 15,0 0-15,0 0 16,0 0-16,0 0 15,-24-7-15,24 7 16,-26-3-16,26 3 16,-24-2-1,24 2-15,-18-3 16,18 3-16,0 0 16,0 0-16,-17-5 15,17 5-15,0 0 16,0 0-16,0 0 15,0 0-15,0 0 16,0 0-16,0 0 16,0 0-16,0 0 15,-16 5 1,16-5-16,0 0 16,-22 13-16,-25 13 15,-12 3-15,10-5 16,9-6-16,-2 1 15,-10 3-15,-2 1 16,1 1-16,5-5 16,0-1-1,8-5-15,10-5 16,8-3-16,7-3 16,15-2-16,-16 4 15,16-4-15,0 0 16,0 0-16,0 0 15,0 0-15,0 0 16,0 0-16,0 0 16,0 0-16,0 0 15,-8-12 1,21 1-16,10-5 16,12-3-16,-1 3 15,2-1-15,2 0 16,5-1-16,2 0 15,-3 3-15,3-1 16,3 1-16,-1 4 16,-1 1-16,-5 1 15,-2 4-15,0-3 16,0 3 0,1-2-16,-1 0 15,-3 4-15,-3 0 16,-4 2-16,-1 1 15,-6 0-15,-4 0 16,-18 0-16,27 0 16,-27 0-16,0 0 15,17 1 1,-17-1-16,0 0 16,0 0-16,0 0 15,13 10-15,-13-10 16,0 0-16,0 0 15,2 11-15,-2-11 16,0 0-16,-7 17 16,-9 13-16,-22 26 15,-22 22-15,-14 7 16,-18 17 0,-30 22-16,-13 5 15</inkml:trace>
  <inkml:trace contextRef="#ctx0" brushRef="#br1" timeOffset="59012.73">15131 10877 0,'0'0'0,"0"0"15,0 0-15,0 0 16,-4 2 0,4-2-16,0 0 15,0 0-15,0 0 16,0 0-16,0 0 15,0 0-15,-6 16 16,1 10-16,-11 30 16,-8 12-16,0-11 15,6-14-15,2-1 16,-2 4 0,1-3-16,1 0 15,3-5-15,3-7 16,4-5-16,-1-4 15,4-6-15,1-3 16,2-13-16,-2 16 16,2-16-16,0 0 15,2 13-15,-2-13 16,7 11 0,-7-11-16,26 18 15,0-7-15,7-1 16,12-1-16,5 0 15,9-1-15,9-1 16,-5 2-16</inkml:trace>
  <inkml:trace contextRef="#ctx0" brushRef="#br1" timeOffset="63645.58">22942 7799 0,'0'0'0,"0"0"0,0 0 15,0 0-15,0 0 16,0 0-16,0 0 16,0-3-16,0 3 15,-9-16-15,-6-6 16,-7-7-16,-4-2 15,-7 1-15,-4-4 16,-6-2 0,-1 4-16,-2 7 15,-11-2-15,-2 3 16,4 3-16,3 0 16,7 3-16,-1-2 15,2-6-15,5 2 16,3-6-16,8 4 15,6 5-15,6 2 16,4 5-16</inkml:trace>
  <inkml:trace contextRef="#ctx0" brushRef="#br1" timeOffset="64797.17">22879 7784 0,'0'0'0,"0"0"15,0 0-15,0 0 16,0 0-16,1 3 15,-1-3-15,8 14 16,-8-14-16,10 17 16,-4-7-1,0 1-15,2 4 16,-2-1-16,-2 2 16,1 1-16,-1 3 15,-1 1-15,-1 3 16,1-2-16,0 3 15,-1-3-15,-1-1 16,2-3-16,-2-1 16,1-2-1,2 0-15,-1 6 16</inkml:trace>
  <inkml:trace contextRef="#ctx0" brushRef="#br1" timeOffset="41511.37">13492 13079 0,'0'0'0,"0"0"0,0 0 15,0 0-15,0-3 0,0 3 16,0 0 0,0 0-16,0 0 15,0 0-15,0 0 16,0 0-16,0 0 16,0 0-16,0 0 15,0 0-15,0 0 16,0 0-16,0 0 15,0 0-15,0 0 16,0 0 0</inkml:trace>
  <inkml:trace contextRef="#ctx0" brushRef="#br1" timeOffset="42694.55">24523 8929 0,'0'0'0,"0"0"16,0 0-16,0 0 15,0 0-15,0 0 16,0 0-16,0 0 16,0 0-16,0-2 15,0 2 1,0 0-16,0 0 16,0 0-16,0 0 15,0 0-15,0 0 16,0 0-16,0 0 15,0 0-15,0 0 16,0 0-16,0 0 16,0 0-1,3 12-15,-2 0 16,0 9-16</inkml:trace>
  <inkml:trace contextRef="#ctx0" brushRef="#br1" timeOffset="49227.23">9988 4871 0,'0'0'0,"0"0"0,0 0 0,0 0 0,0 0 16,-2 3-16,2-3 16,0 0-16,0 0 15,5 23-15,5-1 16,6 9-16,3 5 16,4 0-16,-1 2 15,-1-9-15,3-7 16,6-3-16,16-13 15,17-15 1,25-29-16,29-40 16,24-40-16,15-28 15,3-7-15,-4-2 16,-8 10-16,-10 9 16,-19 16-16,-6 17 15,-8 29-15,-6 20 16,-9 21-16,-14 22 15</inkml:trace>
  <inkml:trace contextRef="#ctx0" brushRef="#br1" timeOffset="99243.77">10647 6416 0,'0'0'0,"0"0"0,0 0 0,0 0 15,0 0-15,0 0 16,0 0-16,0 0 15,0 0-15,6 3 16,-6-3-16,18 4 16,-2 0-16,6 1 15,7 1-15,12 0 16,8 1-16,3-3 16,-1 0-1,-2-2-15,6-2 16,2-1-16,-1-2 15,0 0-15,-5 0 16,3-3-16,3-1 16,4-3-16,3 0 15,1 0-15,4-1 16,-1 1-16,3-1 16,-1 1-1,-4 2-15,-3 0 16,-6 6-16,-8 0 15,-4 5-15,0 0 16,-4 3-16,-3-1 16,1-1-16,1 2 15,1-1-15,1 0 16,3 2-16,0-2 16,3 3-1,4-2-15,4 1 16,3 2-16,-5-2 15,-3-1-15,5-2 16,2-1-16,-1-3 16,-1 0-16,-3-1 15,4-2-15,4 0 16,2-2 0,0 1-16,0 1 15,0-2-15,0 0 16,-1 1-16,-2 1 15,-1 0-15,2-2 16,2 1-16,2 0 16,-2 1-16,5-1 15,-1 0-15,1 0 16,0 0-16,0 1 16,1 2-1,-2 1-15,-3 1 16,-1 2-16,-3 1 15,1-2-15,-1 1 16,-1 0-16,0-1 16,1 1-16,1-1 15,2 0-15,1 2 16,-2-2-16,2 1 16,-2 0-1,1-2-15,-2-1 16,-1 0-16,0 0 15,-3-1-15,1-2 16,-1 2-16,-4-1 16,1 0-16,-1 2 15,0-2-15,1 0 16,2 2 0,0-2-16,-2 1 0,3-1 15,-3-2 1,-3 0-16,-2 1 15,2 0-15,0 1 16,-1-2-16,-1 0 16,0 1-16,2-1 15,0-1-15,5 0 16,0 2-16,2-2 16,4-2-1,2 0-15,0 1 16,-2 0-16,-4 0 15,-4 1-15,-3 1 16,0-2-16,-4 1 16,-3 0-16,-1 0 15,-5 3-15,-1 1 16,-1-1-16,-1 1 16,0 0-1,-2 1-15,-2 1 16,-3 0-16,-3 1 15,-3-1-15,-2 1 16,-20-2-16,24 4 16,-24-4-16,0 0 15,20 4-15,-20-4 16,0 0-16,0 0 16,16 4-16,-16-4 15,0 0-15,0 0 16,0 0-1,0 0-15,9 11 16,-9-11-16,0 0 16,0 0-16,0 0 15,0 0-15,0 0 16,0 0-16,4 11 16,-4-11-16,0 0 15,0 0 1,0 0-16,0 0 15,0 0-15,0 0 16,0 0-16,0 0 16,0 0-16,0 0 15,0 11-15,0-11 16,0 0-16,0 0 16,0 0-16,0 0 15,0 0 1,0 0-16,-9 10 15,9-10-15,0 0 16</inkml:trace>
  <inkml:trace contextRef="#ctx0" brushRef="#br1" timeOffset="118626.7">13656 3506 0,'0'0'0,"0"0"0,0 0 0,0 0 0,0 0 15,0 0-15,0 0 16,0 8-16,-2 9 16,0 13-16,-2 9 15,1 10 1,-3 5-16,-1 5 16,-2 5-16,-3 7 15,1 7-15,-2-2 16,2-1-16,-1 2 15,1-8-15,6-3 16,2-7 0,3-7-16,1-1 15,1-5-15,-2-5 16,2-9-16,-1-8 16,-1-7-16,1-4 15,-1-13-15,3 17 16,-3-17-16,0 0 15</inkml:trace>
  <inkml:trace contextRef="#ctx0" brushRef="#br1" timeOffset="120143.68">13515 3386 0,'0'0'0,"0"0"0,0 0 16,2-3-16,-2 3 16,0 0-16,13-14 15,12-7 1,23-9-16,10 0 16,-4 8-16,2 7 15,4 1-15,2 5 16,1 6-16,-5 4 15,2 6-15,-7 7 16,-3 5-16,-7 1 16,-6 3-1,-4 5-15,-6 0 16,-5 1-16,-8-2 16,-5 1-16,-4 5 15,-10 5-15,-10 9 16,-12 9-16,-19 9 15,-8 0-15,-11 3 16,-7-3-16,-3 0 16,-6 1-16,4-8 15,3-4 1,6-9-16,9-7 16,10-10-16,13-9 15,11-7-15,9-5 16,16-7-16,-20 7 15,20-7-15,0 0 16,0 0-16,0 0 16,-16 0-16,16 0 15,0 0 1,0 0-16,0 0 16,0 0-16,0 0 15,0 0-15,0 0 16,0 0-16,0 0 15,0 0-15,0 0 16,30 30-16,1 3 16,5 6-16,5 5 15,0 0-15,7 3 16,1 1 0,2 0-16,7 2 15,-3-5-15,1 1 16,5-1-16,-5-4 15,-1-2-15,-5-2 16,-3-5-16,-4-1 16,-7-6-16,-5-3 15,-8-7-15,-7-5 16,-16-10 0,21 14-16,-21-14 15,0 0-15,0 0 16,14 10-16,-14-10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</inkml:trace>
  <inkml:trace contextRef="#ctx0" brushRef="#br1" timeOffset="120860.49">14896 4329 0,'0'0'0,"0"0"16,0 0-16,0 0 15,0 0-15,0 0 16,6 4-16,9 4 15,22 5-15,16-2 16,10-3-16,9 0 16,3-3-16,2-3 15,5-3-15,-2-2 16,4 2 0,-4 0-16,-6 1 15,-3 0-15,-3 0 16,-7 0-16,-10 0 15,-8 0-15,-11 0 16,-7 0-16,-9 0 16,-16 0-16,19 0 15,-19 0-15,0 0 16,0 0-16,0 0 16,0 0-1,0 0-15,0 0 16,0 0-16,0 0 15</inkml:trace>
  <inkml:trace contextRef="#ctx0" brushRef="#br1" timeOffset="121426.7">15483 3917 0,'0'0'0,"0"0"0,0 0 15,0 0-15,0 0 16,0 0-16,0 0 16,6 1-1,16 5-15,22 5 16,7 5-16,4 2 15,1 1-15,5 3 16,2 1-16,3-1 16,-1 1-16,-5 1 15,-4-1-15,-7 1 16,-5 0-16,-8 2 16,-8-3-1,-9-5-15,-7-3 16,-4-6-16,-3 1 15,-5-10-15,4 20 16,-4-20-16,0 17 16,-14 9-16,-20 20 15,-22 15-15,-3 0 16,1-7-16,-1 2 16,1 0-16,-1-4 15,2-3 1,4-3-16,0-1 15,6-7-15,4-3 16,6-4-16,5-6 16,4-2-16,4-5 15,8-5-15</inkml:trace>
  <inkml:trace contextRef="#ctx0" brushRef="#br1" timeOffset="121813.43">16795 3802 0,'0'0'0,"0"0"0,0 0 15,0 3-15,0 12 16,0 27-16,0 30 16,-3 12-1,-2 5-15,-3 1 16,1 0-16,-3-6 15,3-6-15,0-5 16,1-4-16,-1-8 16,2-7-16,3-7 15,0-12-15,0-5 16,-2-9-16</inkml:trace>
  <inkml:trace contextRef="#ctx0" brushRef="#br1" timeOffset="122243.71">16852 3510 0,'0'0'0,"0"0"0,2 5 15,6 11-15,10 16 16,8 16-16,4 6 16,-1 4-1,1 2-15,-2 0 0,-1 3 16,-1-7-1,-2-1-15,-4-11 16,-1-1-16,3 2 16,3-6-16,2-2 15,-3-5-15,0-2 16,1-2-16,-4-2 16,1-2-1,-5-6-15,-3-2 16,-1-4-16,-13-12 15</inkml:trace>
  <inkml:trace contextRef="#ctx0" brushRef="#br1" timeOffset="122560.93">17779 3570 0,'0'0'0,"0"0"0,0 0 16,-4 7-16,-17 22 15,-21 28-15,-11 12 16,9-4-1,3 0-15,2-2 16,6 0-16,4-9 16,3 0-16,3-3 15,2-1-15,2 0 16,5 3-16,2-5 16,5-12-16</inkml:trace>
  <inkml:trace contextRef="#ctx0" brushRef="#br1" timeOffset="122960.83">17881 3621 0,'0'0'0,"0"0"0,0 0 16,0 0-16,-2 9 15,0 15-15,-3 23 16,0 16-16,-3 6 16,0 2-16,-1 2 15,1-2 1,-3 1-16,6-1 15,3-1-15,4-6 16,4-2-16,4-5 16,0-7-16,0-3 15,1-5-15,-4-6 16,2-6-16,-2-6 16,-1-4-16,-1-5 15,-3-5-15</inkml:trace>
  <inkml:trace contextRef="#ctx0" brushRef="#br1" timeOffset="123443.98">18544 3742 0,'0'0'0,"0"0"0,-4 7 16,-9 21-16,-13 32 16,-6 13-16,-1 5 15,1-3-15,1 1 16,2-6-1,4-1-15,6-9 16,5-5-16,4-9 16,3-2-16,4 0 15,3-1-15,3 3 16,6-4-16,0-6 16,3-6-16,3-3 15,7-4-15,10-3 16,11-3-16,7-4 15,5-4 1,4-8-16,10-2 16,-2-4-16,-2-3 15,-8 1-15,-10-1 16,-7 3-16,-4-1 16,-4 3-16,-2-1 15</inkml:trace>
  <inkml:trace contextRef="#ctx0" brushRef="#br1" timeOffset="123860.59">18959 4231 0,'0'0'0,"0"0"16,0 0-16,9 0 16,18 0-16,25-1 15,6-2-15,4-1 16,7 2-16,3-1 15,1 1-15,-2-1 16,0 0 0,-1 1-16,2-1 15,-2 3-15,-6 1 16,-2 3-16,-1 2 16,-10-1-16,-9-1 15,-7-2 1,-6 1-16,-4-2 0,-2 0 15,-23-1-15</inkml:trace>
  <inkml:trace contextRef="#ctx0" brushRef="#br1" timeOffset="124226.8">19710 4006 0,'0'0'0,"4"3"15,-4-3-15,37 25 16,5 4-16,14 4 15,-1 0 1,2-2-16,-8-3 16,-1-2-16,-4-1 15,-8-2-15,-5 0 16,-9 1-16,-10 5 16,-9 6-16,-20 15 15,-36 21-15,-58 31 16,-41 15-16,-39 3 15</inkml:trace>
  <inkml:trace contextRef="#ctx0" brushRef="#br1" timeOffset="127726.74">14048 2938 0,'0'0'0,"0"0"0,0 0 15,-3-6-15,3 6 16,-7-15-16,0 3 16,4-13-1,3-16-15,5-9 0,8-11 16,8-10 0,8-8-16,7-10 15,2-4-15,2-2 16,6-2-16,4 6 15,8-4-15,3 1 16,3 1-16,-2 4 16,0 4-16,-6 6 15,1-2-15,-4 4 16,2 1 0,-6 5-16,-5 8 15,-2 6-15,-6 7 16,-2 2-16,-7 9 15,-4 8-15,-6 5 16,-5 8-16,-5 5 16,-1 2-16,-6 11 15,7-12-15,-7 12 16,0 0 0,0 0-16,7-11 15,-7 11-15,0 0 16,0 0-16,0 0 15</inkml:trace>
  <inkml:trace contextRef="#ctx0" brushRef="#br1" timeOffset="128392.89">14651 736 0,'0'0'0,"0"0"0,0 0 15,0 0-15,7 2 16,-7-2-16,28 7 15,0-1-15,6 4 16,8 0-16,2-2 16,1-1-16,3-2 15,-2 0-15,1 0 16,-4-1 0,-1 0-16,-5 1 15,-4 1-15,-5 1 16,-3 3-16,-5 1 15,-3 0-15,-4-1 16,-3 1-16,-10-11 16,12 17-16,-12-17 15,7 16-15,-7-16 16,3 10 0,-3-10-16,2 14 15,0 0-15,-2 10 16,-4 13-16,-4 7 15,-5 3-15,-2-2 16,-1-1-16,0 0 16,-1-3-16,2 0 15,1-5-15,1-5 16,2-3-16,3-4 16,-1-3-16,2-4 15,1-1 1,2-3-16,0-1 15,-3-1-15,4 3 16</inkml:trace>
  <inkml:trace contextRef="#ctx0" brushRef="#br1" timeOffset="130226.99">16068 755 0,'0'0'0,"0"0"16,0 0-16,0 0 15,-3 12 1,-1 17-16,-8 24 15,-2 15-15,-4 9 16,-6-1-16,-2-8 16,0-6-16,3-5 15,1-2-15,2-5 16,2-6-16,2-7 16,5-9-16,2-6 15</inkml:trace>
  <inkml:trace contextRef="#ctx0" brushRef="#br1" timeOffset="130559.53">16029 837 0,'0'0'0,"0"0"16,0 0-1,0 0-15,5-6 16,9-5-16,7-4 16,3 4-16,-3 8 15,-1 4-15,0 12 16,-2 9-16,1 23 16,0 22-1,-8 12-15,-2 8 0,-7-2 16,0-1-1,-2-8-15,-2-13 16,2-14-16,0-10 16,0-10-16,0-7 15,0-8-15,0-14 16,0 14-16,0-14 16</inkml:trace>
  <inkml:trace contextRef="#ctx0" brushRef="#br1" timeOffset="130794.41">15927 1379 0,'0'0'0,"0"0"16,0 0-16,0 0 15,0 0-15,0 0 16,0 0-1,0 0-15,8-5 16,14-4-16,23-11 16,9-3-16,-2 1 15,-2 1-15,2 2 16,0-2-16</inkml:trace>
  <inkml:trace contextRef="#ctx0" brushRef="#br1" timeOffset="131426.4">16875 961 0,'0'0'0,"0"0"0,0 0 0,0 0 15,0 0-15,0 0 16,0 0-16,0 0 15,0 0 1,0 2-16,0-2 16,0 0-16,-18 18 15,-11 5-15,-9 2 16,4-2-16,5-4 16,1-1-16,2 2 15,5 1-15,3 5 16,4 4-1,4 3-15,7 0 16,6-2-16,6-2 16,6-2-16,5-1 15,0-5-15,1-5 16,-3-5-16,-18-11 16,21 14-16,-21-14 15,0 0-15,0 0 16,17 11-16,-17-11 15,0 26 1,-8 7-16,-9 11 16,-6 4-16,3-3 15,0-1-15,4-7 16,3-6-16,3-2 16,9-4-16,2-1 15,9-3-15,10 2 16,8-5-16,7-1 15,9-7 1,4-8-16,2-4 16,2-7-16,0-4 15,-8-4-15</inkml:trace>
  <inkml:trace contextRef="#ctx0" brushRef="#br1" timeOffset="132059.69">17172 1604 0,'0'0'0,"0"0"0,0 0 15,6 1-15,9 3 16,15 3-16,8 3 15,4 3-15,4-2 16,1 0 0,-2-3-16,-4 0 15,-3-3-15,-7-1 16,-3-2-16,-6 0 16,-4-2-16,-18 0 15,20-2-15,-20 2 16,0 0-16,0 0 15,0 0-15,0 0 16,0 0-16,0 0 16,0 0-1,-8-19-15,-22 2 16,1 4-16,7 2 16,-1 2-16,-1 1 15,0 2-15,6 2 16,18 4-16,0 0 15,-18-5-15,18 5 16,0 0 0,0 0-16,12 15 15,13 7-15,12 6 16,3-1-16,-1-1 16,-7-5-16,-4-3 15,-8-3-15,-4-4 16,-16-11-16,16 17 15,-16-17-15,9 14 16,-9-14 0,-7 27-16,-7 2 15,-10 4-15,5-8 16,5-11-16,2-4 16</inkml:trace>
  <inkml:trace contextRef="#ctx0" brushRef="#br1" timeOffset="132443.7">18154 1421 0,'0'0'0,"0"0"15,-11 11-15,-27 25 16,-24 19-16,0 1 16,9-7-1,9-3-15,9-1 16,6-2-16,9-9 16,6-3-16,5-4 15,4-1-15,4 2 16,7 0-16,7 2 15,7 0-15,14 1 16,14-7 0,4-3-16,7-8 15,2-10-15,-3-8 16,-4-7-16,0-10 16,-2-13-16</inkml:trace>
  <inkml:trace contextRef="#ctx0" brushRef="#br1" timeOffset="133293.58">18422 1756 0,'0'0'0,"0"0"16,0 0-16,0 0 15,0 3-15,0-3 16,-4 32-16,-1 4 15,-3 11-15,-1 7 16,-2 3 0,1-2-16,0-4 15,-1-3-15,3-10 16,1-3-16,2-6 16,-1-8-16,3-6 15,3-15-15,-2 12 16,2-12-16,0 0 15,0 0 1,0-34-16,11-33 16,16-49-1,4-5 1,-1 12-16,-8 36 16,-10 38-16,-5 15 15,-1 4-15,1-1 16,9-5-16,7-4 15,2 4-15,-5 5 16,-7 6 0,-13 11-16,16-12 15,-16 12-15,0 0 16,0 0-16,16-7 16,-16 7-16,0 0 15,21 28-15,-9 6 16,-9 12-16,-14 7 15,-9 3-15,-15 2 16,-6-3 0,-3-5-16,4-10 15,10-14-15,7-7 16,9-9-16,14-10 16,-15 10-16,15-10 15,0 0-15,0 0 16,0 0-16,0 0 15,12 16-15,19-3 16,9 4-16,3-1 16,-4-1-1,-3-1-15,5 2 16,0-1-16,-4-1 16,-5-2-16,-10-3 15,-6-1-15,1 1 16,-17-9-16,22 13 15,-22-13-15,16 11 16,-16-11-16,0 0 16,13 12-1,-13-12-15,0 0 16,0 0-16</inkml:trace>
  <inkml:trace contextRef="#ctx0" brushRef="#br1" timeOffset="134627.03">17909 2339 0,'0'0'0,"0"0"0,0 0 0,0 0 16,0 0-16,0 0 15,0 0-15,0 5 16,-1 8-16,-1 18 16,-3 11-16,3 10 15,-2 4 1,1 4-16,-1 5 16,0 3-16,1 4 15,-1 2-15,1-4 16,-2-1-16,3-7 15,0-4-15,-1-6 16,0-5-16,2-6 16,-1-8-1,1-7-15,1-7 16,0-4-16,0-3 16,0-2-16,0-10 15,0 13-15,0-13 16,0 0-16,1 11 15,-1-11-15,0 0 16,0 0-16,0 0 16,0 0-16,0 0 15,0 0-15,0 0 16,0 0 0,0 0-16,-14-16 15,-8-9-15,-12-9 16,2 1-16,1 0 15,2 4-15,1 0 16,1 2-16,-1 1 16,3-1-16,2 6 15,4 2 1,4 1-16,3 4 16,1-1-16,4 1 15,0 3-15,7 11 16,-6-16-16,6 16 15,0 0-15,-4-12 16,4 12-16,0 0 16,0 0-16,0 0 15,0 0 1,0 0-16,0 0 16,18 19-16,-2 5 15,2 7-15,-1 1 16,0 1-16,-2-4 15,-2-5-15,0 0 16,-2-5-16,-3-1 16,5 1-16,4-1 15,6 0 1,4-3-16,6-6 16,8-8-16,4-9 15,7-6-15,-2-8 16,0-4-16,3-6 15,-2-6-15,0-2 16,-6-2-16,-3-4 16,-5 3-16,-6 1 15,-6 7 1,-5 6-16,-6 2 16,-1 5-16,-1-4 15,-1 3-15,-4 4 16,-2 5-16,-3 4 15,-2 10-15,3-17 16,-3 17-16</inkml:trace>
  <inkml:trace contextRef="#ctx0" brushRef="#br1" timeOffset="136446.98">20658 3561 0,'0'0'0,"0"0"16,0 0-16,0 0 16,8 3-1,21 6-15,37 3 16,26-7-16,3-6 15,2-5-15,-1-2 16,-9-3-16,-1-2 16,-17 1-16,-5 4 15,-10-1-15,-10 2 16,-7 2 0,-10 1-16,-4 1 0,-7 3 15</inkml:trace>
  <inkml:trace contextRef="#ctx0" brushRef="#br1" timeOffset="136727.08">21280 3499 0,'0'0'0,"0"0"16,0 4-16,-3 11 15,-2 26-15,-1 18 16,-3 17-16,-1 11 16,3-6-16,0 22 15,4-26-15,3 6 16,2 21-16,3-9 16,1 34-1,5 3-15,5 10 16,2 5-16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15:10.54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7427 9951 0,'0'0'0,"0"0"0,-4 0 0,4 0 15,-15-12-15,15 12 16,-29-19-16,13 10 15,16 9-15,-28-15 16,28 15-16,-23-5 16,23 5-16,-18-1 15,18 1 1,0 0-16,-21 3 16,14 11-16,-6 18 15,-2 25-15,3 7 16,7 5-16,6 7 15,5 3-15,5 2 16,4 4-16,3-5 16,4-4-16,7-10 15,4-19-15,4-8 16,2-9 0,-3-10-16,0-7 15,7-6-15,7-11 16,4-8-16,0-15 15,-3-15-15,-6-9 16,-8-12-16,-5-6 16,-6-11-16,-6-6 15,-8-7-15,-8-1 16,-11 5 0,-10 1-16,-5 9 15,-15 9-15,-12 10 16,-15 10-16,-10 8 15,-16 17-15,-14 26 16,-21 36-16</inkml:trace>
  <inkml:trace contextRef="#ctx0" brushRef="#br0" timeOffset="25133.12">6433 5278 0,'0'0'0,"0"0"0,0 0 0,0 0 15,8-3-15,18-4 16,35-12-16,20-5 15,0 0-15,7-1 16,0 0-16,9-5 16,1 2-16,-4 1 15,-3 0-15,-9 8 16,-8 4-16,-8 10 16,-6 9-1,-3 8-15,-7 5 16,-5 4-16,0 3 15,-5 2-15,-1 4 16,-4 5-16,-2 5 16,0 10-16,-1 1 15,-3 4-15,1 9 16,-4 3-16,-1 8 16,-2 8-1,-5 3-15,0 7 16,-3 2-16,1 8 15,-4 0-15,-2 3 16,-2 2-16,-1 1 16,-1 6-16,1 1 15,-2 4-15,1-3 16,0 3-16,2 1 16,3 0-1,2 0-15,1-1 16,0-8-16,0 10 15,1-8-15,-3-5 16,3 8-16,-3-8 16,1 4-16,1 5 15,-1-4-15,-2 6 16,0 0-16,-3-5 16,1 2-16,-6-1 15,1-3 1,-2-4-16,-1-8 15,-1-7-15,0 0 16,0-4-16,0-1 16,0-5-16,0-8 15,0-6-15,3-5 16,0-2-16,2-5 16,1-8-1,-2-4-15,3-8 16,-3-5-16,1-4 15,0-1-15,-1-2 16,1 0-16,-1-6 16,-2-6-16,0-3 15,-2-11-15,3 15 16,-3-15-16,0 10 16,0-10-16,0 0 15,0 0 1,-4 10-16,4-10 15,0 0-15,0 0 16,0 0-16,0 0 16,-27 10-16,-6-4 15,-21 10-15,2 5 16,12-4-16,8-2 16,-1-1-16,-4 3 15,-2 1 1,1-1-16,0-1 15,3-1-15,2 1 16,0-3-16,-1 0 16,3-2-16,-3-1 15,-2 1-15,-1-1 16,-4 1-16,0 1 16,-4 0-1,1-1-15,1 0 16,-5 3-16,-1-2 15,-5 3-15,0 0 16,7 1-16,1 0 16,1-2-16,0 0 15,3 1-15,-2-2 16,0 2-16,-1-2 16,2-2-1,1 0-15,5-3 16,2-1-16,3-1 15,1-3-15,1-2 16,4-3-16,0-6 16,0-5-16,1-9 15,-2-15-15,1-12 16,3-14-16,3-8 16,5-8-16,2-9 15,3-1 1,2 1-16,1-6 15,-1-3-15,-1-8 16,2-3-16,0 3 16,0 0-16,0-3 15,0 9-15,0-8 16,-3 5 0,-3 1-16,-4 1 15,-3-4-15,-3-3 16,2 8-16,-1 0 15,0 1-15,2 4 16,-1 3-16,1-5 16,0 5-16,-1 0 15,0-6-15,2 5 16,-2-3-16,4-1 16,1 1-1,2-2-15,3 1 16,2 0-16,2 3 15,4-2-15,2-2 16,2-2-16,2 2 16,3 2-16,1 4 15,1 1-15,1 0 16,0 3-16,-1 5 16,2 0-16,-2 5 15,0 5 1,1 6-16,-2 7 15,0-3-15,0-1 16,0 1-16,-1 7 16,-2 9-16,1 5 15,-1 4-15,-1 7 16,-1 1-16,0 3 16,0 0-16,2 2 15,-3 2 1,0 2-16,-1 4 15,0 3-15,0 0 16,0 1-16,0 0 16,0 2-16,0 0 15,0 10-15,0-19 16,0 9-16,0 1 16,0-2-16,0-1 15,0-2-15,1-1 16,2-4-1,0-1-15,5 1 16,0-4-16,2 1 16,-1-2-16,0 7 15,-2-1-15,-1 4 16,-2 3-16,-4 11 16,8-17-16,-8 17 15,4-9-15,-4 9 16,0 0-1,0 0-15,0 0 16,3-11-16,-3 11 16,0 0-16</inkml:trace>
  <inkml:trace contextRef="#ctx0" brushRef="#br0" timeOffset="34167.98">5577 4460 0,'0'0'0,"0"0"0,0 0 0,-4-2 0,4 2 16,0 0-16,0 0 15,-17-14 1,1 6-16,-20 1 16,-18 4-16,-9 8 15,2 3-15,4 2 16,5 3-16,5 2 16,10 1-16,8 0 15,5 1-15,7-1 16,5 3-1,4 4-15,8 1 16,5 1-16,7-2 16,5-4-16,4-1 15,-1-6-15,-2-4 16,-18-8-16,23 7 16,-23-7-16,0 0 15,0 0-15,16 0 16,-16 0-16,0 0 15,0 0-15,4 17 16,-16 18 0,-23 35-16,-4 7 15,3-12-15,8-11 16,7-13-16,7-12 16,7-7-16,9 0 15,7 3-15,17 1 16,20-5-16,16-11 15,24-13 1,8-8-16,-3-4 16,-7 0-16,-10 4 15,-15 1-15,-11 7 16</inkml:trace>
  <inkml:trace contextRef="#ctx0" brushRef="#br0" timeOffset="35183.58">8735 4522 0,'0'0'0,"0"0"0,0 0 16,0 0-16,0 0 15,0 0-15,4 9 16,6 11 0,10 23-16,3 8 15,3 5-15,-1 2 16,-5 3-16,-7 1 16,-6-2-16</inkml:trace>
  <inkml:trace contextRef="#ctx0" brushRef="#br0" timeOffset="35552.19">8611 4468 0,'0'0'0,"0"0"15,0 0-15,0 0 16,14-4-16,31-5 16,31 3-1,2 10-15,-2 5 16,1 4-16,-1 3 16,-3 2-16,-10 4 15,-9 3-15,-10 17 16,-11 6-16,-17 12 15,-21 21-15,-33 23 16,-30 16 0,-13 8-16,-6-13 15,7-22-15,10-17 16,4-14-16</inkml:trace>
  <inkml:trace contextRef="#ctx0" brushRef="#br0" timeOffset="42616.67">3177 12390 0,'0'0'0,"0"0"0,0 0 15,0 0-15,0 0 16</inkml:trace>
  <inkml:trace contextRef="#ctx0" brushRef="#br0" timeOffset="45416.21">11205 12633 0,'0'0'0,"0"0"0,0 0 15,0 0-15,0 0 16</inkml:trace>
  <inkml:trace contextRef="#ctx0" brushRef="#br0" timeOffset="52282.83">8645 6050 0,'0'0'0,"0"0"0,0 0 16,0 4-16,0-4 16,0 35-16,4 14 15,6 15-15,4 8 16,3 0-16,3 0 15,-1-2-15,4 4 16,1 0-16,1-4 16,0 0-16,0-5 15,0 0 1,-3-8-16,-2-6 16,-6-15-16,-4-8 15,-3-9-15,0-4 16,-4-4-16,-3-11 15,6 11-15,-6-11 16,0 0-16,0 0 16,0 0-16,0 0 15,18-6 1,1-25-16,12-29 16,-1-13-16,-4-4 15,-4-2-15,-1 3 16,-5 8-16,-1 7 15,-2 8-15,-2 8 16,-2 8-16,-1 4 16,-3 8-1,0 8-15,-4 7 16,-1 10-16,0 0 16,0 0-16,3-10 15,-3 10-15,0 0 16,0 0-16,17 26 15,-2 0-15,4 3 16,4 7-16,0 3 16,2 1-16,-2-4 15,-3-7 1,-1-7-16,-4-7 16,-1-2-16,0-3 15,-14-10-15,31 11 16,-10-13-16,5-10 15,3-15-15,2-13 16,-3-13-16,1-15 16,-4-19-1,-3-11-15,-2-9 16,-6-1-16,-1 7 16,-6 1-16,-2 16 15,-3 15-15,0 14 16,0 14-16,-2 11 15,2 9-15,-2 8 16,0 13-16,0 0 16,0-9-16,0 9 15</inkml:trace>
  <inkml:trace contextRef="#ctx0" brushRef="#br0" timeOffset="54866.4">10145 6823 0,'0'0'0,"0"0"16,0 0-16,-6-1 16,6 1-1,0 0-15,-24-3 16,24 3-16,-15-3 15,15 3-15,0 0 16,0 0-16,-19 0 16,19 0-16,-22 20 15,6 8-15,5 15 16,2-1 0,6-2-16,2-8 15,4-3-15,4-3 16,2-3-16,3-3 15,-5-7-15,-7-13 16,17 16-16,-17-16 16,28-4-16,-4-11 15,4-19-15,-3-15 16,1-12-16,-5-12 16,-2-2-16,-6-3 15,-6-2 1,-1 6-16,-1 6 15,-3 8-15,-2 8 16,0 5-16,0 5 16,0 4-16,0 6 15,0 8-15,0 7 16,0 6-16,0 11 16,0-13-16,0 13 15,0 0 1,0 0-16,0 0 15,0 0-15,0 0 16,-16 53-16,4 25 16,2 2-16,5 11 15,2-4-15,6-6 16,4-4-16,6-4 16,8-1-16,12-8 15,19-7 1,15-17-16,25-18 15</inkml:trace>
  <inkml:trace contextRef="#ctx0" brushRef="#br0" timeOffset="56599.65">4542 7099 0,'0'0'0,"0"0"0,0 0 15,0 0-15,0 2 16,0-2-1,12 38-15,4 13 16,3 17-16,3 4 16,-4 2-16,-3 5 15,-6-3-15,-2-2 16,-3-15-16,0-10 16,-1-10-16,0-8 15,-3-6-15,2-7 16,-2-6-1,0-12-15,0 14 16,0-14-16,0 0 16,0 0-16,0 0 15,0 0-15,0 0 16,0 0-16,7-22 16,5-23-16,1-18 15,-3 7 1,-5 10-16,-3 13 15,0 9-15,-1 9 16,-1 4-16,0 11 16,0-11-16,0 11 15,0 0-15,0 0 16,0 0-16,0 0 16,0 0-16,35 36 15,-2 14-15,0 17 16,5 11-16,-5-3 15,1-1 1,-4-7-16,0-11 31,-3-14-31,-8-15 16,-3-11-16,-16-16 16,21 1-16,-2-23 15,2-31-15,3-26 16,-5-13-16,-7-4 15,-1-18 1,-2-7-16,0-3 16,-2 23-16,-1 13 15,-1 8-15,-1 11 16,-1 8-16,0 9 16,-1 17-16,-1 8 15,0 12-15,-1 15 16,0-13-16,0 13 15,0 0 1</inkml:trace>
  <inkml:trace contextRef="#ctx0" brushRef="#br0" timeOffset="57216.07">5501 8411 0,'0'0'0,"0"0"0,0 0 0,10-5 15,-10 5-15,26-13 16,-26 13-16,29-16 16,-11 8-16,1 0 15,6-3-15,-1-9 16,1-9-1,-4-2-15,-1-5 0,-7-2 16,-6-3 0,-3-15-16,-4-6 15,-3-1-15,-4 5 16,-5 13-16,-4 8 16,3 7-16,-5 11 15,2 9-15,-3 7 16,-4 10-16,-4 10 15,-2 19-15,-1 26 16,5 14 0,12 32-16,2 2 15,8-4-15,5-1 16,25-9 0,26-11-1,11-29-15,17-28 16,-5-36-16</inkml:trace>
  <inkml:trace contextRef="#ctx0" brushRef="#br0" timeOffset="71115.75">12975 12376 0,'0'0'0,"0"0"0,0 0 0,0 0 16,0 0-16,0 0 16,-3 3-16,3-3 15,-5 10-15,2 1 16,-3 5-1,-2 3-15,-1 8 16,-2 6-16,-4 6 16,0 4-16,0 0 15,-1 0-15,0-2 16,-1-2-16,1-3 16,-2 1-16,2-4 15,2-2-15,1-2 16,2-5-1,4-5-15,0-5 16,3-4-16,4-10 16,-3 10-16,3-10 15,0 0-15,0 0 16,0 0-16,-6 11 16,6-11-16,0 0 15,0 0 1,22 17-16,-3-5 15,10 0-15,7-3 16,6-3-16,4-3 16,3-2-16,-3-2 15,0-2-15,-6 1 16,-5-1-16,-6 0 16,-6 2-16,-3 0 15,-4 1-15,-16 0 16,21 4-16,-21-4 15</inkml:trace>
  <inkml:trace contextRef="#ctx0" brushRef="#br0" timeOffset="71616.1">13537 12808 0,'0'0'0,"0"0"0,0 0 0,0 0 15,0 0-15,-4 0 16,4 0-16,0 0 16,0 0-16,44 4 15,1 0-15,3-2 16,6-2-1,0-2-15,0-2 0,0 2 16,-6-2 0,-3 2-16,-5-1 15,-6 3-15,-2-2 16,-5 0-16,-5 2 16,-4 0-16,-18 0 15,27 0-15,-27 0 16,0 0-16</inkml:trace>
  <inkml:trace contextRef="#ctx0" brushRef="#br0" timeOffset="72032.62">13454 13217 0,'0'0'0,"0"0"16,0 0-16,0 0 15,0 0-15,0 0 16,0 0-16,0 0 15,0 0 1,4 2-16,-4-2 16,32 5-16,2-1 15,11-2-15,8 0 16,8-5-16,4-5 16,3-2-16,-6-1 15,-8 0-15,0 1 16,-6-1-16,-6 2 15,-8 3 1,-9 1-16,-8 1 16,-17 4-16,20-5 15,-20 5 1</inkml:trace>
  <inkml:trace contextRef="#ctx0" brushRef="#br0" timeOffset="73565.89">15670 12909 0,'0'0'0,"0"0"16,5-5-16,6-11 15,15-13-15,7-1 16,6 6-16,-3 5 15,1 4-15,-2 7 16,-6 3 0,-7 7-16,-4 3 15,-4 11-15,-4 13 16,-7 13-16,-11 17 16,-11 3-16,-7 3 15,-1-6-15,1-7 16,4-5-16,2-9 15,4-8-15,5-5 16,3-8-16,3-7 16,5-10-1,0 0-15,0 0 16,0 0-16,0 0 16,38-10-16,-7-12 15,6-10-15,1-4 16,0-2-16,0-4 15,3-3-15,-2-3 16,1 2 0,-5 4-16,-3 7 15,-8 7-15,-4 6 16,-6 7-16,-4 4 16,-10 11-16,9-13 15,-9 13-15,0 0 16,0 0-16,6-10 15,-6 10-15,0 0 16,0 0-16,0 0 16,-13 12-1,-15 25-15,-7 15 16,6-3-16,7-3 16,3-3-16,5 0 15,1-4-15,2 0 16,4-1-16,4-7 15,4-11-15,6-4 16,12-1-16,6-3 16,10-2-16,9-12 15,1-6 1,3-4-16,-4 0 16,-8 0-16,-9 0 15</inkml:trace>
  <inkml:trace contextRef="#ctx0" brushRef="#br0" timeOffset="74100.02">16787 13076 0,'0'0'0,"0"0"15,0 0-15,0 0 16,9-1-16,12-1 15,14-2-15,10-3 16,5-2-16,2 0 16,-4 2-16,-7-1 15,-8 4 1,-6 0-16,-5 2 16,-22 2-16,28 1 15,-28-1-15,21 6 16</inkml:trace>
  <inkml:trace contextRef="#ctx0" brushRef="#br0" timeOffset="74999.2">17492 12980 0,'0'0'0,"0"0"15,0 0-15,0-2 16,0 2-16,0-12 16,0-2-16,4-3 15,5-5-15,7-1 16,4 4-16,4 1 15,7 4-15,1 2 16,4 3-16,-4 5 16,-3 4-16,-6 4 15,-6 9 1,-4 9-16,-3 13 16,-5 8-16,-12 4 15,-14 3-15,-1-1 16,-9 3-16,0-9 15,1-3-15,3-5 16,6-8-16,6-7 16,6-8-1,9-12-15,-12 13 16,12-13-16,0 0 16,0 0-16,23-30 15,6-1-15,7-10 16,5-1-16,0 0 15,-3 0-15,4-1 16,-1 1-16,-3 1 16,-6 4-1,-5 6-15,-5 4 16,-3 3-16,-9 7 16,-2 6-16,-8 11 15,8-15-15,-8 15 16,0 0-16,4-12 15,-4 12-15,0 0 16,-20 13-16,-5 14 16,-5 18-16,2 4 15,4 4 1,4-5-16,6-5 16,0-2-16,3-2 15,3-4-15,0-3 16,6-5-16,3-6 15,2-3-15,5-3 16,-8-15-16,29 13 16,-4-13-16,3-2 15,0-3 1,1-3-16,4-5 16,-2-3-16,-1 1 15,-6 3-15,-8 2 16,-16 10-16,20-12 15,-20 12-15,0 0 16,0 0-16,0 0 16</inkml:trace>
  <inkml:trace contextRef="#ctx0" brushRef="#br0" timeOffset="76383.46">17737 12438 0,'0'0'0,"0"0"0,0 0 0,0 0 15,0 0-15,0 0 16,-4 2-16,-6 9 15,-10 7-15,-3 3 16,2-3-16,-1 3 16,-2 1-16,0 1 15,3-4-15,8-5 16,2-2-16,11-12 16,-14 15-1,14-15-15,0 0 16,0 0-16,0 0 15,17-28-15,1-3 16,-2 5-16,-2 3 16,-1 4-16,-1 3 15,-2 4-15,1-2 16,1 1 0,1 0-16,1 0 15,4 4-15,4 1 16,4 3-16,0 4 15,0 3-15,2 6 16,2 1-16,4 4 16,0 4-16,0 2 15,-1 5-15,-2 0 16,-5-4-16,-7-1 16,-4-3-1,-2-3-15,-13-13 16,16 16-16,-16-16 15,12 13-15,-12-13 16</inkml:trace>
  <inkml:trace contextRef="#ctx0" brushRef="#br0" timeOffset="76834.25">18672 12433 0,'0'0'0,"0"0"0,0 0 16,0 0-16,-1 5 15,1 9-15,-3 24 16,1 32 0,0 8-16,-6 8 15,-5 6-15,-2-3 16,0 1-16,2-10 15,2-11-15,-4-1 16,1-5-16,-2 8 31,-1-2-31,5-4 16,3-2-16,2-15 16,0-6-1,3-10-15,1-13 16,3-19-16</inkml:trace>
  <inkml:trace contextRef="#ctx0" brushRef="#br0" timeOffset="77170.57">19119 12264 0,'0'0'0,"0"0"0,0 0 15,1 2-15,-1-2 16,3 16-16,6 31 16,-7 50-16,-10 18 15,-12 11 1,-4 4-16,-2-2 15,-13 57 1,5-21 0,-1 1-16,8-35 15,15-63-15,3-12 16,3-1-16,5-2 16</inkml:trace>
  <inkml:trace contextRef="#ctx0" brushRef="#br0" timeOffset="77782.5">15734 12500 0,'0'0'0,"0"0"0,0 0 15,1 10-15,2 23 16,-5 48-16,-8 46 16,-4 3-16,-4 25 15,-1-3 1,-11 52-1,4-40 1,-1-31-16,9-45 16,9-51-16,5-11 15,1-10-15,3-6 16</inkml:trace>
  <inkml:trace contextRef="#ctx0" brushRef="#br0" timeOffset="78083">15287 12605 0,'0'0'0,"0"0"16,0 0-16,-5 18 16,-5 42-16,-11 54 15,-1 13-15,4 13 16,4-2-16,6-8 16,9-3-16</inkml:trace>
  <inkml:trace contextRef="#ctx0" brushRef="#br0" timeOffset="78901.19">19485 12394 0,'0'0'0,"0"0"15,4-5-15,11-10 16,17-12-16,10-1 15,2 6 1,-1 6-16,-1 5 16,-1 10-16,-2 8 15,-7 6-15,-4 2 16,-7 2-16,-2 4 16,-7 5-16,-7-1 15,-13 15-15,-14 15 16,-15 22-16,-7-9 15,5-17 1,-12-3 0,-9-6-1,2-6-15,12-11 16,20-14-16,11-4 16,15-7-16,-18 6 15,18-6-15,0 0 16,0 0-16,0 0 15,74-8 1,23-5-16,7-2 16,16 0-16,7 1 15,-6 6-15,14 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17:37.13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10584 4925 0,'0'0'0,"0"0"0,0 0 16,0 0-16,6 4 15,-6-4-15,50 22 16,10-6-16,14-2 16,12-7-1,16-4-15,15-6 0,5-4 16,12-4-1,5-1-15,9-1 16,0 1-16,5 0 16,-3 1-16,-3 3 15,-12 4-15,-13 5 16,-12 3-16,-12 5 16,-12 3-16,-15 2 15,-10-1-15,-9 5 16,-5 1-1,-5 4-15</inkml:trace>
  <inkml:trace contextRef="#ctx0" brushRef="#br0" timeOffset="454.16">14069 5249 0,'0'0'0,"0"0"0,0 0 15,0 0-15,0 0 16,5 0-16,15 0 16,36 0-16,41-2 15,17-5 1,9-3-16,11-2 0,5 1 15,5-1 1,0 1-16,3-1 16,-5 2-16,7 3 15,-8 3-15,2 5 16,7 2-16,-2 2 16,26 1-16</inkml:trace>
  <inkml:trace contextRef="#ctx0" brushRef="#br0" timeOffset="14120.83">12213 9660 0,'-5'14'0,"-5"21"0,-5 13 16,-18 60-16,4-13 15,1 1-15,6-1 16,8-3-16,4-3 16,1 1-1,0-3-15,2 6 16,-1 4-16,2 1 15,-1 6-15,-1 5 16,2 6-16,-2-2 16,2 2-16,2 1 15,3 4-15,2 0 16,4 0-16,3-1 16,4 7-16,5-2 15,0-8 1,2 8-16,0-17 15,20 46 1,18-8 0,2-25-16,0-18 15,-20-43-15,0-4 16,6-4-16,4 0 16,6-6-16,-5-9 15,-1-6 1,-3-5-16,4-8 15,10-5-15,2-8 16,-3-9-16,-1-9 16,-5-6-16,5-4 15,1-9-15,-3-8 16,-4-7-16,-5-7 16,5-11-16,2-16 15,3-13-15,-3-16 16,-11-2-1,-4-7-15,-7-17 16,-5 13-16,-4-11 16,-6 5-16,-4 3 15,-1-12-15,-2-1 16,-2-4-16,-2 0 16,-5 4-16,-7-3 15,-8 9 1,-5-5-16,-4 3 15,1 9-15,-4-6 16,0 10-16,-4-5 16,-4-3-16,1 10 15,1 8-15,0 8 16,1 7-16,2 9 16,-1 2-16,-1 5 15,-3-3-15,0 7 16,1 13-1,-2 3-15,-1 8 16,-2 6-16,-2 8 16,-6 9-16,-7 11 15,-4 4-15,-11 12 16,-4 12-16,-6 9 16,6 10-16,6 3 15,8-757 1,5 1514-16,-1-752 15,-3 12-15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18:34.45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18258 5757 0,'0'0'0,"0"0"0,0 4 0,0-4 15,0 20-15,0-5 16,0 4-16,0-3 15,0 0-15,0-2 16,1-2-16,-1-12 16,3 18-16,-3-18 15,9 16 1,-9-16-16,18 16 16,-2-11-16,9 0 15,9-7-15,11-6 16,11-13-16,13-12 15,13-15-15,8-10 16,-2-6-16,5-1 16,-1-2-1,12-6-15,24-18 16,6-5-16,3 3 16,-28 22-16,-32 21 15,-28 19-15,-18 13 16,-12 7-16,-2 0 15,-17 11-15,23-10 16,-23 10-16,16-8 16,-16 8-16,0 0 15,0 0 1,0 0-16,0 0 16,0 0-16,0 0 15,0 0-15,0 0 16,0 0-16,0 0 15,0 0-15,8 11 16,-8-11-16,-2 9 16,2-9-16,0 0 15,-3 11 1,3-11-16,0 0 16,-3 11-16,3-11 15,0 0-15,0 0 16,-5 10-16,5-10 15,0 0-15,0 0 16,0 0-16,-5 13 16,5-13-1,0 0-15,0 0 0,0 0 16,0 0 0,0 0-16,-7 10 15,7-10-15,0 0 16,0 0-16,0 0 15,0 0-15,0 0 16,0 0-16,0 0 16,0 0-16,0 0 15,0 0 1,0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10-16,0-10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</inkml:trace>
  <inkml:trace contextRef="#ctx0" brushRef="#br0" timeOffset="4635.6">11676 6188 0,'0'0'0,"0"0"0,0 0 16,0 0-16,0 0 15,0 0-15,0 0 16,0 0-16,9-2 15,13-2 1,37-5-16,30-6 16,4 0-16,3 0 15,5-3-15,7 1 16,4 1-16,-2 4 16,-10 11-16</inkml:trace>
  <inkml:trace contextRef="#ctx0" brushRef="#br0" timeOffset="5332.84">11542 5995 0,'0'0'0,"0"0"0,17 1 15,38 3-15,73 0 16,33-13-16,24-8 15,19-4-15,1 0 16,-3-1-16</inkml:trace>
  <inkml:trace contextRef="#ctx0" brushRef="#br0" timeOffset="10465.67">11709 10366 0,'0'0'0,"0"0"0,0 0 16,0 0-16,0 0 16,0 0-16,0 0 15,0 0-15,0 0 16,0 0-1,0 0-15,0 0 16,17 2-16,8-1 16,13 2-16,3 0 15,9-1-15,5 0 16,9 0-16,4 1 16,2 1-1,-1-2-15,-3-2 16,3-1-16,0-2 15,-6-2-15,0-1 16,-2-4-16,-9 0 16,-3 1-16,-9 1 15,-7 1-15,-9 4 16,-8 0-16,-16 3 16,17-2-16,-17 2 15,0 0 1,0 0-16,0 0 15,0 0-15,0 0 16,0 0-16,0 0 16</inkml:trace>
  <inkml:trace contextRef="#ctx0" brushRef="#br0" timeOffset="11165.7">11462 10386 0,'0'0'0,"0"0"0,0 0 0,0 0 16,0 0-16,0 0 16,0 0-16,0-3 15,0 3-15,25-6 16,11 2-16,7 2 16,1 0-16,5 2 15,7 2 1,9-1-16,0 2 0,5-3 15,2 2 1,1-2-16,0 2 16,4 0-16,-3-2 15,4 0-15,-5 0 16,-2-2-16,-8 0 16,-4-2-16,-5 0 15,-11 1-15,-6 1 16,-11 0-16,-7 2 15,-19 0-15,21 0 16,-21 0 0,0 0-16,0 0 15,17 0-15,-17 0 16,0 0-16,0 0 16,0 0-16,0 0 15,0 0-15,0 0 16,0 0-16,0 0 15,0 0 1,0 0-16,0 0 16,0 0-16,0 0 15,0 0-15,0 0 16,0 0-16,0 0 16,0 0-16,0 0 15</inkml:trace>
  <inkml:trace contextRef="#ctx0" brushRef="#br0" timeOffset="12633.22">11471 10314 0,'0'0'0,"0"0"0,0 0 15,0 0-15,0 0 16,0 0 0,0 0-16,0 0 15,8 3-15,12 5 16,13 3-16,10 2 16,3-2-16,2-6 15,4-1-15,6-2 16,4-1-16,1-1 15,5-1 1,5-2-16,-2-1 16,4-1-16,-1-1 15,-2 0-15,0 2 16,-2-3-16,1 2 16,-6 1-16,-4 0 15,1 0-15,-3 0 16,-1 0-16,-8 1 15,-7 1 1,-6 0-16,-11 1 16,-6-1-16,-20 2 15,28 0-15,-28 0 16,18 3-16,-18-3 16,0 0-16,0 0 15,16 6-15,-16-6 16,0 0-1,0 0-15,0 0 16,0 0-16,0 0 16,0 0-16,0 0 15,0 0-15,0 0 16,0 0-16,0 0 16,0 0-16,0 0 15,0 0-15,0 0 16,0 0-16,0 0 15,0 0-15,0 0 16,0 0 0,0 0-16,0 0 15,0 0-15,0 0 16,0 0-16,0 0 16,0 0-16,0 0 15,0 0-15,6 9 16,-6-9-16,0 0 15,0 0 1,0 0-16,0 0 16,0 0-16,0 0 15,0 0-15,0 0 16,0 0-16,5 11 16,-5-11-16,0 0 15,0 0-15,0 0 16,0 0-16,0 0 15,0 0-15,0 0 16,0 0 0,0 0-16,0 0 15,0 0-15,0 0 16,0 0-16,0 11 16,0-11-16,0 0 15,0 0-15,0 0 16,0 0-16,0 0 15,0 0-15,0 0 16,0 0 0,0 0-16,0 0 15,0 0-15,0 0 16,0 0-16,0 0 16,0 0-16,0 0 15,0 0-15,0 0 16,0 0-16,0 0 15,0 0-15,0 0 16,0 0 0,0 10-16,0-10 15,0 0-15,0 0 16,0 0-16,0 0 16,0 0-16,0 0 15,0 0-15,0 0 16,0 0-16,0 0 15,0 0 1,0 0-16,0 0 16,0 0-16,0 0 15,0 0-15,0 0 16,2 11-16,-2-11 16</inkml:trace>
  <inkml:trace contextRef="#ctx0" brushRef="#br0" timeOffset="16582.09">14289 10812 0,'0'0'0,"0"0"0,0 0 16,0 0-16,0 0 15,0 0 1,0 0-16,0 0 16,0 0-16,0 0 15,0 0-15,5 0 16,-5 0-16,0 0 15,17 3-15,3 1 16,3 4-16,9 0 16,4 1-16,-1 0 15,3 0 1,-2-3-16,1-1 16,-2-3-16,-1 1 15,-2 0-15,-1-1 16,0 1-16,-3 0 15,0-1-15,-1-1 16,4 1-16,2-2 16,4-2-16,0 2 15,0 0-15,2 0 16,-3 0 0,0 0-16,1 0 15,-5 0-15,1 0 16,-1 0-16,-2 0 15,-2 0-15,-1 0 16,-3 0-16,1 0 16,-1 0-16,0 0 15,0 0 1,2 0-16,0 0 16,2 0-16,1 0 15,1 0-15,-3 0 16,-6 0-16,1 0 15,-2 0-15,-1 0 16,-1 0-16,-1 0 16,-2 0-16,1 0 15,0 0 1,0 0-16,1 0 16,0-1-16,-3 0 15,3 0-15,1-2 16,0 0-16,3 1 15,-2-1-15,-1 0 16,1 1-16,2-1 16,0 1-16,0 0 15,-2-2-15,0 2 16,4 0 0,-3-1-16,0 0 15,3 1-15,-3-1 16,2 0-16,-1 2 15,5-2-15,-2-1 16,1 2-16,-3-1 16,3 1-16,-2 0 15,0-1 1,-4 0-16,2 1 16,-2-1-16,-3 1 15,-1 0-15,-15 2 16,26-4-16,-26 4 15,19-2-15,-19 2 16,0 0-16,17-4 16,-17 4-16,0 0 15,0 0 1,0 0-16,0 0 16,0 0-16,0 0 15,0 0-15,15-1 16,-15 1-16,0 0 15,0 0-15,0 0 16,0 0-16,0 0 16,0 0-16,0 0 15,0 0-15,0 0 16,0 0 0,0 0-16,0 0 15,0 0-15,0 0 16,0 0-16,0 0 15,0 0-15,0 0 16,0 0-16,0 0 16,0 0-16,0 0 15,0 0 1,0 0-16,0 0 16,0 0-16,0 0 15,0 0-15,0 0 16,0 0-16,0 0 15,0 0-15,0 0 16,0 0-16,0 0 16,0 0-16,0 0 15,0 0 1,0 0-16,2 11 16,-2-11-16,0 0 15,0 0-15,0 0 16,0 0-16,0 0 15,0 0-15,0 0 16,0 0-16,0 0 16,0 0-16,0 0 15,0 0-15,0 9 16,0-9 0,0 0-16,0 0 15,0 0-15,0 0 16,0 0-16,0 0 15,0 0-15,0 0 16,0 0-16,0 0 16,0 0-16,0 10 15,0-10-15,0 0 16,0 0 0,0 0-16,0 0 15,0 0-15,0 0 16,0 0-16,0 0 15,0 0-15,0 0 16,0 0-16,0 0 16,0 0-16,0 12 15,0-12-15,0 0 16,0 0-16,0 0 16,0 0-1,0 0-15,0 0 16,0 0-16,0 0 15,0 0-15,-5 9 16,5-9-16,0 0 16,0 0-16,0 0 15,0 0-15,0 0 16,0 0 0,-4 10-16,4-10 15,0 0-15,0 0 16,0 0-16,0 0 15,0 0-15,0 0 16,-1 11-16,1-11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 0,0 0-16,0 0 0,0 0 15,0 0 1,0 0-16,0 0 15,0 0-15,16 10 16</inkml:trace>
  <inkml:trace contextRef="#ctx0" brushRef="#br0" timeOffset="17767.16">17958 13347 0,'0'0'0,"0"0"0,0 0 15,0 0-15,6 0 16,-6 0-16,25 4 16,6 0-16,12-4 15,7-4-15,16-8 16,2-4-1,4-3-15,4-7 16,-1-1-16,10-5 16,4-3-16,4-1 15,7-3-15,2-2 16,6-4-16,-4-2 16,-4 2-16,-11 3 15,-11 6-15,-12 6 16,-5 2-16,-7 4 15,-6 7 1,-5 11-16,-10 1 16,-2 5-16,-3 5 15,2 1-15,-1 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19:04.40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15208 6383 0,'0'0'0,"0"0"0,0 0 16,0 0-16,0 0 15,0 0-15,0 0 16,0 0-16,11 0 16,11 0-16,17-3 15,32-16-15,36-33 16,35-25 0,33-34-16,6-11 15,-14 6-15,-21 16 16,-22 15-16,-14 13 15</inkml:trace>
  <inkml:trace contextRef="#ctx0" brushRef="#br0" timeOffset="766.52">12996 8268 0,'0'0'0,"0"0"16,0 0-16,7-5 16,45-27-16</inkml:trace>
  <inkml:trace contextRef="#ctx0" brushRef="#br0" timeOffset="4999.91">15195 12896 0,'0'0'0,"0"0"16,0 0-16,6-2 16,13-2-16,17 1 15,10 1 1,4 2-16,5 0 15,7 0-15,2 0 16,5 0-16,-1 1 16,5-1-16,2 1 15,2 0-15,1 0 16,5 0-16,-1 2 16,1 0-16,2 1 15,0-1-15,-1-1 16,3 0-16,-2 0 15,-3 2 1,-2-2-16,0 1 16,-1-1-16,1 0 15,-4 1-15,-1 0 16,-2-2-16,1 3 16,-2-2-16,-4 1 15,-3 1-15,4 0 16,-7 0-16,0 0 15,-6-1-15,-2 2 16,1-1 0,-6-3-16,-8-1 15,-6-1-15,-5 0 16,-5-1-16,-7 1 16,-18 1-16,23-3 15,-23 3-15,0 0 16,15 0-16,-15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0-16,2 12 15,-2-12-15,0 0 16,0 0 0,0 0-16,0 0 15,0 0-15,0 0 16,-10 10-16,10-10 16,0 0-16,0 0 15,0 0-15,-6 12 16,6-12-16,0 0 15,0 0-15,0 0 16,-6 11 0,6-11-16,0 0 15,0 0-15,0 0 16,0 0-16,-7 11 16,7-11-16,0 0 15,0 0-15,0 0 16,0 0-16,0 0 15,0 0-15,-3 11 16,3-11 0,0 0-16,0 0 15,0 0-15,0 0 16,0 0-16,0 0 16,0 0-16,0 0 15,0 0-15,0 0 16,0 0-16,0 0 15,0 0 1,0 0-16,0 0 16,0 0-16,0 0 15,0 0-15,0-757 16,0 1514-16,0-757 16,0 0-16,0 0 15,0 0-15,0 0 16,0 0-16,-18-11 15,11-1-15,-4-7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20:57.08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20662 4169 0,'0'0'0,"0"0"0,0 0 0,0 0 0,0 0 16,3-1-16,14-5 15,26-6-15,29-2 16,-1 1-16,1 5 15,1-3-15,8 1 16,3 0-16,1 4 16,1 3-1,-2 0-15,1 1 16,-1 6-16,-1-1 16,-1 3-16,-5-2 15,2 3-15,-4-1 16,-4 1-16,-6-2 15,-7 0-15,0 1 16,1-1-16,-5-1 16,-2 0-1,-3-1-15,2 0 16,9 1-16,2 0 16,0 0-16,-4 0 15,1-1-15,2 1 16,-3 0-16,-5 0 15,-2-2-15,-6 0 16,0-2-16,0-2 16,-7 1-1,-8 0-15,-8-1 16,-22 2-16,28 0 16,-8 0-16,4 0 15,4 0-15,-7 0 16,-21 0-16,24 0 15,-24 0-15,0 0 16,16 0-16,-16 0 16,0 0-16,0 0 15,0 0 1,0 0-16,0 0 16,0 0-16</inkml:trace>
  <inkml:trace contextRef="#ctx0" brushRef="#br0" timeOffset="78547.2">20761 8078 0,'0'0'0,"0"0"0,0 0 16,0 0-16,0 0 16,0 2-16,0-2 15,2 11-15,3 1 16,-2 8-16,2 0 16,3 8-16,3-4 15,0 1 1,4-1-16,0-5 15,3 1-15,2-4 16,0-1-16,12-3 16,14-6-16,15-8 15,23-21-15,15-14 16,29-25-16,20-21 16,10-16-16,10-11 15,5-5 1,4-2-16,-1 1 15,-11 9-15,-7 7 16,-14 22-16,-15 18 16,-22 12-16,-20 13 15,-19 12-15,-20 10 16,-17 6-16,-31 7 16,24 0-16,-24 0 15,29 13-15</inkml:trace>
  <inkml:trace contextRef="#ctx0" brushRef="#br0" timeOffset="95280.56">12533 8163 0,'0'0'0,"0"0"0,0 0 0,0 0 16,0 0-16,5-1 15,-5 1-15,41-10 16,-3 1-1,11-2-15,4 0 0,7-2 16,3 0 0,2 3-16,1 1 15,2 0-15,0 1 16,-8 1-16,-1 2 16,-8-1-16,-1 0 15,0 2-15,-5-1 16</inkml:trace>
  <inkml:trace contextRef="#ctx0" brushRef="#br0" timeOffset="96147.3">13441 7772 0,'0'0'15,"0"0"-15,0 0 16,0 0-16,0 0 16,0 0-16,0 0 15,13-4-15,9-5 16,5 0-16,5 4 16,4 6-16,5 7 15,4 6 1,4 5-16,-3 5 0,-2 9 15,1 9 1,-2 5-16,0 5 16,0-2-16,0 1 15,-3-4-15,0-9 16,-1-6-16,-2-8 16,-2-5-16,-5-4 15,-6-7-15,-5-6 16,-3-4-16,-16 2 15,28-25-15,-16-1 16,-4-6 0,-5-8-16,-6-4 15,-7 0-15,-6-1 16,-7 3-16,-4 7 16,-1 3-16,-5 8 15,-3 6-15,-4 5 16,-2 5-16,-1 6 15,-3 10 1,-8 10-16,-2 14 16,-7 17-16,0 6 15,8 1-15,4 2 16,3-2-16,5 0 16,2-5-16,1-3 15,9-9-15,3-8 16,7-8-16,4-9 15,3-5-15,14-9 16,-24 9 0,24-9-16,-32-32 15,16-8-15,3-20 16,10-6-16,5 1 16,8 0-16,1 0 15,5 6-15,0 6 16,1 10-16,1 6 15,-2 9-15,0 7 16,-2 5 0,-3 4-16,-11 12 15,20-13-15,-20 13 16,29-4-16,-3 11 16</inkml:trace>
  <inkml:trace contextRef="#ctx0" brushRef="#br0" timeOffset="97797.27">15353 8101 0,'0'0'0,"0"0"0,0 0 16,0 0-1,9-7-15,8-6 16,14-10-16,6-4 16,2 0-16,-4 6 15,5 8-15,-1 1 16,-1 8-16,-1 5 15,1 3-15,4 7 16,-3 2-16,2 5 16,2 5-16,-4 3 15,-1 0 1,-8-5-16,-4-3 16,0 0-16,5 1 15,9-5-15,3-11 16,-1-9-16,-5-7 15,-9-7-15,-4-7 16,-1-9-16,-8-5 16,-3 2-1,-8 5-15,-4 8 16,-5 3-16,-6 3 16,-4 4-16,-11 2 15,-12 6-15,-8 7 16,-11 12-16,-6 13 15,-9 12-15,-2 9 16,3 7-16,6-2 16,3 4-1,4 0-15,-2 4 16,2-2-16,6-7 16,9-8-16,8-8 15,2-6-15,-2-7 16,1-7-16,2-8 15,3-8-15,4-10 16,1-15-16,6-15 16,1-13-1,7-8-15,9 6 16,8 0-16,5 1 16,2 4-16,0 5 15,-1 11-15,1 6 16,3 7-16,-1 6 15</inkml:trace>
  <inkml:trace contextRef="#ctx0" brushRef="#br0" timeOffset="98664.63">13198 7097 0,'0'0'0,"0"0"0,0 0 0,0-4 15,0 4-15,0 0 16,0 0-16,0 0 15,0 0-15,0 0 16,0 0-16,0 0 16,15-13-16,2 0 15,10 0 1,6 0-16,-2 5 16,-4 3-16,0 3 15,0 0-15,2 2 16,1 2-16,-3-1 15</inkml:trace>
  <inkml:trace contextRef="#ctx0" brushRef="#br0" timeOffset="131014.19">13848 6817 0,'0'0'0,"0"0"0,0 0 15,0 0-15,0 0 16,0 0-16,0 0 16,0 3-16,0-3 15,3 22-15,-1 4 16,2 5-16,0 3 16,-1 4-16,-1 2 15,-2 4 1,-1 1-16,-2 3 15,-2 1-15,0 2 16,1-1-16,0-9 16,0-3-16,2-3 15,-1-5-15,2-6 16,1-7-16,0-4 16</inkml:trace>
  <inkml:trace contextRef="#ctx0" brushRef="#br0" timeOffset="132998.31">15598 6811 0,'0'0'0,"0"0"16,0 0-16,0 0 15,-2 5 1,2 12-16,-4 26 16,2 30-16,4 10 15,4 16-15,9 23 16,10 18-16</inkml:trace>
  <inkml:trace contextRef="#ctx0" brushRef="#br0" timeOffset="134430.12">14191 8942 0,'0'0'0,"0"0"0,-5-3 16,5 3-16,-20-7 16,4 0-16,-7 2 15,-6-1-15,-4 4 16,-3 5-16,0 5 15,4 1-15,8-2 16,8 0-16,16-7 16,-21 17-1,7 2-15,-4 15 16,1 5-16,10-4 16,9 0-16,10 0 15,6 4-15,8-3 16,6-8-16,6-7 15,7-5 1,-1-6-16,5-7 16,0-10-16,-1-7 15,0-6-15,-4-6 16,-3-6-16,-4 1 16,-7-1-16,-6-2 15,-9 0-15,-6 0 16,-6 0-16,-8-3 15,-10 2-15,-5 3 16,-11 3 0,-4 4-16,-6 2 15,-3 4-15,0 6 16,0 4-16,3 4 16,11 4-16,10 1 15,20 0-15,-26 2 16,26-2-16</inkml:trace>
  <inkml:trace contextRef="#ctx0" brushRef="#br0" timeOffset="134904.57">15918 8671 0,'0'0'0,"0"0"0,0 0 16,0 0-16,-4 3 16,4-3-1,-4 15-15,-10 18 16,-9 34-16,-5 30 16,4 2-16,5 18 15,1 7-15,4 11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12-08T04:47:41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2143 11073 0,'0'0'0,"225"-27"31</inkml:trace>
  <inkml:trace contextRef="#ctx0" brushRef="#br0" timeOffset="661.33">8572 10901 0,'80'-40'31,"-54"40"-15,14-13-16,0 0 16,-1-14-1</inkml:trace>
  <inkml:trace contextRef="#ctx0" brushRef="#br0" timeOffset="1877.14">9459 4445 0,'0'0'0,"40"-66"15,-14 26 17,-132 106-17</inkml:trace>
  <inkml:trace contextRef="#ctx0" brushRef="#br0" timeOffset="2059.93">9604 4723 0,'0'0'0</inkml:trace>
  <inkml:trace contextRef="#ctx0" brushRef="#br0" timeOffset="2193.81">9512 4710 0,'0'0'0,"-66"0"16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23:20.55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18769 4212 0,'0'0'0,"0"0"0,0 0 15,5 1-15,-5-1 16,22 9-16,5 0 16,10 0-16,4 0 15,6 1 1,3-1-16,2-3 16,1 1-16,4-1 15,6-3-15,-1 1 16,4-4-16,3 2 15,3-1-15,5 0 16,5 1-16,4-1 16,6 1-1,1-1-15,1 0 0,-1-2 16,5-2 0,-4 0-16,8 1 15,2-2-15,2 1 16,2 1-16,1-4 15,2 3-15,5-1 16,1-1-16,4 0 16,1 0-16,5 2 15,-2-1-15,3-1 16,4 2 0,-4-1-16,9 0 15,-2 0-15,6 1 16,-2-1-16,4 0 15,0-1-15,4 2 16,4-1-16,1 3 16,0 3-16,-8 11 15</inkml:trace>
  <inkml:trace contextRef="#ctx0" brushRef="#br0" timeOffset="45832.13">20957 8125 0,'0'0'0,"0"0"0,0 0 15,0 0-15,0 0 16,0 0-16,0 2 15,0-2-15,0 0 16,0 0-16,0 0 16,0 0-16,0 0 15,0 0 1,0 0-16,0 0 16,9 13-16,-9-13 15,16 19-15,-3-7 16,4 7-16,-2-1 15,3 1 1,0-1-16,-3-3 0,1-3 16,-4-1-1,-12-11-15,23 13 16,-23-13-16,20 8 16,-20-8-16,31 3 15,-7-3-15,11-2 16,11-5-16,16-8 15,9-5-15,5-7 16,1-9-16,-1 0 16,-8 1-16,-5 4 15,-3 1 1,-3 2-16,3-1 16,2-3-16,6-1 15,4-4-15,10-4 16,0 0-16,-4 5 15,-5 3-15,-12 8 16,-6 2-16,-6 5 16,-10 5-1,-10 4-15,-8 4 16,-6 4-16,-15 1 16,20 0-16,-20 0 15,0 0-15,0 0 16,15 6-16,-15-6 15,30 9-15</inkml:trace>
  <inkml:trace contextRef="#ctx0" brushRef="#br0" timeOffset="47395.33">11753 8355 0,'0'0'0,"0"0"0,5 1 16,-5-1 0,26 9-16,11-1 15,8-2-15,4-3 16,-1 1-16,-3 0 15,3 0-15,-2-1 16,-3 3-16,-4-3 16,-3-1-16,-3 1 15,0 0-15,-5 3 16,-1 1-16</inkml:trace>
  <inkml:trace contextRef="#ctx0" brushRef="#br0" timeOffset="48294.46">12515 8117 0,'0'0'0,"0"0"0,0 0 16,5 0-16,-5 0 16,37 0-16,9 0 15,8 0-15,0 0 16,-3 4 0,1 2-16,-4 7 15,-3 3-15,-5 7 16,-3 7-16,-2 6 15,-2 3-15,-1 0 16,-1 0-16,1 2 16,-3-5-16,0-3 15,-1-6-15,1-6 16,-1-2 0,0-6-16,-1-6 0,0-5 15,0-6 1,0-8-16,0-5 15,-4-5-15,-6-3 16,-4-2-16,-5-3 16,-5-4-16,-3 0 15,-5 2-15,-7 1 16,-2 1-16,-7 2 16,-3 1-1,-4 3-15,-2 7 16,-3 1-16,-7 5 15,-6 7-15,-3 8 16,-1 5-16,2 2 16,3 3-16,-3 7 15,0 6-15,0 7 16,0 1-16,4-2 16,5-1-1,8-4-15,3-6 16,8-5-16,5-5 15,1 0-15,-1-1 16,0 1-16,0-4 16,15-8-16,-27 9 15,27-9-15,-31 4 16,12-6-16,-3-1 16,1-4-1,1-2-15,2-2 16,2 3-16,16 8 15,-24-16-15,24 16 16,-16-15-16,16 15 16,0 0-16,0 0 15,0 0-15,0 0 16,2-12-16,21 0 16</inkml:trace>
  <inkml:trace contextRef="#ctx0" brushRef="#br0" timeOffset="49444.22">15148 8462 0,'0'0'0,"0"0"0,2-4 16,-2 4-16,18-29 16,10-4-16,10-3 15,8-2 1,2 3-16,0 5 15,-1 8-15,2 3 16,10 3-16,-10 6 16,1 3-16,-5 7 15,3 4-15,-1 7 16,3 8-16,-5 5 16,-3 4-16,-1 5 15,0 2-15,-3 0 16,-3-2-1,0 0-15,5-1 16,-2-11-16,1-6 16,-7-5-16,-2-6 15,-3-1-15,-1-5 16,-1-1-16,2-6 16,-2-6-16,-4-9 15,0-7 1,-4 0-16,-5-1 15,-4-3-15,-10-4 16,-9-3-16,-7 0 16,-5 7-16,-4 5 15,-7 3-15,-6 6 16,-14 4-16,-6 9 16,-1 6-16,-1 8 15,-1 3 1,-3 4-16,-2 6 15,5 5-15,1 2 16,6 6-16,-3 4 16,1 4-16,6 0 15,2 4-15,6 0 16,2 1-16,-2 1 16,1 1-16,-2 3 15,5-9-15,4-2 16,4-6-1,2-6-15,-7-5 16,-8-5-16,-3-4 16,5-6-16,4-6 15,8-5-15,6-6 16,1-3-16,3-8 16,4-14-16,5-10 15,9-5-15,11-7 16,2-3-1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25:04.31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18106 7048 0,'0'0'0,"0"0"0,0 0 15,0 0-15,0 2 16,0-2-16,0 0 16,4 16-16,-1 0 15,2 2-15,1 3 16,4 2-16,1 4 15,5-1 1,0 0-16,6-1 16,1-1-16,8-7 15,9-10-15,10-16 16,13-19-16,16-18 16,3-16-16,9-18 15,-2-6-15,3-11 16,0-2-16,-3 6 15,-10 7 1,-5 14-16,4 15 16,7 12-16,1 8 15,-4 11-15</inkml:trace>
  <inkml:trace contextRef="#ctx0" brushRef="#br0" timeOffset="966">19095 8220 0,'0'0'0,"0"0"0,0 0 0,0 0 15,10-3-15,9-2 16,18-6-16,11-2 16,4 0-1,7 0-15,2-2 16,4 0-16,0-1 16,-5 3-16,-1 2 15,-2-1-15,-3 1 16,-4 3-16,-7 3 15,-9 3-15,0 6 16,-6 5 0</inkml:trace>
  <inkml:trace contextRef="#ctx0" brushRef="#br0" timeOffset="39515.99">20776 7668 0,'0'0'0,"0"0"16,0 0-16,0 0 0,12-5 15,15-6-15,29-5 16,18-3 0,15-1-16,6-1 15,-1 2-15,9-4 16,-5 7-16,4 2 16,-1 5-16,-5 2 15,-4 4-15,1 5 16,-6 5-16,-7 3 15,-3 6-15,-10 5 16,-7 4 0,-5 4-16,-7 1 15,-6 0-15,-6 1 16,-8-1-16,-5-2 16,-4 2-16,-2 0 15,-1 7-15,-1 6 16,-5 7-16,-6 3 15,-5 1-15,-5 0 16,-3 3 0,-3 3-16,-1-1 15,-2-3-15,0-11 16,0-3-16,-5 1 16,-2-1-16,-5-1 15,1-3-15,0 0 16,-2-3-16,-1 1 15,-4 3-15,-2-2 16,-4-1 0,-6 5-16,-1-2 15,-2 0-15,0-1 16,2-2-16,0 0 16,1-5-16,3-2 15,2-6-15,6-5 16,2-1-16,-2 1 15,-3 1-15,-3 0 16,6-1-16,8-3 16,9-6-1,0 3-15,-5 4 16,-3 3-16,1 2 16,7-7-16,17-14 15,-17 15-15,17-15 16,0 0-16,-13 10 15,13-10-15,0 0 16,0 0-16,0 0 16,0 0-1,0 0-15,0 0 16,0 0-16,0 0 16,0 0-16,0 0 15,0 0-15,-8-10 16,8-10-16,2-19 15,4-13-15,3-1 16,-2 8 0,2 0-16,-1 2 15,1 5-15,-1 2 16,-2 6-16,-2 8 16,-2 7-16,-1 4 15,-1 11-15,3-12 16,-3 12-16,0 0 15,0 0-15,0 0 16,0 0-16,0 0 16,0 0-1,0 0-15,0 0 16,0 0-16,0 0 16,0 0-16,0 18 15,-8 11-15,-2 14 16,4-11-16,-1 2 15,0-7-15,2 5 16,-3 2-16,2 5 16,-3 2-16,3-6 15,-1-3 1,0-3-16,3-5 16,1-4-16,0-2 15,1-3-15,0-1 16,2-3-16,-1 0 15,1-11-15,-3 18 16,3-18-16,-2 12 16,2-12-1,0 0-15,0 0 16,2 11-16,-2-11 16,21 14-16,9 2 15,12-3-15,11 1 16,14-5-16,7-2 15,5-3-15,0 1 16,4-1-16,-6-1 16,-1 1-16,-5 4 15,-5 6 1,-4 5-16,-11 7 16</inkml:trace>
  <inkml:trace contextRef="#ctx0" brushRef="#br0" timeOffset="44764.98">18013 9903 0,'0'0'0,"0"0"0,0 0 0,0 0 16,0 0-16,0 0 15,0 0-15,9 0 16,19 0-16,25 0 16,11 0-16,6-2 15,0-3-15,-2 0 16,-5-2-16,-9 0 15,-9 3 1,-9 0-16,-4 1 16,-3 6-16,-2 3 15,-6 5-15,-5 2 16</inkml:trace>
  <inkml:trace contextRef="#ctx0" brushRef="#br0" timeOffset="45382.76">19264 9936 0,'0'0'0,"0"0"0,0 0 16,0 0-16,0 0 15,4 3-15,-4-3 16,18 10-16,16 0 15,24-1 1,15-3-16,10-5 16,13-7-16,-3 0 15,7-4-15,-1-2 16,-8 2-16,-2-1 16,-7 2-16,-6 1 15,-10-1-15,-10 4 16,-6 2-16,-8 3 15,-7 2 1,-11 0-16,-3 0 16,-2 0-16,-1 0 15,1 3-15,4 0 16</inkml:trace>
  <inkml:trace contextRef="#ctx0" brushRef="#br0" timeOffset="49882.29">22895 9055 0,'0'0'0,"0"0"0,0 0 0,0 0 16,0 0-16,0 0 15,0 4 1,0-4-16,-7 21 15,0 7-15,-2 5 16,-2 7-16,-1 5 16,0 1-16,2-3 15,2-7-15,1-6 16,-1 0-16,3-2 16,-1-4-16,1-2 15,2-1 1,0-6-16,1-4 15,2-11-15,-2 13 16,2-13-16,0 0 16,0 0-16,0 0 15</inkml:trace>
  <inkml:trace contextRef="#ctx0" brushRef="#br0" timeOffset="50235.82">22826 9059 0,'0'0'0,"0"0"16,0 0-16,-1-3 16,1 3-16,0 0 15,0 0-15,0 0 16,0 0-16,0 0 16,0 0-16,0 0 15,0 0-15,0 0 16,0 0-1,18 27-15,3 7 16,7 5-16,0 1 16,1-1-16,0-3 15,-1-2-15,-2-3 16,-1-1-16,-4-6 16,-4-7-16,-3-2 15,-3-5-15,-11-10 16,12 12-1,-12-12-15,0 0 16,0 0-16,0 0 16,0 0-16,17 7 15</inkml:trace>
  <inkml:trace contextRef="#ctx0" brushRef="#br0" timeOffset="50565.58">23528 8904 0,'0'0'0,"0"0"0,0 0 16,0 0-16,0 2 15,0-2-15,-5 27 16,-12 17-1,-11 15-15,-6 0 16,-3 0-16,1-3 16,-2-2-16,6-6 15,2-4-15,2-6 16,6-8-16,4-5 16,3-4-16,1-4 15,1 0-15,2-3 16,4-2-1,7-12-15</inkml:trace>
  <inkml:trace contextRef="#ctx0" brushRef="#br0" timeOffset="50915.62">23546 8949 0,'0'0'0,"0"0"16,0 0-16,0 0 15,0 0-15,0 0 16,0 0-16,-2 10 16,0 13-16,-3 20 15,0 8-15,2 5 16,2-3-1,1-3-15,1-1 16,2-3-16,2-3 16,4-2-16,-1-1 15,1-5-15,1-5 16,-2-4-16,1-5 16,-1-8-16</inkml:trace>
  <inkml:trace contextRef="#ctx0" brushRef="#br0" timeOffset="51499.27">24196 8927 0,'0'0'0,"0"0"0,0 0 0,0 0 16,0 0-16,0 0 15,0 0-15,0 0 16,0 0-16,-4 0 16,4 0-16,0 0 15,0 0-15,0 0 16,-36 29-1,2 0-15,4-3 16,12-9-16,8-2 16,4 5-16,4 0 15,4 6-15,7 5 16,5 3-16,8 2 16,1-5-16,1-3 15,2-1-15,3-1 16,-2-1-16,-2-5 15,-3 0 1,-4-6-16,-3-1 16,-3-3-16,-3 2 15,-4 6-15,-10 12 16,-12 10-16,-14 9 16,-8-1-16,-6-5 15,-2-7-15,2-5 16,3-5-16,8-7 15,3-8 1,6-3-16,5-4 16,3-10-16</inkml:trace>
  <inkml:trace contextRef="#ctx0" brushRef="#br0" timeOffset="51983.43">24949 8853 0,'0'0'0,"0"0"15,0 0-15,0 0 16,-5 4-1,-19 12-15,-37 23 16,-12 6-16,15-8 16,16-10-16,1-3 15,6 2-15,5-5 16,7-4-16,9-1 16,7 1-16,7 3 15,4 1-15,10-1 16,9 3-16,12-1 15,7-1 1,1-6-16,-5-1 16,-7-4-16,-6-1 15,-7 5-15,-7 6 16,-8 10-16,-5 7 16,-10 11-16,-4 4 15,-3 1-15,5-10 16,7-6-16,23-1 15,17-1 1,23-4-16,5 2 16,-22-28-16,112 5 15</inkml:trace>
  <inkml:trace contextRef="#ctx0" brushRef="#br0" timeOffset="92131.56">10434 9481 0,'0'-4'0,"-1"-9"0,-1-11 16,2-30-16,0-18 15,3-5 1,1-4-16,0-1 16,-1-9-16,1 2 15,-1-4-15,1-6 16,-1-4-16,0-7 16,1-2-16,0-4 15,0-9-15,-2-2 16,5-6-16,4 2 15,2-2-15,3-4 16,-2 5 0,1-4-16,-2 7 15,0 0-15,-1-5 16,-4 1-16,-3 5 16,-2 5-16,-2 7 15,0-1-15,1 0 16,-1 2-16,0-3 15,-1 5-15,2 5 16,-2 1-16,2-2 16,0-2-1,5-1-15,2 2 16,2 7-16,2 1 16,0 7-16,-1 5 15,-2 2-15,1 10 16,-1 3-16,0 4 15,-2 4-15,-2 10 16,1 8-16,-3 6 16,0 0-1,-4 6-15,-1 3 16,-2 6-16,2 10 16,-2 6-16,3 12 15,-5-16-15,5 16 16,0 0-16,0 0 15,0 0-15,0 0 16,-19-7 0,19 7-16,0 0 15,-12 11-15,12-11 16,-3 16-16,1-5 16,0 11-16,-14 30 15,-15 22-15,-6 6 16,8-19-16,2-7 15,1-1-15,1-3 16,2 0 0,0-3-16,1 1 15,0-3-15,5-6 16,0-4-16,5-6 16,2-5-16,1-4 15,3-4-15,1-5 16,5-11-16,-7 15 15,7-15-15,0 0 16,0 0 0,0 0-16,0 0 15,0 0-15,0 0 16,0 0-16,3-10 16,8-36-16,19-37 15,21-22-15,-1 9 16,0 6-16,-4 3 15,-2 5-15,1 2 16,-7 14-16,-2 7 16,-3 9-1,-9 15-15,-3 10 16,-7 10-16,-14 15 16,15-15-16,-15 15 15,0 0-15,0 0 16,17-2-16,-17 2 15,10 13-15,0 4 16,4 19 0,10 19-16,0 12 15,1 4-15</inkml:trace>
  <inkml:trace contextRef="#ctx0" brushRef="#br0" timeOffset="92698.92">11284 5794 0,'0'0'0,"0"0"15,0 0-15,-1 8 16,-2 18-16,-4 31 16,-2 13-1,2 1-15,2-6 16,3 0-16,0-2 16,0-4-16,0-4 15,1-10-15,0-8 16,-1-10-16</inkml:trace>
  <inkml:trace contextRef="#ctx0" brushRef="#br0" timeOffset="93015.64">11193 5654 0,'0'0'0,"0"0"15,0 0-15,0 0 16,0 0-16,0 0 16,11-3-16,10-3 15,21-3-15,1 1 16,-7 3-16,-3 3 15,-4-1-15,-1 2 16,-1 1-16,2 2 16,2 2-1,0 3-15,-3 4 16,-9-1-16</inkml:trace>
  <inkml:trace contextRef="#ctx0" brushRef="#br0" timeOffset="93215.34">11331 6146 0,'0'0'0,"0"0"0,0 0 15,9 0-15,22 0 16,44-3-16,27-6 15,-8-3-15,0-5 16,-15-2-16</inkml:trace>
  <inkml:trace contextRef="#ctx0" brushRef="#br0" timeOffset="94551.9">1715 3441 0,'0'0'0,"0"0"0,0 3 16,1 15-16,7 51 15,5 54 1,-1 16-16,-6 11 16,-5 15-16,-2 6 15,-3 10-15,-1 2 16,2 0-16,-1 18 15,1 2-15,0 11 16,0 5-16,6 6 16,3-4-1,1 5-15,3-10 0,2-8 16,3-4 0,2-15-16,1-14 15,0-5-15,-2-14 16,2-1-16,-5-15 15,1-10-15,-3-8 16,-1-23-16,-2-9 16,-2-20-16,-2-11 15,-3-16-15,-1-13 16,0-12 0,-1-8-16,1-10 15,0 0-15,0 0 16,0 0-16,0 0 15,-24-3-15,10-11 16,-14-10-16,-14-14 16,-15-13-16,-4-3 15,7 5-15,4 0 16,4 3 0,5 7-16,5 1 15,9 8-15,8 9 16,8 5-16,4 5 15,7 11-15,-8-11 16,8 11-16,0 0 16,0 0-16,31 27 15,4 19-15,4 25 16,-2 4-16,-6-3 16,-2-5-1,-3-7-15,2-3 16,5-15-16,6-10 15,-7-11-15,6-15 16,1-14-16,10-17 16,6-18-16,-1-19 15,0-22-15,-14-5 16,-7-5 0,-6-4-16,-13-2 15,-7-6-15</inkml:trace>
  <inkml:trace contextRef="#ctx0" brushRef="#br0" timeOffset="94947.78">422 6146 0,'0'0'0,"0"0"0,0 0 15,0 0-15,4 8 16,10 15-16,19 23 16,7 16-16,4 6 15,1 2-15,1 3 16,-1 2-16,-2-5 16,-8-5-1,-8-13-15,-6-12 16,-5-10-16</inkml:trace>
  <inkml:trace contextRef="#ctx0" brushRef="#br0" timeOffset="95501.13">496 6141 0,'0'0'0,"0"0"16,0 0-16,-3-3 16,3 3-16,4-18 15,12-20-15,35-28 16,17-6-16,-9 20 16,-9 16-16,-7 13 15,-5 7 1,-2 7-16,-4 7 15,-6 6-15,-6 11 16,-4 16-16,-12 32 16,-18 38-16,-12 22 15,-8-11-15,6-25 16,7-25-16,8-22 16,5-15-16,1-6 15,7-5 1,5-2-16,13-2 15,18-7-15,22-8 16,18-8-16,2-8 16,-8 3-16,-4 1 15,-11 4-15,-10 6 16,-12 15-16,-12 15 16,-10 23-16,-22 31 15,-29 22 1,-23 18-16,-29 7 15,-12-1-15,-22 9 16,11-27-16,-5-12 16,9-18-16,28-27 15,15-8-15,-247 108 16</inkml:trace>
  <inkml:trace contextRef="#ctx0" brushRef="#br0" timeOffset="101848.1">11546 6832 0,'0'0'0,"0"0"0,0 0 0,0 0 16,0 7-16,0 20 16,0 30-16,0 14 15,0 7-15,0 9 16,0 8 0,0-3-16,0 8 15,0-7-15,0-8 16,0-12-16,0-18 15,0-13-15,0-4 16</inkml:trace>
  <inkml:trace contextRef="#ctx0" brushRef="#br0" timeOffset="102452.87">11453 6705 0,'0'0'0,"-6"-3"16,6 3-16,-28-16 16,3 3-1,-6 2-15,-8 11 16,-5 8-16,-6 8 15,-5 9-15,-2 12 16,4 15-16,-4 19 16,10 4-16,10 5 15,0 1-15,17 6 16,8 6-16,11 10 16,16-1-16,2-5 15,25 0 1,6-15-16,6-9 15,16 0-15,4-12 16,11-8-16,8-20 16,-1-12-16,2-5 15,6-17-15,13-15 16,-6-13-16,-17-19 16,-14-1-1,-12-14-15,5-22 16,-5-4-16,-9-25 15,-19-14-15,-19-4 16,-14-18-16,-21-5 16,-6 9-16,-21 1 15,-4 25-15,-11 14 16,-14 15-16,-1 14 16,-22 21-16,-4 17 15,-7 16 1,-16 33-16,-1 20 15,6 11-15,-9 16 16</inkml:trace>
  <inkml:trace contextRef="#ctx0" brushRef="#br0" timeOffset="104731.53">7025 1894 0,'0'0'0,"0"0"15,0 0-15,-1-2 16,1 2-16,0 0 16,2-10-16,10-14 15,23-23 1,19-13-16,3 4 15,2 7-15,0 10 16,2 11-16,-3 7 16,-4 11-16,0 6 15,-7 9-15,-5 12 16,-4 11-16,-12 18 16,-7 11-16,-15 12 15,-18 21-15,-8 5 16,-12 1-1,-13-2-15,-3-4 16,2-10-16,5-15 16,14-24-16,7-12 15,8-11-15,5-6 16,9-12-16,-10 13 16,10-13-16,0 0 15,0 0-15,0 0 16,0 0-16,27-1 15,28-15 1,14-10-16,0-3 16,3-4-16,-5-1 15,-2 0-15,-3 1 16,-6 5-16,1-1 16,-6 6-16,-7 6 15,-7 6-15,-10 3 16,1 2-16,-5-1 15,1 1 1,-3 1-16,-2-2 16,0-6-16</inkml:trace>
  <inkml:trace contextRef="#ctx0" brushRef="#br0" timeOffset="105481.82">8032 818 0,'0'0'0,"-14"-6"15,-7-1-15,-25-5 16,-20 12-16,-12 13 15,-15 17 1,-7 21-16,0 9 16,4 11-16,-1 5 15,2 2-15,-1 7 16,8 4-16,7 9 16,10-2-16,15-6 15,13 7-15,14 7 16,9 9-16,16 0 15,15-1-15,20-7 16,7-7 0,10-5-16,11-9 15,9-1-15,6-6 16,0-13-16,13-11 16,0-10-16,10-6 15,16-11-15,-15-9 16,18-4-16,3-22 15,-11-11 1,5-15-16,-11-12 16,-5-15-16,-1-13 15,-3-12-15,-16-17 16,-3-4-16,-13-11 16,-20-13-16,-7 12 15,-13-22-15,-12 6 16,-14 12-16,-10-4 15,-12 24-15,-15 0 16,-6 13 0,-15 9-16,-7 8 15,-13 12-15,-8 14 16,-10 14-16,-16 12 16,-9 14-16,0 17 15,3 16-15,11 8 16,12 6-16,14 1 15,19-3-15,16-4 16,14 8 0</inkml:trace>
  <inkml:trace contextRef="#ctx0" brushRef="#br0" timeOffset="105998.35">9489 807 0,'0'0'0,"0"0"16,0 8-16,4 18 15,3 37-15,-10 27 16,-13 14-16,-6 5 16,-2-6-16,0-6 15,-3-1-15,0-2 16,-4 3-16,-2 6 15,1-2-15,0 2 16,-1-4 0,10-5-16,9-11 15,11-14-15,4-14 16,8-13-16,8-8 16,6-6-16,14-10 15,12-6-15,18-13 16,16-6-16,2-12 15,6-8-15,-10-4 16,-1-5-16,-3-4 16,-12 0-1,-1 1-15</inkml:trace>
  <inkml:trace contextRef="#ctx0" brushRef="#br0" timeOffset="107331.53">10465 1693 0,'0'0'0,"-4"-2"0,4 2 16,-16-7-16,-2-1 16,-8 3-16,-6 11 15,-2 11-15,-3 8 16,3 9-16,2 11 15,5 5-15,10 5 16,9 2 0,10-4-16,3 2 15,13 7 1,8-4 0,5-15-16,10-21 15,-5-16-15,11-16 16,2-8-16,-3-18 15,-6-13-15,-6-8 16,-6-11 0,-9 1-16,-9-8 15,-6 3-15,-8 5 16,-8 5-16,-3 18 16,-9 12-16,-13 8 15,-4 5-15,0 9 16,6 9-16,8 8 15,4 9-15,4 13 16,5 12 0,9 6-16,7 5 15,14-6-15,12-3 16,13-3-16,10-11 16,4-8-16,15-10 15,10-11-15,3-11 16,10-17-16,-6-9 15,5-14-15,-9-11 16,-7-8 0,-6-3-16,-6-2 15,-7-1-15,-16 7 16,-17 5-16,-9 15 16,-14 7-16,-14 3 15,-8 11-15,-17 8 16,-7 10-16,-6 18 15,4 10-15,5 11 16,6 15 0,9 14-16,10 4 15,14 4-15,13-2 16,5-6-16,15 9 16,14 6-16,13 4 15,5-1-15,-7-15 16,-10-12-16,-5-10 15,-16-13-15,-3-5 16,-1 4 0,-16 10-16,-8 6 15,-14 1-15,-19 5 16,3-7-16,-4-17 16,3-10-16,1-18 15,3-5-15,9-11 16,13-10-16,16-21 15,27-30-15,23-20 16,20-13 0,11 7-16,5 2 15,22-12-15,-7 10 16,-8 9-16,-1 2 16,-20 19-16,-11 11 15,-11 11-15,-18 18 16,-16 16-16,-8 7 15,-15 15-15,0 0 16,-42-9-16,-46 37 16,-16 13-1,8 9-15,17-5 16,17-6-16,18-5 16,9 8-16,15 5 15,10 1-15,17 1 16,18 0-16,25 1 15,18-3-15,18-1 16,18-4 0,-7-6-16,-5 0 15,-6-3-15,-23-6 16,-7 9-16,-18 0 16,-17 7-16,-17 13 15,-28 14-15,-31 19 16,-32 6-16,-20 2 15,-30-4-15,-27 16 16</inkml:trace>
  <inkml:trace contextRef="#ctx0" brushRef="#br0" timeOffset="109614.74">483 4432 0,'0'0'0,"0"0"16,0 0-16,0 4 15,0-4-15,0 0 16,0 0-16,26-7 15,0-5-15,13-10 16,7-10-16,5-5 16,-5 5-16,-3 7 15,-9 3-15,-6 7 16,-4 6 0,-5 5-16,-2 10 15,2 16-15,-6 25 16,-1 15-16,-11 7 15,-3-12-15,-4 2 16,-1-6-16,3-9 16,1-9-16,0-11 15,2-5-15,2-5 16,5-2-16,11-3 16,13-4-1,17 0-15,5-5 16,0 0-16,-4-2 15,-6-2-15,-6 0 16,-8 0-16,-7 1 16,-21 3-16,0 0 15,11 22-15,-21 12 16,-11 11-16,-12 7 16,-11-4-1,-9 6-15,-2-9 16,4-10-16,5-6 15,6-10-15,2-7 16,2-4-16,6-9 16,6-10-16</inkml:trace>
  <inkml:trace contextRef="#ctx0" brushRef="#br0" timeOffset="110186.48">793 3742 0,'-4'0'0,"4"0"0,-29 4 16,-22 13-16,-11 18 15,0 23-15,6 12 16,6 17-16,7 8 16,6 6-16,3 5 15,30-54-15,-4 94 16,6-44-16,5 96 16,20-95-1,18 17-15,7-2 16,15-16-16,28-8 15,77 13 1,-16-35 0,21-27-16,-26-38 15,-48-28-15,19-24 16,-18 1-16,-10-29 16,-11-9-1,-27-13-15,-14-18 16,-8 4-16,-22-34 15,-7-4-15,-24-23 16,-23 2-16,-7 7 16,-24 14-16,-6 29 15,-8 11-15,-8 20 16,-6 17-16,-2 15 16,-6 25-16,-3 19 15,-11 34 1,-11 27-16,-17 36 15</inkml:trace>
  <inkml:trace contextRef="#ctx0" brushRef="#br0" timeOffset="114914.53">1019 10233 0,'0'0'0,"0"0"16,0 0-16,0 0 16,0 5-16,0 12 15,0 26-15,-2 25 16,0 0-16,-1-4 15,0-8-15,1-1 16,2-4-16,6-6 16,5-8-1,1-7-15,8-5 16,4-8-16,4-8 16,18-22-1,15-24 1,6-20-16,-5-4 15,-25 14-15,-6 4 16,-10 12-16,-5 8 16,-6 8-1,-10 15-15,11-16 16,-11 16-16,0 0 16,0 0-16,14 29 15,-2 37-15,-8 24 16,-6 12-16,-2-3 15,-3 1-15,-3 3 16,-1-6-16,-2 1 16,1-3-16,0-18 15,2-15 1,-1-15-16,5-13 16,0-14-16,5-8 15</inkml:trace>
  <inkml:trace contextRef="#ctx0" brushRef="#br0" timeOffset="115582.03">1451 9790 0,'0'0'0,"-12"-3"16,-5 0-16,-20-1 16,-8-2-1,-5 8-15,-6 13 16,-7 18-16,-10 22 16,0 17-16,1 20 15,7 7-15,7 12 16,13 11-16,10 12 15,7 1-15,18 2 16,13 8-16,18-9 16,14 2-1,60 60 1,-5-40 0,17 1-16,-24-53 15,-14-49-15,6-8 16,9-12-16,-1-12 15,-11-8-15,3-18 16,-12-15-16,-8-12 16,-7-15-16,4-17 15,3-16 1,-6-23-16,-13-15 16,-10-24-16,-13-20 15,-6-22-15,-9 9 16,-9 7-16,-3 10 15,-10 15-15,-5-7 16,-1 21-16,-4 2 16,-1 18-16,-1 16 15,-2 12 1,-9 19-16,-3 12 16,-1 14-16,1 14 15,0 12-15,-4 14 16,-3 10-16,1 12 15,8 13-15,10 9 16</inkml:trace>
  <inkml:trace contextRef="#ctx0" brushRef="#br0" timeOffset="116931.67">3011 10782 0,'0'0'0,"0"0"0,0 0 0,0 0 15,-2 20-15,-1 40 16,-3 34-16,0 12 16,1-15-16,0-3 15,1-3-15,1-6 16,-1-7-16,1-4 16,3-14-1,3-14-15,1-10 16,0-10-16,1-9 15,-5-11-15,21 7 16,3-23-16,6-14 16,2-13-16,-7 4 15,-4 4-15,-4 8 16,-6 6-16,-1 4 16,-3 6-1,-7 11-15,19-13 16,-3 17-16,4 9 15,0 23-15,5 9 16,-3 5-16,-3-11 16,-8-12-16,-2-6 15,2-7-15,12-9 16,9-6 0,8-13-16,3-19 15,2-19-15,-4-16 16,-6-16-16,-5-4 15,-7-3-15,1-8 16,-5 8-16,-2-1 16,-7 3-16,-4 11 15,-1 22-15,-5 16 16,0 25 15,0 15-31,0 0 16,-13 19-16</inkml:trace>
  <inkml:trace contextRef="#ctx0" brushRef="#br0" timeOffset="117319.51">4244 10695 0,'0'0'0,"0"0"16,0 0-16,1 3 16,1 13-16,2 35 15,1 46-15,-5 2 16,0 12-16,-4-11 16,0-7-1,-2-4-15,0-7 16,2-7-16,1-5 15,1-11-15,4-17 16,3-13-16,3-4 16,4-3-16,15-5 15,9-3-15,7-7 16,-2-14-16,-9-4 16,-3-22-1,0-16-15,-5-14 16,-3-12-16,-8 4 15,-13-7-15</inkml:trace>
  <inkml:trace contextRef="#ctx0" brushRef="#br0" timeOffset="117553.54">4162 11147 0,'0'0'0,"0"0"16,4-1-16,-4 1 15,32-19-15,9-7 16,11-6-16,-1 1 16,-8 7-1,1 1-15,-5 9 16,-10 5-16</inkml:trace>
  <inkml:trace contextRef="#ctx0" brushRef="#br0" timeOffset="117748.75">4978 11465 0,'0'0'0,"0"0"0,0 0 16,0 0-16,0 0 15,11-2-15</inkml:trace>
  <inkml:trace contextRef="#ctx0" brushRef="#br0" timeOffset="118604.53">5530 10875 0,'0'0'0,"0"0"0,2 4 16,1 7-16,8 17 16,4 19-16,1 15 15,-2 12 1,-3-2-16,-1-6 15,-2-13-15,4-19 32,6-24-32,13-19 15,13-36-15,0-11 16,-3 6-16,-13 12 16,-6 9-16,-7 11 15,0 7 1,0 6-16,3 6 15,5 8-15,1 8 16,3 10-16,3 8 16,-1 1-16,-1-3 15,-1-3-15,6-17 16,5-11-16,4-9 16,2-10-16,-1-7 15,-9 5 1,-2-3-16,-3 1 15,-5 4-15,-7 3 16,-5 4-16,-12 10 16,14-14-16,-14 14 15,0 0-15,0 0 16,13-10-16,-13 10 16,0 0-16,0 0 15,0 0-15,0 0 16,0 0-1,0 0-15,0 0 16,0 0-16,0 0 16,18 11-16,-8 15 15,3 10-15,-1 15 16,-6 8-16,-2 13 16,-4 9-1,-1 12-15,-2 8 0,1-12 16,2 1-1,0-9-15,0-13 16,0-1-16</inkml:trace>
  <inkml:trace contextRef="#ctx0" brushRef="#br0" timeOffset="118998.56">6656 10868 0,'0'0'0,"0"-2"0,0 2 15,0-16-15,4-4 16,9-6-1,11 0-15,9 4 16,2 8-16,1 12 16,-5 7-16,-6 11 15,-5 5-15,-10 11 16,-7 12-16,-11 9 16,-20 5-16,-5-2 15,-10-5 1,3-4-16,-1-8 0,7-3 15,6-8 1,9-9-16,8-7 16,5 0-16</inkml:trace>
  <inkml:trace contextRef="#ctx0" brushRef="#br0" timeOffset="120764.47">7373 11382 0,'0'0'0,"0"0"16,0 0-16,-2-5 16,2 5-16,-8-27 15,-3-7-15,-4-9 16,-1 3-1,-4 6-15,4 9 16,0 8-16,-4 9 16,-4 12-16,-6 11 15,-1 17-15,6 13 16,7 8-16,15 9 16,10 0-16,10-7 15,3-13-15,-1-12 16,-1-13-1,1-8-15,9-18 16,7-25-16,16-46 16,6-31-16,-11-21 15,-4-12-15,-17 14 16,-5-7-16,-7 23 16,-3 19-16,-6 27 15,-2 27-15,-2 16 16,0 9-16,-2 6 15,2 10 1,-2-11-16,2 11 16,0 0-16,-9 37 15,-7 55-15,5 31 16,11 14-16,0-3 16,15 20-16,4 7 15,19 19 16,4-41-31,-12-46 0,-5-40 16,-2-40 0,6-16-16,11-19 15,6-32-15,2-8 16,3-23-16,3-11 16,-7 15-16,-11 19 15,-11 19-15,-10 16 16,-5 9-1,-3 5-15,-7 13 16,8-15-16,-8 15 16,0 0-16,6-13 15,-6 13-15,0 0 16,0 0-16,-28-3 16,1 14-16,-4 19 15,-1 3-15,1 12 16,5-3-16,11-10 15,5-7 1,8-14-16,2-11 16,0 0-16,16 8 15,7-16-15,10-15 16,0-10-16,-9 3 16,-4 4-16,-6 5 15,-5 7-15,-9 14 16,20-3-16,2 22 15,8 5 1,0 3-16,-2-1 16,2-4-16,9-13 15,6-16-15,-5-15 16,1-23-16,4-11 16,4-24-16,1-25 15,-5 8-15,-9 9 16,-6-2-16,-10 21 15,-4 8-15,-8 27 16,-5 20 0,-3 14-16,0 0 15,-2 11-15,-8 43 16,-2 34-16,6 5 16,8 6-16,1-10 15,2 3-15,1-8 16,0-11-16,-3-19 15,-1-12-15,-6-19 16,1 1 0,-5-7-16,8-17 15,-32 6-15,-8-28 16,-5-21-16,3-12 16,16 7-16,10-1 15,0-5-15,-1-8 16,3 2-16,7 13 15,7 14 1,2 6-16,3 8 16,2 2-16,4 6 15,6 3-15,9-2 16,10 7-16,0 3 16,4 10-16,0 10 15,-9-6-15,4 6 16,-4-3-16,-1 0 15,6 5-15,1-7 16,9 2 0,-2-2-16,-3-6 15,-2-4-15,4-14 16,7-10-16,-2-1 16,-3-6-16,-7-15 15,-7-3-15,-5 1 16,-11 5-16,-8 10 15,-4-8 1,-6-8-16,-6 6 16,-6 16-16,-8 23 15,-16 25-15,-8 17 16,14-1-16,18 15 16,9 39-16,7 16 15,12-6-15,8-24 16,5-19-16,3-8 15,23-7 1,-12-18-16,8-7 16,-10-9-16,-13-12 15,-2 0-15,-7-9 16,-3-8-16</inkml:trace>
  <inkml:trace contextRef="#ctx0" brushRef="#br0" timeOffset="121281.14">8214 12081 0,'5'-2'0,"20"-4"15,14-5-15,52-10 16,14-5 0,5 0-16,5 0 15,4-1-15,-10 0 16,1 1-16,3 0 16,-12 2-16,9 0 15,-30 6-15,1 2 16,-14 5-16,-19 5 15,-3 4-15,-1 2 16,2 2 0,-7 3-16,-8-2 15,-12 0-15,-19-3 16,15 2-16,-15-2 16,0 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27:50.73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12543 11632 0,'0'0'0,"0"0"0,0 0 0,0 0 16,0 0 0,0 0-16,-2 10 15,1 12-15,-4 25 16,-1 18-16,-1 16 16,0 2-16,-1-1 15,-2 1-15,-1-3 16,-2-4-1,-1-6-15,-1-7 0,1-5 16,1-5 0,0-2-16,6-10 15,0-6-15,3-12 16,3-10-16,1-13 16,0 0-16,0 0 15</inkml:trace>
  <inkml:trace contextRef="#ctx0" brushRef="#br0" timeOffset="899.43">12410 11775 0,'0'0'0,"0"0"0,0 0 16,0 0-16,15-8 15,19-9-15,14-7 16,4-2-16,1 0 16,4 1-1,6 1-15,6 6 16,-5 5-16,-7 5 16,-4 3-16,-11 8 15,-5 3-15,-9 5 16,-4 3-16,-8 6 15,-6 11-15,-8 10 16,-14 1-16,-13 4 16,-7 6-1,-9 0-15,-7-3 16,-6-9-16,-1-7 16,2-7-16,7-3 15,10-7-15,4-3 16,4-5-16,2 0 15,6-4-15,20-4 16,-24 1 0,24-1-16,0 0 15,0 0-15,0 0 16,10-19-16,9 5 16,10 1-16,9-1 15,14 4-15,2 7 16,1 6-16,-10 7 15,-8 1-15,1 6 16,-3 6-16,0 8 16,-3 1-1,-6 10-15,-11 0 16,-10 4-16,-12 4 16,-11 0-16,-8 0 15,-5-6-15,-4-6 16,-22-8-16,-6 3 15,-13-8-15,14-3 16,6-9-16,-2-2 16,7-11-1,-1-9-15,5-3 16,7-7-16,6-5 16,9-1-16,7-7 15,2 2-15,9-5 16,4-4-16</inkml:trace>
  <inkml:trace contextRef="#ctx0" brushRef="#br0" timeOffset="4785.35">13541 12396 0,'0'0'0,"0"0"0,0 0 15,-3-3-15,3 3 16,0 0-1,0 0-15,0 0 16,0 0-16,6-12 16,16-1-16,17-10 15,14-3-15,8 0 16,3 4 0,5 5-16,3 1 0,1 3 15,-3-1 1,-2 1-16,0 0 15,-1 1-15,-4 3 16,-7 1-16,-11 2 16,-8 2-16,-5 2 15,-6 0-15,-5 2 16,-21 0-16,25 0 16,-25 0-16,0 0 15,0 0-15,17 2 16,-17-2-1,0 0-15</inkml:trace>
  <inkml:trace contextRef="#ctx0" brushRef="#br0" timeOffset="5266.06">14207 11858 0,'0'0'0,"0"0"15,0 0-15,0 0 16,0 0-16,5 6 16,5 7-16,9 13 15,10 6-15,8 0 16,5-1-1,2-3-15,-6-4 16,1-1-16,0-5 16,0 0-16,-1 0 15,-6-5-15,-4 0 16,-5-2-16,-9-1 16,-1 1-16,-6 2 15,-7 6 1,-7 12-16,-18 13 15,-15 9-15,-14 3 16,-9 0-16,-5-3 16,-7 3-16,1-8 15,8-5-15,5-4 16,10-6-16,8-6 16,13-8-16,8-6 15</inkml:trace>
  <inkml:trace contextRef="#ctx0" brushRef="#br0" timeOffset="8882.79">15973 12293 0,'0'0'0,"0"0"0,0 0 15,0 0-15,0 0 16,15 0-16,17 0 16,26 4-16,5 3 15,0 7-15,-3 4 16,0 5-16,-7 1 15,-10-2-15,-6 2 16,-9-3-16,-10-4 16,-4-1-1,-5-4-15,-2-3 16,-7-9-16,6 15 16,-6-15-16,0 13 15,0-13-15,-8 17 16,8-17-16,-17 19 15,17-19-15,-25 14 16,25-14-16,-21 9 16,21-9-16,-17 5 15,17-5 1,0 0-16,0 0 16,-21 3-16,-35 5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28:24.415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11623 2163 0,'0'0'0,"0"0"0,0 0 15,-1 13-15,-4 28 16,-1 40-16,-3 23 15,0 8-15,-1 4 16,-3 11-16,-1-6 16,-1-3-16,-2 7 15,0-4-15,-3 11 16,-1 0 0,3-10-16,3-13 15,3-11-15,3-12 16,9-16-16,5-15 15,-1-18-15</inkml:trace>
  <inkml:trace contextRef="#ctx0" brushRef="#br0" timeOffset="533.12">11417 2014 0,'0'0'0,"0"0"16,0 0-16,0 0 15,0 0-15,10-1 16,22 0-16,34 3 16,16 7-16,2 8 15,-2 8-15,-4 6 16,1 12-16,-2 3 16,-1 18-1,-6 9-15,-9 13 16,-8 14-16,-15 7 15,-15 22-15,-16 9 16,-22 15-16,-22 8 16,-12-7-16,-9-5 15,-77 46 1,14-43 0,-33-4-16,34-51 15,47-49 1,-5-3-16,12-13 15,7-12-15,9-12 16,10-9-16,4-7 16,10-5-16,6-12 15,5-23-15,7-26 16</inkml:trace>
  <inkml:trace contextRef="#ctx0" brushRef="#br0" timeOffset="934.16">13036 2231 0,'0'0'0,"0"0"16,0 2-16,0 16 16,0 40-16,0 44 15,-2 15-15,-6 4 16,-8 15-16,-3-7 16,-3-3-16,-2 1 15,-1-5 1,-3 11-16,-6 10 15,-4 8-15,0-10 16,4-6-16,-7 22 31,16-42-31,6-27 16,14-50-16,5-38 16,0 0-1</inkml:trace>
  <inkml:trace contextRef="#ctx0" brushRef="#br0" timeOffset="1350.03">13100 2053 0,'0'0'0,"0"0"16,0 0-16,0 0 16,3 6-16,7 11 15,12 22-15,11 19 16,7 11 0,4 9-16,0 3 0,-6 4 15,0 2 1,-6 3-16,0 4 15,-1 2-15,0 5 16,1 10-16,-2 6 16,-1-1-16,-2 0 15,-4-3-15,-4-12 16,-1 10 0,-5-19-1,-5-23 1,-4-21-16,-4-25 15,-2-13-15</inkml:trace>
  <inkml:trace contextRef="#ctx0" brushRef="#br0" timeOffset="1716.72">12631 3401 0,'0'0'0,"0"0"0,0 0 16,0 0-16,7 0 16,17 0-16,31-1 15,18-3-15,5-6 16,1 1-1,-2-4-15,-4-3 16,0-4-16,-5-1 16,-10 3-16,-7 1 15,-12 4-15,-7 3 16,-7 2-16,-3 3 16,-6 2-16,-1 1 15,2 4 1,1 2-16</inkml:trace>
  <inkml:trace contextRef="#ctx0" brushRef="#br0" timeOffset="2537.38">15015 1562 0,'0'0'0,"0"0"0,0 4 16,1 14-1,1 34-15,3 31 16,0 18-16,-2 7 16,-2 10-16,-3 5 15,-1 2-15,-3 2 16,1 13-16,-2-2 16,1 15-16,-3-2 15,2 9-15,1 10 16,-2 7-1,2 13-15,3-4 16,8 8-16,5-2 16,3-4-16,1 6 15,3-15-15,1-9 16,1 0-16,-2-13 16,1 1-16,0-3 15,0 10 1,2 16-16,1 11 15,-1 0-15,-8-7 16,-2-7-16,5 73 31,-3-52-31,2 2 16,-4-72-16</inkml:trace>
  <inkml:trace contextRef="#ctx0" brushRef="#br0" timeOffset="4700.87">16095 1606 0,'0'0'0,"0"0"15,0 0-15,0 7 16,0 13 0,0 28-16,0 31 15,-2 15-15,-13 12 16,-10 19-16,-6 7 16,-3-4-16,-2 8 15,1-17-15,0 9 16,0-3-16,3-10 15,3 6-15,5-15 16,6-7 0,8-11-16,4-14 15,7-15-15,6-9 16,5-6-16,5-7 16,8-6-16,12-5 15,14-7-15,14-5 16,19-10-16,9-8 15,8-12-15,-2-7 16,-7 1 0,-13 1-16,-15 5 15,-16 4-15,-17 4 16,-14 5-16,-17 3 16,17-4-16,-17 4 15</inkml:trace>
  <inkml:trace contextRef="#ctx0" brushRef="#br0" timeOffset="6050.81">16979 2876 0,'0'0'0,"0"0"16,0 0-16,-5 6 16,-13 26-1,-15 24-15,-1 8 16,11-4-16,8-4 16,3 2-16,12-4 15,9-2-15,5-6 16,4-7-16,8-6 15,9-7-15,12-5 16,6-9-16,-4-9 16,-4-6-1,-8-7-15,0-11 16,-5-13-16,-6-10 16,-10-7-16,-10-1 15,-6 2-15,-9-4 16,-8-4-16,-4 7 15,-9 5-15,-7 7 16,-4 12 0,-4 7-16,2 9 15,-2 11-15,1 7 16,4 8-16,12 4 16,7 3-16,10 3 15,9 4-15,7 1 16,13 2-16,13 2 15,25-3-15,16-2 16,20-11 0,14-16-16,-6-6 15,9-19-15,3-2 16,-19-5-16,6-12 16,-24 3-16,-4-8 15,-11 3-15,-15 5 16,-14 5-16,-15 8 15,-14-1-15,-14 2 16,-17 2 0,-17 8-16,-15 8 15,-7 15-15,-1 7 16,7 10-16,12 5 16,16 14-16,13 9 15,11-2-15,22 13 16,20-9-16,20-2 15,7 4-15,13 0 16,11 6-16,-5-5 16,-9-12-1,-22-16-15,-10-6 16,-6-4-16,-10-6 16,-8-1-16,-10-5 15,-13 16-15,-25 10 16,-18 10-16,-8-5 15,0-15-15,16-7 16,10-9-16,8-13 16,10-12-16,9-12 15,15-19 1,31-20-16,32-22 16,15-6-16,24-2 15,-6 5-15,1 4 16,4-6-16,-21 20 15,-7 6-15,-24 17 16,-22 15-16,-13 12 16,-10 9-1,-9 5-15,-13 0 16,-23 3-16,-34 12 16,-15 11-16,-3 16 15,9 5-15,10 2 16,13 4-16,15 5 15,14-2-15,12-1 16,18 3-16,20-1 16,23 5-1,21 7-15,13 7 16,7 0-16,-3-6 16,0 0-16,-8-9 15,-8-8-15,-8-2 16,-13-10-16,-13-2 15,-16 9-15,-18 0 16,-28 3-16,-46 10 16,-58-6-1,-29-4-15,-12-1 16,-31-5-16,9-2 16,-14-3-16</inkml:trace>
  <inkml:trace contextRef="#ctx0" brushRef="#br0" timeOffset="7166.47">9380 1937 0,'0'0'0,"0"8"0,0 16 16,0 60-16,-4 56 16,-3 21-16,-4 13 15,-1 8-15,1 9 16,-2 2 0,4 5-16,3-4 15,6 6-15,4 9 16,3-4-16,3 17 15,4 7-15,1 3 16,-1 18-16,0-9 16,0 20-16,0-11 15,-3-6-15,0-2 16,-2-21 0,-4-10-16,-5-24 15,-5-16-15,-7-16 16,-3-19-16,-3-13 15,2-24-15,2-27 16,3-18-16,-1-17 16,-2-8-16,-1-6 15,-2-9-15</inkml:trace>
  <inkml:trace contextRef="#ctx0" brushRef="#br0" timeOffset="8167.56">4536 5373 0,'0'0'0,"0"0"0,0 0 16,0 0-16,0 0 15,13 0-15,23 0 16,38 0-16,22 0 16,11-2-16,11-4 15,18-3-15,12-6 16,14-2 0,19-1-16,9 1 15,17 1-15,14 5 16,13 8-16,11 3 15,4 2-15,9-2 16,8 2-16,4 0 16,4-1-16,2 1 15,-5 0 1,12-10-16,0-3 16,15-3-16,5 1 15,6 0-15,6-1 16,9 2-16,8 3 15,5 5-15,4 3 16,1-2-16,-1 1 16,4 2-16,3-2 15,-1-7-15,4-3 16,-5-5 0,-2-1-16,-1 1 15,-1 0-15,2-1 16,-1 1-16,-4 5 15,-7 6-15,-8 5 16,-7 2-16,-6-1 16,-15 0-16,-18 0 15,-6 0-15,-15 0 16,-16 0-16,-10-6 16,-11-8-1,-25-3-15,-4-1 16,-37-3-16,-13 1 15,-24 0-15,-17-3 16,-25 5-16,-26 1 16,-19 1-16,-27-6 15</inkml:trace>
  <inkml:trace contextRef="#ctx0" brushRef="#br0" timeOffset="8849.89">5284 2936 0,'0'0'0,"0"9"16,0 10-16,0 49 15,0 54-15,0 9 16,-5 27-16,-5 1 16,-3 5-16,-1 6 15,0-17-15,1 0 16,2-24-16,1-3 16,2-21-1,0-18-15,4-23 16</inkml:trace>
  <inkml:trace contextRef="#ctx0" brushRef="#br0" timeOffset="9303.5">4994 3145 0,'0'0'0,"0"0"16,0-2-16,0 2 16,0 0-16,0 0 15,14-18-15,10 1 16,28 5-16,7 6 16,4 15-1,11 13-15,6 9 16,9 16-16,-3 13 15,-11 12-15,-6 9 16,-6 10-16,-6 6 16,-10 17-16,-6 5 15,-17-7-15,-14-4 16,-15-10-16,-24-2 16,-12-5-1,-25 0-15,-16-3 16,-5-7-16,-9-8 15,6-20-15,2-12 16,0-17-16,11-8 16,9-8-16,9-10 15,10-3-15,9-5 16,6-8-16,9-18 16,15-15-16</inkml:trace>
  <inkml:trace contextRef="#ctx0" brushRef="#br0" timeOffset="9983.31">6392 3855 0,'0'0'0,"0"0"16,0 0-16,0 0 16,0 0-16,0-3 15,0 3-15,0 0 16,0 0-16,0 0 16,0 0-16,0 0 15,-25 7 1,7 7-16,1 9 15,4 10-15,5 10 16,8 1-16,7 8 16,13 3-16,6 4 15,7-8-15,-2-10 16,5-10-16,-4-11 16,0-8-16,0-15 15,2-17 1,-1-14-16,-2-7 15,-9-9-15,-4 3 16,-5-2-16,-4 6 16,-4 9-16,-3 9 15,-1 8-15,-1 7 16,0 10-16,0-13 16,0 13-16,0 0 15,0 0 1,0 0-16,39 35 15,-4 12-15,2 7 16,-2 0-16,1 2 16,-3-4-16,2-4 15,2-12-15,6-11 16,1-7-16,2-16 16,5-24-16,6-25 15,10-22-15,-11-29 16</inkml:trace>
  <inkml:trace contextRef="#ctx0" brushRef="#br0" timeOffset="10233.61">7412 3460 0,'0'0'0,"-1"8"0,-2 11 16,-1 38-16,-4 34 16,-1 11-16,-1 22 15,-1 3-15,0 24 16,0-19-16,2-20 16,2-20-16,3-21 15,1-25-15,0-20 16,3-16-1</inkml:trace>
  <inkml:trace contextRef="#ctx0" brushRef="#br0" timeOffset="10867.15">7238 3883 0,'0'0'0,"0"0"16,0 0-1,5-1-15,-5 1 16,51-9-16,-1 0 16,4-1-16,2 1 15,3 2-15,-3 4 16,6 1-16,-3 0 16,-8 2-16,-8 0 15,-6 0-15,-4 0 16,-4 0-1,-6 0-15,-6 0 16,-17 0-16,18-2 16,-18 2-16,0 0 15,8-10-15,-8 10 16,-5-15-16,5 15 16,-16-13-16,0 12 15,-4 7-15,-5 11 16,0 18-1,1 27-15,8 9 16,11 7-16,5-11 16,4-14-16,8-2 15,7-9-15,7-11 16,1-16-16,2-19 16,10-22-16,5-16 15,-3-9-15,-9 2 16,-5 3-16,-10 13 15,-4 8 1,-6 13-16,-7 12 16,0 0-16,0 0 15,33 9-15,1 26 16,4 8-16,-1 0 16,-4-4-16,5-9 15,10-8-15,6 1 16,11 1-16,7 2 15,3 2 1,6 0-16</inkml:trace>
  <inkml:trace contextRef="#ctx0" brushRef="#br0" timeOffset="11617.57">5387 6326 0,'0'0'0,"0"0"0,0 8 15,0 22-15,0 44 16,0 23-16,0-1 16,-1-4-16,-1-2 15,-2-9-15,1-5 16,-1-8-16,-3-13 15,-2-1 1</inkml:trace>
  <inkml:trace contextRef="#ctx0" brushRef="#br0" timeOffset="12250.23">5253 6026 0,'0'0'0,"0"0"0,0-5 15,0 5-15,18-32 16,27-4-16,23-5 16,6 14-16,0 16 15,5 12-15,1 12 16,-5 11-16,-6 11 15,-10 4 1,-15 2-16,-14 8 16,-17 15-16,-13 22 15,-25 21-15,-13 13 16,-11-10-16,-5-8 16,5-17-16,-4-9 15,2-9-15,-1-9 16,12-19-16,12-13 15,11-10-15,17-16 16,-14 13 0,14-13-16,0 0 15,32-10-15,26-14 16,4-4-16,7 0 16,-2-1-16,3 13 15,-3 16-15,-18 4 16,-7 14-16,-9 7 15,-12 6 1,-13 12-16,-14 9 16,-17 16-16,-20 5 15,-23 1-15,-10-7 16,-22-9-16,5-13 16,0-16-16,0-6 15,15-10-15,7-7 16,10-11-16,17-6 15,12-8-15,12-13 16,9-22 0,21-25-16</inkml:trace>
  <inkml:trace contextRef="#ctx0" brushRef="#br0" timeOffset="12549.52">6428 6571 0,'0'0'0,"0"0"16,0 0-16,0 7 16,0 20-16,0 42 15,4 34-15,3-6 16,9 3-16,4-9 15,1-16-15,-2-10 16,-5-22-16,-2-8 16,-7-18-1,-5-17-15,3 11 16</inkml:trace>
  <inkml:trace contextRef="#ctx0" brushRef="#br0" timeOffset="12701.83">6423 5909 0,'0'0'0,"0"0"16,0 0-16,0 0 15,0 0-15</inkml:trace>
  <inkml:trace contextRef="#ctx0" brushRef="#br0" timeOffset="13217.06">6762 6596 0,'0'0'0,"0"0"0,1 7 15,3 16-15,9 33 16,3 30-16,3 10 16,-1 3-1,1-7-15,-5-18 16,-3-12-16,-1-12 16,-4-11-16,0-12 15,-3-8-15,-3-19 16,0 0-16,0 0 15,4-16-15,1-44 16,4-22-16,-1-10 16,0-1-1,1 1-15,2 9 16,7 2-16,6 8 16,3 15-16,1 12 15,2 12-15,-1 12 16,4 9-16,2 15 15,6 22-15,1 32 16,-4 48-16,-1 42 16,-5 18-1,-5 64 1,-9-57 0,-11-34-16,-5-61 15,-2-51-15,1-11 16,6-2-16</inkml:trace>
  <inkml:trace contextRef="#ctx0" brushRef="#br0" timeOffset="14666.83">7799 6470 0,'0'0'0,"0"0"0,-6-2 15,6 2-15,-23-7 16,-8 17-16,-17 32 16,-7 36-1,2 17-15,12 25 16,16-25-16,5 4 16,12-27-16,6-15 15,2-9-15,3-18 16,4-8-16,-7-22 15,16 2-15,7-27 16,19-24-16,-1-28 16,-2-27-1,-4-4-15,-8 3 16,-5 12-16,-5 27 16,-4 18-16,-6 19 15,-3 12-15,-4 17 16,11-12-16,-11 12 15,28 41-15,-6 19 16,-7 11-16,-5-9 16,-6-7-16,-1-8 15,-2-8 1,0-9-16,-1-10 16,0-10-16,0-10 15,0 0-15,0 0 16,11-43-16,1-24 15,-1-15-15,0-8 16,-1 10-16,0 5 16,3-9-1,7 9 1,6 14 0,1 17-16,-2 21 15,0 6-15,5 11 16,1 8-16,5 15 15,5 18-15,3 19 16,-2 21-16,-7 22 16,-16 11-16,-6-3 15,-10-5 1,-8-3-16,-2-16 16,-6-9-16,3-19 15,-3-16-15,1-10 16,-3-10-16,15-17 15,-25 2-15,13-29 16,4-38-16,14-42 16,10-16-16,11 3 15,3 9 1,4 14-16,-1 11 16,0 17-16,-5 13 15,-1 16-15,-8 16 16,-4 8-16,-15 16 15,28 1-15,-14 27 16,-2 37-16,-7 9 16,-7 3-16,-3-11 15,0-10-15,0-8 16,-2-17 0,3-11-16,4-20 15,0 0-15,0 0 16,28-17-16,10-20 15,0-6-15,-6 8 16,-8 8-16,-7 11 16,1 6-16,6 15 15,6 14 1,4 26-16,-3 41 16,-14 41-16,-11 22 15,-7 24-15,-16 16 16,9-6-16,-4 3 15,-34 46 1,3-36 0,-20-19-16,20-43 15,14-66-15,-11-25 16,8-13 0,5-25-16,11-12 15,2-18-15,-8-41 16,2-27-16,15-57 15,10-7-15,20-41 16,11 7-16,11 20 16,3 20-16,2 22 15,-7 18-15,-7 19 16,0 13 0,-4 11-16,0 17 15,-7 13-15,-5 11 16,-5 10-16,-5 6 15,-12 11-15,12-10 16,-12 10-16,0 0 16,0 0-1,0 0-15,0 0 0,13-13 16</inkml:trace>
  <inkml:trace contextRef="#ctx0" brushRef="#br0" timeOffset="17183.24">11883 5866 0,'1'-2'0,"-1"2"16,6-16-16,6-9 15,2-6-15,0 0 16,-3 5-16,-7-4 16,-11-5-1,-10-1-15,-9-1 16,-14 5-16,-10 3 15,-11 11-15,-11 4 16,-5 15-16,-9 14 16,1 15-16,3 14 15,8 8-15,9 10 16,6 11-16,8 4 16,10 10-16,11-1 15,16 0 1,21-2-16,12-6 15,15-4-15,16-8 16,13-5-16,15-10 16,15 2-16,11-1 15,6-6-15,-1 1 16,59 30 15,-26 27-31,-9 13 0,-29-16 16,-59-37-1,-24 9-15,-17-5 16,-29 8-16,-24 3 16,4-15-16,-40-1 15,1-1-15,-43-12 16,-4-9-16,28-18 16,-2-23-16,15-2 15,8-11-15,2-17 16,22-7-1,16-19-15,9-11 16,8-10-16,15-6 16,10 2-16,12 7 15,10 8-15,9 2 16,16-5-16,-8 16 16</inkml:trace>
  <inkml:trace contextRef="#ctx0" brushRef="#br0" timeOffset="17500.57">12522 6543 0,'0'0'0,"0"0"16,4 3-16,10 9 16,9 25-16,8 29 15,-9 19-15,-3 15 16,-5 3-16,-6-3 16,-5-5-16,-4-6 15,-1-7-15,-6-1 31,-1-20-15,-7-9-16,-9-18 16</inkml:trace>
  <inkml:trace contextRef="#ctx0" brushRef="#br0" timeOffset="17683.98">12640 6273 0,'0'0'0,"0"0"0,0 0 16,0-2-16,0 2 16,0 0-16</inkml:trace>
  <inkml:trace contextRef="#ctx0" brushRef="#br0" timeOffset="18967.43">13271 6510 0,'0'0'0,"-2"-6"16,2 6-16,-5-21 16,-7 1-16,-8 1 15,-9 1-15,-12 8 16,-4 6-16,-3 13 16,-2 6-16,7 6 15,4 11-15,7 10 16,10 9-1,6 5-15,11-8 16,12-9-16,7-7 16,4-10-16,5-5 15,-1-7-15,1-10 16,4-6-16,2-7 16,-2 0-16,-8-2 15,-6 4-15,-13 11 16,17-12-16,-17 12 15,0 0-15,0 0 16,0 0 0,21-3-16,-7 31 15,10 36-15,-8 42 16,-7 28-16,-4 18 16,-12 103-1,-7-54 1,-3 49-16,-18-89 15,-12-68-15,-9-8 16,1-21 0,13-13-16,4-1 15,1-2-15,13-21 16,-6-25-16,-6-31 16,5-40-16,14-46 15,27-23-15,17-27 16,9-4-16,14-2 15,3 4 1,0 16-16,3 15 16,-1 18-16,4 18 15,-2 12-15,-4 19 16,-7 15-16,-7 14 16,-3 14-16,-4 17 15,1 11-15,-4 16 16,-5 18-1,-9 20-15,-8 11 16,-8-3-16,-9 1 16,-1-5-16,-1-10 15,1-10-15,4-9 16,1-13-16,3-4 16,3-14-16,-4 11 15,4-11-15,0 0 16,37-31-16,7-39 15,5-13-15,-5-4 16,0-5 0,-5 7-16,-2 5 15,-7 17-15,-3 15 16,0 17-16,-1 10 16,-4 11-16,0 10 15,0 18-15,1 23 16,-2 17-16,-6 5 15,-6-16-15,-4-14 16,-2-6 0,-1-10-16,-2-17 15,2 12-15,-2-12 16,22-16-16,7-9 16,5-14-16,-4 0 15,-10 11-15,-7 11 16,-13 17-16,12-11 15,-12 11-15,36 26 16,-6 10-16,3 15 16,1 10-1,-9-7-15,2 3 16,0-1-16,-7-14 16,5-5-16,-2-12 15,-1-9-15,-2-3 16,8-8-16,8 0 15</inkml:trace>
  <inkml:trace contextRef="#ctx0" brushRef="#br0" timeOffset="19567.5">14710 6701 0,'0'0'0,"0"0"0,0 0 15,-5 2-15,5-2 16,-32 28-16,9-4 15,2 2-15,4-1 16,4-6 0,4-5-16,9-14 15,-9 14-15,9-14 16,0 0-16,0 0 16,0 0-16,0 0 15,0 0-15,12-28 16,-2-1-16,-1-6 15,0-1-15,1-3 16,1 1-16,-2 2 16,2 5-1,1 4-15,5 4 16,1 7-16,0 5 16,0 10-16,1 14 15,5 25-15,-3 31 16,-3 15-16,-10 13 15,-7-4-15,-3-7 16,-5-2 15,2-23-31,-1-18 16,0-20-16,6-23 16,0 0-16,-6-25 15</inkml:trace>
  <inkml:trace contextRef="#ctx0" brushRef="#br0" timeOffset="19685.72">14973 6259 0,'0'0'0,"0"0"0,0 0 16,0-3-16,0 3 15</inkml:trace>
  <inkml:trace contextRef="#ctx0" brushRef="#br0" timeOffset="20133.16">15087 6821 0,'0'0'0,"0"0"0,-3-4 16,3 4-16,0 0 16,-13-11-16,13 11 15,0 0 1,-23 14-16,13 15 16,0 16-16,0 5 15,4-1-15,0-14 16,5-18-16,1-17 15,0 0-15,0 0 16,24-26-16,-8-31 16,0-11-1,-4-13-15,-5-7 16,2 2-16,-5 8 16,-1 13-1,-2 20 1,-1 15-16,0 19 15,0 11-15,-1 41 16,-6 128-16,-12 34 16,1-8-16</inkml:trace>
  <inkml:trace contextRef="#ctx0" brushRef="#br0" timeOffset="20934.5">9358 7279 0,'0'0'0,"0"0"16,0 0-16,2 14 15,7 34-15,9 43 16,8 26 0,3 11-16,2 17 15,3 11-15,2 10 16,1 17-16,-9 13 16,-11 10-16,-2 18 15,-10 26-15,-6 24 16,-8 25-16,-8 3 15,-4 11-15,0 12 16,-1 6-16,3-25 16,15 90 15,41-33-31,-12-66 16,7-110-16,-17-122 15</inkml:trace>
  <inkml:trace contextRef="#ctx0" brushRef="#br0" timeOffset="21684.3">15296 7267 0,'0'0'0,"0"0"0,0 0 0,0 0 0,0 0 15,0 5 1,0 14-16,0 31 16,0 32-16,-3 15 15,-1 16-15,-3 13 16,3-1-16,-1 7 15,1 15-15,-1 3 16,0 13-16,2 9 16,3 14-16,3 18 15,4 13 1,1 0-16,0 9 16,2-17-16,-1-2 15,4-17-15,1-2 16,7-12-16,6-9 15,2-11-15,3-23 16,-1-16-16,-1-15 16,3-14-1,1-10-15,1-10 0,2-10 16,6-10 0</inkml:trace>
  <inkml:trace contextRef="#ctx0" brushRef="#br0" timeOffset="22917.51">17304 5888 0,'0'0'0,"0"0"0,0 0 0,0 0 0,0 0 15,-1 7-15,-3 12 16,-3 26 0,-6 22-16,-3 17 15,1 5-15,-2 14 16,-2 3-16,0 5 15,3-6-15,3 0 16,2-8-16,4-8 16,1-3-16,1-11 15,2-4-15,-2-8 16,3-17 0</inkml:trace>
  <inkml:trace contextRef="#ctx0" brushRef="#br0" timeOffset="23650.87">16916 5929 0,'0'0'0,"0"0"15,0 0-15,1-3 16,-1 3-16,10-12 16,4-1-16,18-9 15,28-3-15,18-2 16,1 10 0,0 7-16,-4 6 15,-6 6-15,-5 6 16,-9 5-16,-11 9 15,-11 8-15,-7 13 16,-8 10-16,-10 9 16,-16 13-16,-19 5 15,-18 10-15,-9-3 16,-2-12-16,0-7 16,9-14-1,10-15-15,10-8 16,11-14-16,5-5 15,11-12-15,-10 11 16,10-11-16,0 0 16,2 11-16,13 4 15,29 2-15,24 1 16,7-5 0,2 0-16,-3 0 15,-10-3-15,-9 3 16,-4 5-16,-13 25 31,-13 15-31,-17 9 16,-21 2-16,-21-11 15,-34 9-15,-27-1 16,-21 5-16,5-13 16,-9-8-1,7-8-15,18-15 16,1-15-16,24-8 15,15-8-15,11-8 16,16-7-16,13-12 16,15-18-16,25-22 15</inkml:trace>
  <inkml:trace contextRef="#ctx0" brushRef="#br0" timeOffset="24150.79">18691 6207 0,'-8'5'0,"-12"9"16,-13 13-16,-35 31 16,2 7-1,3 5-15,3 3 16,3 7-16,10-1 15,12-2-15,11 5 16,11-3-16,13-2 16,11-14-16,15-11 15,15-9-15,12-4 16,15-4-16,12-15 16,5-7-16,4-12 15,-3-6 1,-6-3-16,-10-2 15,-13-2-15,-15 1 16,-9-1-16,-7 1 16,5-11-16</inkml:trace>
  <inkml:trace contextRef="#ctx0" brushRef="#br0" timeOffset="24771.22">20046 6164 0,'0'0'0,"-6"-4"16,6 4-16,-37-14 15,-5 4 1,-20 8-16,-17 11 15,-6 8-15,-5 9 16,10 4-16,17 2 16,12-2-16,12 0 15,12-4-15,7 0 16,6 0-16,10-1 16,15 9-16,19 6 15,22 4 1,16 1-16,10-14 15,-6-5-15,-7-6 16,-13-6-16,-18-4 16,-12-3-16,-22-7 15,20 4-15,-20-4 16,-20 29-16,-43 32 16,-34 9-16,2-5 15,1-2 1,13-8-16,17-12 15,16-3-15,17-3 16,13-3-16,10-1 16,10-5-16,15-3 15,18 0-15,26-8 16,19-6-16,14-12 16,5-10-16,6-12 15,-11-3-15,-7-2 16,-3-3-1,-10 4-15,-7 0 16,-10 3-16,-8 0 16,-13 6-16,-10 3 15,-11 6-15</inkml:trace>
  <inkml:trace contextRef="#ctx0" brushRef="#br0" timeOffset="26617.58">5540 9231 0,'0'0'0,"0"0"0,0 0 0,-1 10 16,-3 33 0,-9 60-16,-11 44 15,-9 2-15,-8 9 16,1 1-16,-2-6 16,5-19-16,3-3 15,4-12-15,3-16 16,1-2-16,3-15 15</inkml:trace>
  <inkml:trace contextRef="#ctx0" brushRef="#br0" timeOffset="27200.15">5526 8908 0,'0'0'0,"2"-5"0,2-6 15,17-19-15,22-15 16,17-3-16,5 10 16,-1 12-16,-7 12 15,-8 10-15,-6 6 16,-7 10-16,0 7 15,-8 8-15,-9 11 16,-12 17 0,-11 14-16,-21 23 15,-13 19-15,-19 10 16,-7 10-16,-11 11 16,3-19-16,3-6 15,11-24-15,14-27 16,12-20-16,8-15 15,10-15-15,5-5 16,9-11 0,-10 10-16,10-10 15,0 0-15,0 0 16,0 0-16,0 0 16,0 0-16,28 18 15,9-4-15,9 4 16,6 1-16,-1 6 15,3 14 1,-3 16-16,-1 4 16,-1 4-16,-7-4 15,0-2-15,-2-2 16,-7-4-16,-3-8 16,-8-6-16,1-8 15,-4-11-15</inkml:trace>
  <inkml:trace contextRef="#ctx0" brushRef="#br0" timeOffset="27666.01">6403 10266 0,'0'0'0,"0"0"0,0 0 0,0 0 0,0 0 16,5 3 0,-5-3-16,31 11 15,-2-11-15,15-17 16,1-13-16,-1-18 16,-10-12-16,-4-9 15,-13 0-15,-9 9 16,-8 17-16,-5 10 15,-6 6-15,-7 7 16,-5 6 0,-9 8-16,-9 19 15,-10 28-15,-3 22 16,11 6-16,17 4 16,14 0-16,12 18 15,17 21-15,10 4 16,20-6-16,6-13 15,-1-24-15,9-8 16,25-33 15,29-36-31,11-46 16,-21-28-16,-34-9 16</inkml:trace>
  <inkml:trace contextRef="#ctx0" brushRef="#br0" timeOffset="28349.72">7391 10011 0,'0'0'0,"0"0"0,0 0 16,0 0-16,-6 0 16,6 0-1,-26 9-15,-1 1 16,-11 8-16,-5 7 16,-4 10-16,2 8 15,6 6-15,4-3 16,7-3-16,9-13 15,7-13-15,7-5 16,5-12-16,0 0 16,0 0-1,0 0-15,49-23 16,-3-16-16,-3 2 16,-7 4-16,-7 9 15,-4 8-15,11 15 16,7 4-16,5 2 15,0 1-15,-5 0 16,-1-1-16,3-7 16,12-17-1,2-13-15,0-31 16,-2-17-16,-4-12 16,-9-19-16,-4 3 15,-8-2-15,-10-5 16,-6 22-16,-8 2 15,-6 14-15,-3 16 16,-3 15-16,1 19 16,1 13-1,2 14-15,0 0 16,-16 8-16,-20 52 16,-9 65-16,5 29 15,8 15-15,12 32 16,3-12-16,12-8 15,11-33-15,44 33 32,15-36-32,1-39 15,10-35 1,-26-54-16,18-23 16,14-28-16,-2-16 15,-6-15-15,-4-15 16,-5 1-16,-4-4 15,-9 7-15</inkml:trace>
  <inkml:trace contextRef="#ctx0" brushRef="#br0" timeOffset="30400.99">11401 9018 0,'0'0'0,"0"0"0,0 0 16,-1 12-16,-10 40 15,-11 59-15,-5 26 16,-6 10-16,-8 3 16,-5 10-16,-3-6 15,-8 4 1,1-12-16,2-8 16,12-28-16,10-24 15,10-27-15,10-23 16,3-10-16,8-10 15,19-4 1,41-12 0,53-32-16,6-9 15,-31 2-15,3-2 16,-12 6 0,-1-1-16,-5 8 15,-10 8-15,-7 8 16,-5 7-16,-4 2 15,-1 4-15,-2 1 16,-6 4-16,-4 0 16,-7-1-16,-3 0 15,-3-1-15</inkml:trace>
  <inkml:trace contextRef="#ctx0" brushRef="#br0" timeOffset="30700.58">12448 9866 0,'0'0'0,"0"0"16,0 0-16,0 3 15,0-3-15,0 0 16,-3 20-16,-6 20 15,-7 29-15,-4 6 16,-1-1-16,-3 7 16,-4 5-16,3-6 15,4-11-15,3-12 16,4-9-16,3-12 16,4-9-1</inkml:trace>
  <inkml:trace contextRef="#ctx0" brushRef="#br0" timeOffset="30884.05">12329 9513 0,'0'0'0,"0"0"16,0 0-16,0 0 15,0 0-15,0 0 16,0 0-16,0 0 16</inkml:trace>
  <inkml:trace contextRef="#ctx0" brushRef="#br0" timeOffset="31370.67">12614 9936 0,'0'0'0,"1"3"0,-1-3 15,11 27-15,3 13 16,5 20-16,-1 14 16,-8 6-16,-4-2 15,-3-12 1,-3 1-1,-3-13 1,1-10-16,0-13 16,0-19-16,2-12 15,0 0-15,0 0 16,6-29-16,6-31 16,6-22-1,9-4-15,4 5 16,2 11-16,0 8 15,-1 8-15,-4 15 16,-1 7-16,-2 12 16,0 11-16,1 14 15,2 16-15,-1 21 16,-3 27-16,-7 20 16,-6 13-16,-4-3 15,-7-15 1,0-13-16,0-11 15,0-11-15,4-26 32</inkml:trace>
  <inkml:trace contextRef="#ctx0" brushRef="#br0" timeOffset="32502.61">13448 10323 0,'0'0'0,"0"0"0,0 0 0,0 0 16,1 4-16,-1-4 15,14 17-15,2-2 16,4-5-16,5-13 16,3-12-16,3-15 15,-4-10 1,-5-2-16,-4-3 15,-5-7-15,-7-6 16,-6-2-16,-7 12 16,-5 10-16,0 12 15,-6 14-15,-10 8 16,-11 18-16,-6 15 16,2 13-16,5 9 15,12 19 1,8-1-16,10 16 15,10 5-15,7-12 16,14 7-16,11-5 16,3-14-16,-3-21 15,-3-15-15,-1-15 16,9-11-16,16-19 16,7-28-16,-1-26 15,-12-26 1,1 10-16,-3-6 15,-2-10-15,-27 15 16,-15-1-16,2 33 16,-4 23-16,0 9 15,-1 11 1,0 11 0,0 0-16,0 0 15,-25 41 1,-14 45-16,3 3 15,14-11-15,6-16 16,8-19-16,4-15 16,1-9-16,2-7 15,1-12-15,0 0 16,0 0-16,0 0 16,33-55-16,-6-13 15,-3 0 1,-3 10-16,-2 3 15,0 2-15,3-4 16,4 0-16,4 0 16,0-4-16,-3 6 15,-5 11-15,-6 12 16,-5 11-16,-5 9 16,-6 12-16,6-12 15,-6 12-15,0 0 16,20 24-1,13 35-15,1 29 16,7 22-16,-1 3 16,-15-26-16,-8 4 15,-6-11-15,-4-12 16,1-1-16,-2-19 16,-3-16-16,-3-7 15,-13-5 1,1-4-16,-6 0 15,-2-6-15,4-8 16,3-13-16,13-28 16,36-80-16,24-53 15,15-5-15,4 1 16,-7 23-16,-11 28 16,-8 25-16,-8 24 15,-12 23 16,-9 20-31,-9 12 16,-15 21-16,10-13 16,-10 13-16</inkml:trace>
  <inkml:trace contextRef="#ctx0" brushRef="#br0" timeOffset="35300.69">16455 10527 0,'0'0'0,"-4"12"16,-3 9-16,-10 41 16,-12 44-16,-2 6 15,2-9-15,5-2 16,8-21-16,0-5 15,5-10-15,1-17 16,4-7-16,0-15 16,3-9-1,3-17-15,-1 12 16,1-12 0,-13-72-1,12-75-15,11 12 16,7 47-16,-3 0 15,-1 9-15,2-9 16,-1-7-16,1 2 16,-3 11-1,-2 13-15,3 12 16,0 16-16,3 9 16,1 12-16,6 9 15,9 11-15,9 21 16,7 23-16,0 9 15,1 15-15,-1-3 16,-4-3 0,-5-9-16,-8-14 15,-3-8-15,0-14 16,4-17-16,3-16 16,5-24-16,8-12 15,-1-6-15,0-19 16,-4-1-16,-5 4 15,-4 8-15,-8 15 16,-6 11-16,5 7 16,6 13-1,2 12-15,5 13 16,1 19-16,2 32 16,-7 34-16,-3 37 15,-10 20-15,-4 23 16,-10-11-16,-2-25 15,-3-22-15,1-26 32,-3-17-17,4-23-15,13-16 16,3-22-16,11-18 16,1-35-16</inkml:trace>
  <inkml:trace contextRef="#ctx0" brushRef="#br0" timeOffset="35816.94">18954 10048 0,'0'0'0,"-6"-7"16,6 7-16,-12-21 15,2 5-15,0 1 16,-7 1-16,-18 9 16,-21 13-1,-21 16-15,-1 6 16,1 9-16,16-4 16,7-3-16,15-2 15,9 0-15,11-2 16,10 7-16,11 3 15,11 6-15,42 23 32,30 23-32,7-2 15,-10-21 1,-28-26-16,-6-7 16,-1-5-16,-10-7 15,-13-8-15,-24-14 16,15 15-16,-24-1 15,-27 8-15,-22 18 16,-3-2-16,-9 3 16,-2-2-1,6-6-15,8-5 16,8-5-16,4-4 16,6-5-16,7-5 15,14-8-15</inkml:trace>
  <inkml:trace contextRef="#ctx0" brushRef="#br0" timeOffset="36433.58">19946 10048 0,'0'0'0,"0"-3"16,0 3-16,0 0 16,0-15-16,0 15 15,-6-11 1,-8 1-16,-33 5 16,-30 16-16,-22 19 15,-13 10-15,1 8 16,9 3-16,16 1 15,21-4-15,20-5 16,12-2-16,17-2 16,13 2-16,10 2 15,16-5 1,11 4-16,15-7 16,3-10-16,0-9 15,-7-10-15,-11-4 16,-9-2-16,-25 0 15,22 0-15,-22 0 16,0 0-16,-18 30 16,-22 24-16,-13 9 15,-5 4-15,0 1 16,8-7 0,12-12-16,19 7 15,15 5-15,11-10 16,22 5-16,9-13 15,21-13-15,18-14 16,5-25-16,4-21 16,4-5-16,-3-11 15,-9 0 1,-9 0-16,-10-11 16,-13 4-16,-5 8 15</inkml:trace>
  <inkml:trace contextRef="#ctx0" brushRef="#br0" timeOffset="45399.7">13173 2199 0,'0'0'0,"0"0"0,0 0 0,0 0 15,-3-2-15,3 2 16,0 0 0,0 0-16,0 0 15,0 0-15,0 0 16,0 0-16,0 0 15,0 0-15,0 0 16,0 0-16,-16 1 16,9 13-16,-12 21 15,-3 15-15</inkml:trace>
  <inkml:trace contextRef="#ctx0" brushRef="#br0" timeOffset="47033.17">11342 4720 0,'0'0'0,"0"0"0,6 0 0,14 0 15,30-2-15,32-2 16,20-4-16,20-4 16,15-7-16,16-9 15,21-11-15,17-11 16,9-4-1,0-2-15,-1-1 16,-12 2-16,9-1 16,-16 5-16,-2 0 15,-11 5-15,-17 5 16,-6 0-16,-18 8 16,-20 4-16,-18 6 15,-21 6-15,-14 4 16,-18 4-1,-9 4-15,-8 2 16,-18 3-16,18-3 16,-18 3-16,0 0 15,0 0-15,0 0 16</inkml:trace>
  <inkml:trace contextRef="#ctx0" brushRef="#br0" timeOffset="47916.91">10630 4852 0,'0'0'0,"0"0"15,0 0-15,4 0 16,-4 0-16,61-10 16,33-4-16,28-5 15,23-14 1,18-13-16,19-18 15,19-8-15,8-11 16,4 0-16,2-2 16,-11 5-16,-3 2 15,-14 13-15,-15 10 16,-22 10-16,-19 8 16,-25 10-16,-24 9 15,-28 8 1,-18 5-16,-15 1 15,-21 4-15,24-1 16,-24 1-16,0 0 16,17 5-16,-17-5 15,0 0-15,0 0 16,0 0-16,0 0 16,7 9-16,-7-9 15,0 0 1,0 0-16,-2 11 0,2-11 15,0 0 1,0 0-16,-6 10 16,6-10-16,0 0 15,-7 12-15,7-12 16,0 0-16,0 0 16,0 0-16,-14 10 15,14-10-15,0 0 16,0 0-1,0 0-15,0 0 16,0 0-16,-17 6 16,17-6-16,0 0 15,0 0-15,0 0 16,0 0-16,0 0 16,0 0-16,0 0 15,0 0-15,0 0 16,0 0-1,0 0-15,0 0 16,-3 11-16,3-11 16,0 0-16,0 0 15,0 0-15,0 0 16,0 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29:28.216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15956 8597 0,'0'0'0,"0"0"0,13-5 0,16-8 15,22-8-15,6 2 16,0 4-16,0 7 15,2 3-15,-2 0 16,-2 3-16,-2 2 16,-1 0-16,2 0 15,0 0-15,-3 0 16,-3 0 0,-1 2-16,3 1 15,2 3-15,5-1 16,-4 3-16,0-2 15,-3 3-15,2 0 16,-1 2-16,-2 0 16,2-1-16,1 0 15,-2 1-15,3 0 16,-3-2 0,2-3-16,4-1 15,0-3-15,3 0 16,-5 2-16,1-2 15,5 0-15,-1-2 16,3 0-16,-2 0 16,-4 0-16,3-2 15,1 1-15,1-2 16,-3 1 0,-2-2-16,2 1 15,2 1-15,0-1 16,-2 0-16,-4 1 15,0 0-15,1-2 16,-1 3-16,1-3 16,-2 3-16,-4 1 15,3 0-15,5 1 16,0 3-16,1-3 16,-4 3-1,0 0-15,4-1 16,0 0-16,2-1 15,-2 1-15,-3-1 16,-1 0-16,0 2 16,-2-2-16,2 1 15,-4-1-15,5 1 16,2-1 0,2 1-16,3 0 15,-1-1-15,2 1 16,4-1-16,3 0 15,-1-2-15,-2-2 16,1 1-16,0-1 16,-1 0-16,-3 2 15,-4-2-15,2 0 16,1 1 0,2 0-16,-5-1 15,-5 1-15,1 1 16,1 1-16,0-1 15,-2 0-15,-4 2 16,1 0-16,-5 2 16,0-2-16,-3 0 15,-2-1 1,-4 1-16,1-2 16,-1 3-16,2 2 15,3-1-15,-1-1 16,2 0-16,0 1 15,4-4-15,0-2 16,6-2-16,3 0 16,1-3-16,-6 0 15,0 2-15,3-3 16,3 2-16,4 0 16,-3-1-1,1-1-15,1 0 16,0-1-16,1 2 15,1-1-15,0-1 16,-2 0-16,-6-1 16,0 4-16,-5-3 15,-3 2 1,3-1-16,-7 2 0,-2-1 16,-8 1-1,0 2-15,-4 1 16,-3 2-16,-1 2 15,-6 1-15,-19-2 16,25 2-16,-25-2 16,17 2-16,-17-2 15,0 0-15,0 0 16,17 5 0,-17-5-16,0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15,14-11-15,-14 11 16,3-14-16,1-4 16,8-10-1,2-6-15,1-5 16,2 0-16,0-3 15,1 0-15,-1 3 16,-2 2-16,2-2 16,-1 0-16,1 1 15,-3 1-15,-7-2 16,-1 0-16,-4-2 16,-2 7-1,-1 0-15,-1 0 16,-3-3-16,-2-4 15,-5-1-15,-3 5 16,-9 4-16,-8 6 16,-15 0-16,-9 3 15,-9 4-15,-5 4 16,-7 2-16,-7 6 16,-3 3-16,-6 3 15,-3 2 1,-7-2-16,-7 4 15,6-1-15,-15 0 16,3 1-16,3-1 16,-8 1-16,13-2 15,-6 2-15,1 0 16,7-2-16,-8 2 16,3-1-1,4 0-15,-7 0 16,6 1-16,3-4 15,-6 0-15,7-1 16,-2 1-16,-4 0 16,6-1-16,-4 0 15,2 0-15,8 1 16,4 0-16,-1 0 16,4-2-1,4 3-15,-1 1 16,4 0-16,-2 0 15,5 1-15,-4-1 16,2 2-16,1-2 16,3 2-16,0-2 15,0 3-15,1-2 16,3 0-16,-1 0 16,-2 1-1,4-2-15,2 1 16,7 0-16,-4 2 15,3-1-15,3-2 16,6 2-16,3 0 16,-3-2-16,-3 2 15,3-1-15,3-1 16,0-1-16,-5-1 16,1-2-1,0 1-15,1 0 16,1 0-16,0 0 15,-3 0-15,1-2 16,1 1-16,-2 1 16,-1-2-16,-2 3 15,-3 1-15,-1 2 16,-3 1-16,-4 3 16,0-3-16,-1 0 15,5 1 1,0-2-16,0 1 15,-4 0-15,0-2 16,-3 2-16,1-1 16,1-2-16,0-1 15,3-3-15,-2 0 16,-1 0 0,-1-4-16,-1 0 0,0 1 15,-1-2 1,-2 3-16,1-4 15,0 3-15,1-2 16,1 1-16,0 0 16,3 1-16,-2 1 15,2-2-15,-2 2 16,2 1-16,4-1 16,0 1-1,-1-1-15,4 1 16,4-1-16,-5 1 15,5 0-15,-3-1 16,5 3-16,0 0 16,-1 1-16,0-2 15,2 3-15,4 2 16,0 0-16,0 0 16,-1 0-1,2 1-15,1 2 16,-1 1-16,4-2 15,-6 2-15,3-1 16,2 0-16,3 1 16,4-1-16,3 1 15,0 0-15,-3 0 16,2 1-16,2-3 16,6 1-16,3 0 15,3-1 1,3 0-16,3 1 15,4-1-15,3-2 16,15 0-16,-24 2 16,24-2-16,-15 3 15,15-3-15,0 0 16,0 0-16,-16 6 16,16-6-16,0 0 15,-9 13 1,0 2-16,-8 13 15,-6 9-15,0 3 16,-2 2-16,-4 2 16,-2 4-16,0-3 15,2 0-15,0-4 16,2-4-16,5-2 16,0-3-16,5 0 15,-1 2-15,3 1 16,1 0-1,4-3-15,3-4 16,1-3-16,1-5 16,3 2-16,0-3 15,0 1-15,1 1 16,0 2-16,-1-1 16,2 2-16,2-1 15,-1 3-15,2 1 16,-1-2-1,0 0-15,4-2 16,-1 0-16,0-3 16,4 3-16,1-2 15,4 4-15,3 1 16,6 2-16,4 1 16,0-2-16,0-4 15,5 0-15,2-1 16,3-2-1,7 2-15,-1-4 16,6-1-16,1-3 16,-2-1-16,-3-2 15,-1 0-15,3 0 16,3-1-16,5 2 16,-3-1-16,-3-2 15,-4 0-15,2 1 16,1-1-1,-1 0-15,0 0 16,1-1-16,2 3 16,3-3-16,-4 1 15,-3-2-15,0 1 16,3 1-16,3 1 16,0 0-16,-4 0 15,-2-1-15,1 0 16,-1 0-1,0 3-15,0-3 16,-1 0-16,0 1 16,1-2-16,1 2 15,-2-2-15,-1 1 16,-2 1-16,6-3 16,0 1-16,3-3 15,1-2-15,-3-3 16,0-1-1,1-1-15,1-2 16,-1 2-16,-2-3 16,1 2-16,0-2 15,-2 0-15,0-1 16,-2 1-16,0 0 16,-2 0-16,-1 0 15,-2-1-15,0 1 16,-3 1-16,0-3 15,-5 1-15,-2-1 16,-1 1 0,-3-1-16,3-1 15,-2-1-15,-3 0 16,-6 1-16,-18 8 16,23-13-16,-23 13 15,19-15 1,-19 15-16,13-19 15,-7 7-15,0 0 16,-1-4-16,0-1 16,-2-2-16,-1 2 15,-1-2-15,1 2 16,-2-3-16,3-1 16,-2 1-16,0 1 15,1 2-15,-2-1 16,1 3-16,0-3 15,0 0 1,2-3-16,0-1 16,4 2-16,1 0 15,3 1-15,5 1 16,-2 3-16,3 0 16,-1 5-16,-16 10 15,27-16-15,-27 16 16,16-5-16,-16 5 15,0 0 1,0 0-16,17-7 16,-17 7-16,0 0 15,0 0-15,0 0 16,0 0-16,0 0 16,0 0-16</inkml:trace>
  <inkml:trace contextRef="#ctx0" brushRef="#br0" timeOffset="4949.25">14926 11168 0,'0'0'0,"0"0"0,0 0 15,-4 0-15,4 0 16,0 0-16,0 0 16,0 0-16,0 0 15,-18-3-15,18 3 16,0 0-16,-8 22 16,3 7-1,1 18-15,10-1 16,2-2-16,4-6 15,6-5-15,2-3 16,5-5-16,6-8 16,7-9-1,13-16-15,11-18 0,7-20 16,-2-21 0,-6-5-16,-9-2 15,-10 0-15,-7 6 16,-8 9-16,-7 17 15,-9 13-15,-5 14 16,-6 15-16,7-13 16,-7 13-16,0 0 15,0 0-15,0 0 16,3 15-16,0 29 16,-2 29-16,-8 28 15,-14 18 1,-3 19-16,1-9 15,-15 88 1,9 5 0,11-2-16,2-15 15,8-71-15,-4 6 16,4-13-16,0-26 16,-10-11-1,-20-4-15,6-20 16,-2-16-16,5-17 15,8-13-15,1-7 16,3-9-16,-3-10 16,-3-14-16,1-24 15,-1-28-15,11-31 16,3-1-16,15-8 16,9 2-16,5 10 15,4-7 1,9 7-16,9 3 15,6-1-15,-1 22 16,-3 13-16,-3 15 16,1 6-16,2 8 15,1 7-15,-4 6 16,-7 7 0,-10 5-16,-6 4 15,-2 1-15,-16 4 16,19-5-16,-19 5 15,0 0-15,0 0 16,0 0-16</inkml:trace>
  <inkml:trace contextRef="#ctx0" brushRef="#br0" timeOffset="5431.97">16253 10500 0,'0'0'0,"0"0"0,-2 2 15,-4 11-15,-11 26 16,-11 30-16,-1 11 16,2 2-16,0 2 15,-1 2-15,1 2 16,0 7-16,4-5 16,-1 3-16,0 2 15,3-7 1,0-1-16,-1 21 31,15-6-31,9-10 16,11-18-16,5-31 15,4-12-15,1-9 16,5-8-16,8-7 16,12-5-16,6-7 15,-4-1 1,-7-1-16,-5-3 15,-4-5-15,-4-7 16</inkml:trace>
  <inkml:trace contextRef="#ctx0" brushRef="#br0" timeOffset="6549.15">16663 11414 0,'0'0'0,"0"0"15,-5 0-15,5 0 16,-15 6-16,15-6 16,-25 17-16,11 1 15,-1 10 1,4 0-16,4 7 15,8-2-15,6-6 16,6-5-16,1-6 16,9-7-16,6-5 15,3-5-15,2-6 16,-3-5-16,0-9 16,-2-7-16,-6-4 15,-5-2 1,-8-4-16,-9-6 15,-6 0-15,-9-1 16,-9 6-16,-2 3 16,-4 5-16,-4 7 15,4 8-15,2 7 16,0 7-16,1 4 16,6 6-16,2 4 15,6 4 1,10 6-16,6 4 15,10 0-15,15-5 16,15-7-16,12-4 16,8-6-16,3-10 15,3-13-15,6-10 16,-3-9-16,-8-2 16,-8 0-16,-6-5 15,-5-2 1,-8 2-16,-8 0 15,-13 5-15,-10 3 16,-4 5-16,-11 6 16,-7 3-16,-4 5 15,-5 7-15,-1 5 16,0 8-16,-2 13 16,1 15-16,5 11 15,8 13 1,10-3-16,7-3 15,6-1-15,6 13 16,5 7-16,3 6 16,3 5-16,4 7 15,0 1-15,1 4 16,9 55 0,-41 58-1,5-29-15,-16-27 16,-16-61-1,3-22-15,-9 13 16,-2-2-16,13-24 16,5-12-16,5-23 15,12-16-15,-39 8 16,17-24-16,-3-16 16,1-24-16,15-19 15,2-15 1,22-24-16,-1 9 15,6-20-15,4 9 16,13-16-16,4 8 16,-3 28-16,2 13 15,-4 21-15,-3 9 16,-7 17-16,-8 8 16,-2 8-16,-9 6 15,-7 14-15,10-14 16,-10 14-1</inkml:trace>
  <inkml:trace contextRef="#ctx0" brushRef="#br0" timeOffset="7217.48">18019 11019 0,'0'0'0,"0"0"0,0 0 0,0 0 0,6 4 16,8 5-16,12 19 16,4 19-16,-1 16 15,-2 7-15,-1 0 16,-6-18-16,-4-12 16,0-7-16,9-15 15,6-7 1,-2-10-16,1-9 15,-6-6-15,0-7 16,-3 0-16,-7-1 16,-1 5-16,-7 8 15,-6 9-15,6-10 32,-6 10-32,6 11 15,1 25-15,-7 22 16,-5 24-16,-3 9 15,-2 15 1,1 12-16,-2 4 16,0 8-16,0-5 15,1 2-15,-1 6 16,-4-22-16,-24-1 16,-4-16-16,5-10 15,4-8-15,6-16 16,3-12-16,-1-20 15,-8-14 1,4-7-16,-4-15 16,-1-15-16,2-17 15,5-32-15,15-10 16,28-21-16,15-13 16,12-5-16,13-11 15,-4 19-15,11 5 16,13 11-1,-2 11-15,-3 17 16,-7 8-16,-4 6 16,0 0-16,-5 4 15,-13 9-15</inkml:trace>
  <inkml:trace contextRef="#ctx0" brushRef="#br0" timeOffset="7781.96">18319 10480 0,'0'0'0,"0"0"0,0 0 0,0 0 15,0 0 1,0 0-16,0 0 16,-1 3-16,1-3 15,-8 11-15,8-11 16,0 0-16,-11 12 16,11-12-16,0 0 15,0 0-15,0 0 16,0 0-16,0 0 15,0 0 1,0 0-16,13-21 16,9-6-16,5-3 15,0 5-15,-2 3 16,2 3-16,-2 6 16,-1 3-16,0 5 15,-2 3-15,2 6 16,1 4-1,3 7-15,1 5 16,-2 4-16,-4 2 16,-3 1-16,-2 2 15,-2 1-15,0-1 16,-2-4-16,-1-1 16,2-4-16,2-8 15</inkml:trace>
  <inkml:trace contextRef="#ctx0" brushRef="#br0" timeOffset="8832.03">15726 8435 0,'0'0'0,"0"0"0,0 0 16,0 0-16,0 0 15,0 0-15,0 3 16,0-3-16,0 0 15,0 0-15,0 0 16,0 0-16</inkml:trace>
  <inkml:trace contextRef="#ctx0" brushRef="#br0" timeOffset="9433.28">15366 10753 0,'0'0'0,"-2"-3"0,2 3 15,0 0-15,0 0 16,0 0-16,0 0 15,0 0-15</inkml:trace>
  <inkml:trace contextRef="#ctx0" brushRef="#br0" timeOffset="14648.17">19075 11554 0,'0'0'0,"0"0"0,0 0 16,0 0-16,0 0 15,0 0-15,7 2 16,12-2-16,19 0 16,14-6-16,9-5 15,3-3 1,1-2-16,2 0 15,-4 0-15,-6 2 16,-2 1-16,-5 0 16,-8 3-16,-3 2 15,-7 1-15,-5 3 16,-6 3-16,-21 1 16,20 0-16</inkml:trace>
  <inkml:trace contextRef="#ctx0" brushRef="#br0" timeOffset="15015.62">19418 11030 0,'2'2'0,"-2"-2"0,0 0 0,0 0 0,0 0 16,0 0-16,0 0 16,0 0-16,0 0 15,0 0-15,7 16 16,-7 22-16,0 21 16,-4 3-16,-7-2 15,-6 0 1,-3 9-16,0 4 15,-2 7-15,-5 11 16,7-3-16,0 0 16,5 1-16,-2-1 15,-1 3-15,4-11 16,-1-3-16,8-25 16,2-5-16,5-32 15</inkml:trace>
  <inkml:trace contextRef="#ctx0" brushRef="#br0" timeOffset="15966.03">20418 10804 0,'-2'-5'0,"2"5"0,0 0 0,0 0 15,-15-2-15,-15 7 16,-28 36-16,-15 45 15,10 2 1,9 11-16,10 8 16,6-13-16,2 20 15,4-2-15,-6 63 32,16 6-32,4-16 15,13-16-15,10-70 16,9-8-16,7-12 15,3-17-15,17-10 16,10-4-16,5-18 16,6-8-1,4-30-15</inkml:trace>
  <inkml:trace contextRef="#ctx0" brushRef="#br0" timeOffset="16314.57">20591 11319 0,'0'0'0,"0"0"15,-2 4-15,-1 14 0,-8 33 16,-6 40-16,-5 12 16,-1 9-1,2-7-15,0-3 16,1-2-16,3-11 16,1-7-16,3-4 15,3-16-15,4-4 16,6-15-16,0-43 31</inkml:trace>
  <inkml:trace contextRef="#ctx0" brushRef="#br0" timeOffset="16583">20740 11840 0,'0'0'0,"0"0"0,0 0 15,0 0-15,0-3 16,0 3-16,0 0 16,31-6-16,-5 4 15,4 4-15,3 1 16,-2 3-16,-1-2 15,1-1-15,-1 3 16,1-1 0,-1 1-16,-5-2 15</inkml:trace>
  <inkml:trace contextRef="#ctx0" brushRef="#br0" timeOffset="17415.68">21357 11448 0,'0'0'0,"0"0"16,0 0-16,0 0 16,0 6-16,0 18 15,0 24-15,0 15 16,0 1-16,0-9 15,2-5-15,4-13 16,5-12-16,7-5 16,2-3-1,3-8-15,8-9 16,-3-7-16,4-11 16,-1 0-16,-3-2 15,-7 2-15,-6 6 16,-3 0-16,-2 1 15,-10 11-15,11-11 16,-11 11 0,0 0-16,0 0 15,0 0-15,0 0 16,5 30-16,-14 24 16,-8 22-16,-5 18 15,-5 19-15,-15 67 31,3-21-31,8-17 16,7-31-16,9-41 16,-3 9-1,-2-4-15,1-18 16,-5-21-16,-3-8 16,-2-6-16,-2-5 15,7-8-15,3-6 16,-5-6-16,-4-16 15,-1-14-15,4-11 16,11-9-16,12-1 16,0-11-16,12-21 15,8-2 1,8-1-16,8 11 16,-1 14-16,2 6 15,5 4-15,-4 7 16,-2 7-16,-3 10 15,-9 9-15,-7 7 16,-13 14-16,16-15 16,-16 15-1,0 0-15,0 0 16,0 0-16,0 0 16,0 0-16,0 0 15,0 0-15,0 0 16,2 14-16</inkml:trace>
  <inkml:trace contextRef="#ctx0" brushRef="#br0" timeOffset="18999.4">21972 11071 0,'0'0'0,"0"0"0,0 0 15,0 0-15,0 0 16,0 0-16,10 9 16,7 15-16,11 12 15,5 6 1,4 6-16,1 3 16,1 8-16,-6 12 15,-7 3-15,-7 10 16,-6 10-16,-4 1 15,-7 9-15,-6 14 16,-5-17-16,-15 14 16,-15 40 15,1-20-31,2-18 0,11-33 16,9-34-1,-1-6-15,0-2 16,3-9-16,4-12 15,2 0-15,2-2 16,-1-7-16,7-12 16,0 0-16,0 0 15,0 0 1,0 0-16,0 0 16,-19 7-16,19-7 15,0 0-15,-17-10 16,17 10-16,-16-9 15,16 9-15,-20-8 16,20 8-16,-21-8 16,21 8-16,-21-11 15,21 11-15,0 0 16,-17-7 0,17 7-16,0 0 15,0 0-15,0 0 16,0 0-16,0 0 15,0 0-15,-15-9 16,15 9-16,0 0 16,0 0-16,-10-11 15,10 11 1,0 0-16,0 0 0,0 0 16,0 0-1,0 0-15,0 0 16,-3-10-16,3 10 15,0 0-15,0 0 16,0 0-16,0 0 16,0 0-16,0 0 15,0 0-15,0 0 16,0 0 0</inkml:trace>
  <inkml:trace contextRef="#ctx0" brushRef="#br0" timeOffset="19932.36">22981 11379 0,'0'0'0,"0"0"0,0 0 16,0 0-16,-1 11 15,-3 18-15,-5 24 16,-8 16-16,-3-1 16,-1 1-1,2-2-15,-1 0 16,0-8-16,2-4 15,0-4-15,2-6 16,3-7-16,2-8 16,3-6-16,1 0 15,6 2-15,4-1 16,7-3-16,5-6 16,5-2-1,19-5-15,4-9 16,-1-16-16</inkml:trace>
  <inkml:trace contextRef="#ctx0" brushRef="#br0" timeOffset="20515.64">23289 11833 0,'0'0'0,"0"0"0,0 0 15,0 0-15,-4 0 16,4 0-16,0 0 16,-20 17-16,8-1 15,2 1-15,7 1 16,3-4-16,6-3 16,7 2-16,3 0 15,8-4 1,0-6-16,-2-4 15,-1-6-15,-2-1 16,-8-4-16,-2 0 16,-5-1-16,-2 0 15,1-2-15,-3 3 16,-2 0-16,1 2 16,1-1-1,-2 0-15,4-6 16,10-9-16,9-6 15,6-7-15,4 4 16,0 3-16,-2 4 16,-4 7-16,-5 5 15,-4 6-15,-16 10 16,29-1-16,-29 1 16,23 35-1,-17 4-15,-9 18 16,-11 13-16,-9 10 15,-3 5-15,-8-2 16,0-3-16,0-12 16,0-9-16,5-12 15,2-4-15,6-15 16,7-8-16,14-20 16,0 0-16,0 0 15</inkml:trace>
  <inkml:trace contextRef="#ctx0" brushRef="#br0" timeOffset="20881.82">23966 11134 0,'0'0'0,"0"0"16,-1 3-16,-9 9 15,-12 21-15,-13 17 16,-3 10-16,1 7 16,5 13-1,5 6-15,7-2 16,2 3-16,6-14 15,7-6-15,5-5 16,5-9-16,5-5 16,6-4-16,15-13 31,13-10-31,10-10 16,2-26-1</inkml:trace>
  <inkml:trace contextRef="#ctx0" brushRef="#br0" timeOffset="21148.72">24164 11496 0,'0'0'0,"0"0"0,-3 3 15,-1 8-15,-3 9 16,-6 20-16,-5 14 16,-6 4-16,0 2 15,3-6-15,0-1 16,1-3-16,3-6 16</inkml:trace>
  <inkml:trace contextRef="#ctx0" brushRef="#br0" timeOffset="21832.45">24241 11786 0,'0'0'0,"0"0"0,0 0 0,0 0 0,0 0 15,5-1-15,-5 1 16,27-5-16,-7-2 16,0 1-16,1-7 15,1-6-15,0-3 16,-8 5-16,-4 1 16,-7 5-1,-3 11-15,3-10 16,-3 10-16,0 0 15,0 0-15,0 0 16,0 0-16,0 0 16,1 14-16,2 0 15,-1 1-15,1 0 16,3-2-16,-6-13 16,18 15-16,-18-15 15,32 7-15,-14-7 16,-1-3-1,3 1-15,-1-1 16,-1 2-16,-18 1 16,26 16-16,-15 10 15,-4 15-15,-10 16 16,-6 8-16,-8-1 16,-4 8-16,-2-3 15,-4 8-15,-1 2 16,0-8-1,-6-14-15,-4-15 16,9-17-16,8-10 16,7-5-16,14-10 15,-20 10-15,20-10 16,-19-14-16,13-12 16,9-17-16,10-10 15,19-16-15,5 1 16,2 6-16,5 2 15,-4 7 1,0 7-16,-1-1 16,-3 1-16</inkml:trace>
  <inkml:trace contextRef="#ctx0" brushRef="#br0" timeOffset="22265.74">24293 11414 0,'0'0'0,"0"0"15,0 0-15,0 0 16,0 0-16,0 0 15,-1 4 1,1-4-16,0 0 16,0 0-16,0 0 15,25-15-15,-4-2 16,1-3-16,-4 1 16,-6 5-16,-12 14 15,14-16-15,-14 16 16,0 0-16,0 0 15,22-5 1,-9 16-16,2 9 16,2 5-16,-3-1 15,-3-2-15,-2-1 16,0-5-16,0 0 16</inkml:trace>
  <inkml:trace contextRef="#ctx0" brushRef="#br0" timeOffset="22565.98">24750 10974 0,'0'0'0,"0"0"16,0 0-16,0 0 15,0 0 1,0 0-16,0 0 16,7 9-16,11 16 15,12 29-15,1 24 16,-7 15-16,-4 7 16,-9 15-16,-7 0 15,-1 5-15,-9 17 16,-14 122 15</inkml:trace>
  <inkml:trace contextRef="#ctx0" brushRef="#br0" timeOffset="71648.35">21889 3227 0,'0'0'0,"0"0"0,0 0 15,-1 14-15,-2 26 16,-6 34-16,-1 15 16,1 5-16,-2-2 15,5 0 1,3-10-16,10-17 16,8-19-16,11-9 15,7-13-15,-3-8 16,7-16-16,3-13 15,22-15-15,11-15 16,-5-2-16,-4-14 16,-16-1-16,-6 5 15,-1 5-15,-12 15 16,-4 8 0,-2 7-16,-2 9 15,2 4-15,-4 7 16,-1 14-16,-1 18 15,-2 29-15,-7 16 16,-8 17-16,-6 6 16,-6 13-16,-5 21 15,-1-17-15,-10 95 32,4-41-17,6-28-15,-9-8 16</inkml:trace>
  <inkml:trace contextRef="#ctx0" brushRef="#br0" timeOffset="71931.21">22211 4898 0,'12'-17'0,"3"-12"0,-15 29 0,25-43 16,29-56-16,-16 30 16,12-11-16,-3 26 15,-4 11-15,-1 8 16,-16 12 0,-3 3-16,-3 5 15,-4 0-15,-16 15 16,22-17-16,-22 17 15,16-10-15,-16 10 16</inkml:trace>
  <inkml:trace contextRef="#ctx0" brushRef="#br0" timeOffset="72631.61">23012 4113 0,'0'0'0,"3"-4"0,-3 4 15,0 0-15,27-15 16,-3 5-16,8-4 16,6 0-1,-3 4-15,-3 2 16,-2 4-16,-1-1 15,-3 0-15,-2 1 16,-2 2-16,-1 0 16,-1-1-16,0-4 15,-4-2 1,-16 9-16,20-23 16,-15 1-16,3-12 31,-2-13-31,-2 14 15,-4 9-15,0 10 16,0 14-16,0-11 16,0 11-16,0 0 15,0 11-15,-3 17 16,-1 11 0,2 6-16,2 0 15,4-2-15,1-8 16,2-5-16,3-8 15,0-5-15,4-5 16,3-12-16,6-10 16,6-13-16,2-16 15,-3 2-15,-6 5 16,-6 10-16,-4 7 16,-4 5-1,-8 10-15,14-13 16,-14 13-16,32 21 15,-5 15-15,0 21 16,-9 12-16,-7 12 16,-16 11-16,-2-4 15,-6 2-15,-1-15 16,-1 12-16,-3 10 16,2-6-1</inkml:trace>
  <inkml:trace contextRef="#ctx0" brushRef="#br0" timeOffset="72798.32">23664 4292 0,'2'-3'0,"14"-10"0,9-6 15,32-28-15</inkml:trace>
  <inkml:trace contextRef="#ctx0" brushRef="#br0" timeOffset="73297.62">23303 3476 0,'0'0'0,"-4"6"15,-6 5-15,-8 20 16,0 8-16,5-4 15,9-12-15,1-10 16,3-13-16,0 13 16,0-13-16,0 0 15,12-15-15,7-13 16,8-12-16,1 1 16,0 1-1,3 4-15,-2 10 16,3 12-16,-5 7 15,1 5-15,-1 7 16,-1 7-16,0 6 16,1 8-16,-1 2 15,1 5-15,4 6 16,2 1-16,-5-5 16,-6-6-1,-3-6-15,11-3 16</inkml:trace>
  <inkml:trace contextRef="#ctx0" brushRef="#br0" timeOffset="73714.7">24183 3014 0,'0'0'0,"0"0"16,0 0-16,0 0 15,2 4-15,9 10 16,14 20-16,14 21 16,3 11-1,-8 13-15,-6 16 16,-7 4-16,-4 10 15,-7 8-15,-23 83 32,-5 17-32,-11-2 15</inkml:trace>
  <inkml:trace contextRef="#ctx0" brushRef="#br0" timeOffset="74365">21882 2839 0,'0'0'0,"0"0"0,0 0 16,-1-3-16,1 3 16,0 0-16,-45 48 15,-4 34-15,9 5 16,6 10-16,3 13 16,8-5-16,4 9 15,6 1-15,5 42 16,8-19-1,6 62-15,13-15 16,7-1-16,58 51 31,-36-126-31,76 23 16</inkml:trace>
  <inkml:trace contextRef="#ctx0" brushRef="#br0" timeOffset="75602.22">24533 2506 0,'0'0'0,"10"-3"0,-10 3 16,39 0-16,-8 3 15,1 2-15,9 5 16,-4 4-1,-5 4-15,-9 5 16,-8 10-16,-10 4 16,-19 12-16,-22 7 15,-10-3-15,-12 0 16,14-1-16,1-3 16,7-6-16,7-10 15,10-11-15,6-8 16,13-14-16,-10 12 15,10-12-15,37 8 16,51-15 0,63-15-16,42-14 15,-70 29-15,238-77 16</inkml:trace>
  <inkml:trace contextRef="#ctx0" brushRef="#br0" timeOffset="77914.48">22196 2576 0,'0'0'0,"0"0"16,0 0-16,0 5 15,0 5-15,0 12 16,0 14-16,0 1 16,1-2-16,1-5 15,4-5 1,0-5-16,-1-4 16,2-4-16,-7-12 15,11 13-15,-11-13 16,18 11-16,9-7 15,29-6-15,34-17 16,18-17-16,3-9 16,-1-5-16,-3-2 15,-3-4 1,-3-1-16,-4-2 16,-6 0-16,-2 2 15,-6 2-15,3 2 16,7 13-16</inkml:trace>
  <inkml:trace contextRef="#ctx0" brushRef="#br0" timeOffset="81497.57">22544 1841 0,'0'0'0,"0"0"0,0 0 16,1 3-1,1 8-15,10 20 16,7 28-16,9 23 15,2 6-15,1-2 16,4 11-16,-3-6 16,5 11-16,-2 2 15,4 13-15,-3 11 16,0 2-16,4 25 16</inkml:trace>
  <inkml:trace contextRef="#ctx0" brushRef="#br0" timeOffset="116930.85">22450 5203 0,'0'0'0,"0"0"0,0 0 16,0 0-16,0 0 15,0 0-15,0 0 16,-1 3-16,-2 7 16,-6 14-16,-7 23 15,0 5-15,-2 4 16,-2 2 0,3-6-16,1 2 15,-1-5-15,0-2 16,0-3-16,2-5 15,3-5-15,0-7 16,5-1-16,0-2 16,3 0-16,3-5 15,1-2-15,0-3 16,0-14 0,1 17-16,-1-17 15,5 14-15,-5-14 16,0 0-16,6 12 15,-6-12-15,0 0 16,0 0-16,0 0 16,0 0-16,0 0 15,0 0-15,0 0 16,0 0-16,0 0 16,0 0-1,-9-16-15,2 4 16,-3-3-16,-2-2 15,1-1-15,-1 3 16,2 3-16,1 1 16,9 11-16,-13-16 15,13 16 1,0 0-16,-11-13 16,11 13-16,0 0 15,0 0-15,0 0 16,0 0-16,0 0 15,0 0-15,0 0 16,0 0-16,0 0 16,0 0-16,-14 20 15,14-3-15,1 10 16,5 2 0,6 1-16,4-3 15,8-4-15,4-6 16,4-6-16,8-4 15,4-9-15,9-7 16,2-6-16,-5-3 16,-7-1-16,-5 0 15,-8 0-15,-3 0 16,-5 2 0,-5 4-16,-17 13 15,23-16-15,-23 16 16,0 0-16,12-13 15</inkml:trace>
  <inkml:trace contextRef="#ctx0" brushRef="#br0" timeOffset="117214">22239 6524 0,'0'0'0,"0"0"0,0 0 16,0 0 0,0 3-16,0-3 15,0 11-15,0 7 16,0 17-16,0 6 15,0 0-15,0-8 16,0-6-16,-1-2 16,0 2-16,-2 9 15</inkml:trace>
  <inkml:trace contextRef="#ctx0" brushRef="#br0" timeOffset="118998.53">22774 6757 0,'0'0'0,"0"0"0,0 0 16,0 0-16,0 0 16,0 0-1,0 0-15,0 0 16,0 0-16,0 0 15,0 0-15,0 0 16,0 0-16,0 0 16,0 0-16,0 0 15,0 0-15,0 0 16,10-3 0,12-3-16,13-4 0,-2 1 15,-3 0 1,-3 2-16,-1 0 15,-1 2-15,-5 1 16,-3 3-16,-17 1 16,25 0-16,-25 0 15,0 0-15,17 0 16,-17 0-16,0 0 16</inkml:trace>
  <inkml:trace contextRef="#ctx0" brushRef="#br0" timeOffset="119863.99">23608 6562 0,'0'0'0,"0"0"0,0 0 15,0 0-15,0 0 16,0 0-16,0 0 16,0 0-16,0 0 15,-6 0 1,6 0-16,0 0 15,-21 3-15,21-3 16,-27 6-16,27-6 16,-22 5-16,22-5 15,0 0-15,-19 10 16,15 1-16,1 7 16,7 8-16,4 3 15,5-1-15,3 1 16,1-3-1,4-3-15,4-3 16,0-3-16,-1-4 16,-4-3-16,-2-4 15,-1-1-15,5-1 16,0-3-16,1-2 16,-5-1-16,-2-2 15,-16 4-15,27-12 16,-27 12-1,22-22-15,-12 2 16,-3-7-16,0-4 16,-4-1-16,-5-2 15,-2 1-15,-3 0 16,0 6-16,-6 4 16,1 3-16,-1 2 15,-1 2-15,-2 2 16,-1 2-1,0 1-15,0 4 16,1 1-16,-1 3 16,17 3-16,-26-4 15,26 4-15,-19 0 16</inkml:trace>
  <inkml:trace contextRef="#ctx0" brushRef="#br0" timeOffset="121313.96">24092 6114 0,'0'0'0,"0"0"16,0 0-16,0 0 15,7 8-15,13 11 16,11 13-16,6 11 15,-3 14 1,-5 4-16,-5 6 16,-8 8-16,-7 8 15,-10 9-15,-13 10 16,-10 5-16,-10 3 16,-12 6-16,-5-8 15,-8-4-15,0-9 16,-2-9-16,0 0 15</inkml:trace>
  <inkml:trace contextRef="#ctx0" brushRef="#br0" timeOffset="121813.84">21943 6205 0,'0'0'0,"0"0"0,0 0 16,0 0-16,0 4 15,0 19-15,0 32 16,0 28-16,2 10 16,3 8-16,6 16 15,6 8-15,4-2 16,12 9-16,-1-7 15</inkml:trace>
  <inkml:trace contextRef="#ctx0" brushRef="#br0" timeOffset="182296.59">6149 1004 0,'0'0'0,"0"0"0,0 0 0,0 4 0,0 6 16,0 12-1,1 21-15,4 13 0,0 12 16,-2 4 0,2 8-16,-7 4 15,-6 13-15,-8 0 16,-3-3-16,-3 9 16,1-9-16,1-4 15,0-6-15,-3-15 16</inkml:trace>
  <inkml:trace contextRef="#ctx0" brushRef="#br0" timeOffset="182698.1">6056 848 0,'0'0'0,"0"0"0,0 0 0,0 0 0,0 0 16,0 0-16,0 0 15,1 5-15,5 11 16,7 23-16,5 14 15,3 9-15,3-2 16,3-1 0,12 5-16,2-1 15,4-1-15,0-6 16,-1-5-16,4-5 16,-5-5-16,-1-2 15,-3-5-15,-7-4 16,-5-4-1,-4-6-15,-6-3 0,-2-2 16,1-5 0</inkml:trace>
  <inkml:trace contextRef="#ctx0" brushRef="#br0" timeOffset="183034.7">7159 1001 0,'0'0'0,"0"0"16,0 0-16,0 0 16,-3 4-16,-7 18 15,-21 32-15,-21 30 16,-3 3-16,13-19 15,-1 1-15,10-15 16,4-10 0,0 0-16,5-7 15,2-3-15,2-2 16,3-1-16,3-6 16,3-4-16,5-8 15,6-13-15,-7 11 16,7-11-16</inkml:trace>
  <inkml:trace contextRef="#ctx0" brushRef="#br0" timeOffset="183396.58">7102 915 0,'0'0'0,"0"0"0,0 0 15,0 0-15,1 7 16,2 17-16,6 23 16,3 11-16,3 9 15,2 6-15,3 8 16,-2-2-16,5 0 15,2 4-15,3-2 16,2-2-16,1-9 16,1-5-1,4-3-15,-2-2 16,0-2-16,-4-8 16,-5-9-16,-4-4 15,-2-5-15</inkml:trace>
  <inkml:trace contextRef="#ctx0" brushRef="#br0" timeOffset="184146.02">8681 841 0,'0'0'0,"0"0"15,0 0-15,0 0 16,-4-2-16,4 2 16,-25-4-16,-47 15 15,-30 10-15,17 1 16,31-6-16,15-4 15,-8 3-15,-10 0 16,-11 11-16,8 4 16,13-2-1,10-2-15,8 1 16,4 0-16,6 4 16,7 11-16,9 14 15,12 9-15,14-1 16,12-4-16,7-11 15,8-4-15,4-2 16,2-4-16,0-3 16,-1-3-16,3 1 15,2-1 1,0-4-16,-4-3 16,-3-2-16,-5-3 15,-6-3-15,-5 1 16,-8 1-16,-8 1 15,-5 0-15,-6-5 16,-4 1-16,-3 3 16,-9 5-16,-23 14 15,-24 10 1,-30 6-16,-9-2 16,6-14-16,8-9 15,7-6-15,11-11 16,6-4-16,4-5 15,4-6-15,4-1 16,4 1-16,8 0 16,8-2-16,6 2 15,16 2-15,-15-6 16,15 6 0,0 0-16,0 0 15,-13-12-15</inkml:trace>
  <inkml:trace contextRef="#ctx0" brushRef="#br0" timeOffset="185063.07">10264 1040 0,'0'0'0,"0"0"0,0 0 16,0 0-16,0 0 16,0 0-16,0 0 15,-3 0-15,3 0 16,0 0-16,0 0 15,-37-11-15,-9 0 16,-25 4-16,-9 4 16,-2 3-16,-1 4 15,-2 9 1,-5 11-16,0 8 16,-10 15-16,6 9 15,6 6-15,9 8 16,13-4-16,10-4 15,14-9-15,12-2 16,7-7-16,10-3 16,9-1-16,6-6 15,7 0 1,15-2-16,12 0 16,13-1-16,15-6 15,9-4-15,3-5 16,-4-8-16,-6-1 15,-4-3-15,-10-2 16,-11-1-16,-13 0 16,-13-1-16,-15 0 15,0 0 1,16 0-16,-16 0 16,0 0-16,0 0 15,-9 19-15,-41 31 16,-49 34-16,16-19 15,20-16-15,11-10 16,1 0-16,3-2 16,18-14-16,16-13 15,14-10-15,-13 10 16,13-10 0,0 0-16,-6 11 15,6-11-15,22 26 16,23 8-16,25-4 15,11-4-15,12-5 16,4-6-16,6-8 16,9-5-16,-3-4 15,-5-5 1,-7-1-16,-12-2 16,-16 1-16,-17 3 15,-17 2-15,-13 2 16,-22 2-16,19-3 15,-19 3-15,0 0 16,0 0-16</inkml:trace>
  <inkml:trace contextRef="#ctx0" brushRef="#br0" timeOffset="185813.21">14099 866 0,'0'0'0,"0"0"0,0 0 15,0 0-15,0 0 16,-1 8 0,-1 14-16,-3 14 15,2 11-15,-2 3 16,3 2-16,1-3 15,1 1-15,1 2 16,1 6-16,3 3 16,-1 1-16,0 4 15,3 6-15,0 1 16,-1-2 0,-1-4-16,0-12 15,-1-9-15,-2-7 16,0-9-16,-2-8 15,0-8-15,0-14 16,0 11-16</inkml:trace>
  <inkml:trace contextRef="#ctx0" brushRef="#br0" timeOffset="186647">13918 1004 0,'0'0'0,"0"0"0,0-2 15,0 2-15,0 0 16,0 0 0,3-12-16,-3 12 15,8-11-15,2 0 16,18-6-16,22-4 15,18 4-15,-1 6 16,-1 9-16,-1 8 16,0 8-16,1 5 15,-4 4-15,-7 2 16,-4 6-16,-9-4 16,-8 0-1,-9-2-15,-5-2 16,-7 0-16,-5 6 15,-11 13-15,-20 23 16,-24 18-16,-16 2 16,-8-7-16,2-8 15,2-7-15,8-9 16,12-11 0,9-10-16,11-11 15,4-6-15,8-5 16,15-11-16,-20 14 15,20-14-15,0 0 16,0 0-16,0 0 16,0 0-16,0 0 15,17 8-15,21 1 16,7-1-16,7 2 16,-1 0-1,-3 2-15,0 6 16,-6 2-16,-3 3 15,-6-1-15,-8-1 16,-6-2-16,-4-2 16,-5-1-16,-3-4 15,-2-1-15,-2 0 16,-3-11 0,-8 24-16,-13-3 15,-9 3-15,-15 1 16,-1-9-16,-5-5 15,-1-3-15,1-4 16,-13-1-16,-1-3 16,9-3-16,23 1 15,13 0-15,20 2 16,-29-8-16,9 1 16</inkml:trace>
  <inkml:trace contextRef="#ctx0" brushRef="#br0" timeOffset="187147.24">15713 1089 0,'0'0'0,"0"0"16,0-2-16,0 2 15,0 0-15,0 0 16,0 0-16,-46-3 16,-34 20-16,-11 8 15,16-3 1,7-1-16,4 2 15,3 4-15,9 2 16,3 6-16,1 6 16,6 11-16,5 4 15,8 11-15,10 5 16,9 7-16,12-3 16,8-6-16,10-5 15,7-6 1,6-4-16,7-7 15,5-5-15,3-5 16,7-8-16,3-5 16,9-4-16,-1-6 15,4-1-15,-2-7 16,1-4-16,-5-3 16,-3-7-1,-1-6-15,-2-15 0</inkml:trace>
  <inkml:trace contextRef="#ctx0" brushRef="#br0" timeOffset="188080.06">16989 925 0,'0'0'0,"0"0"0,0 0 16,-10 1-16,-42 5 15,-53 9 1,-14 9-16,18 2 15,3 4-15,-5 4 16,6-1-16,7-1 16,3-2-16,11 0 15,7 1-15,13 4 16,10 3-16,8 5 16,13-2-16,8 1 15,12 2 1,13-2-16,9 0 15,11-1-15,9 0 16,8-6-16,4-5 16,4-2-16,0-5 15,2-3-15,0-1 16,-9-6-16,-3 0 16,-8-3-16,-6-3 15,-9-3-15,-20-4 16,25 5-1,-25-5-15,0 0 16,0 0-16,0 0 16,0 0-16,0 0 15,0 0-15,5 12 16,-36 12-16,-46 20 16,-3-1-16,23-14 15,31-17-15,11-3 16,15-9-1,-18 8-15,18-8 16,0 0-16,0 0 16,0 0-16,-16 10 15,16-10-15,-2 31 16,8-1-16,11 8 16,6 4-16,8 7 15,5-1 1,6 2-16,6-5 15,5-3-15,8 0 16,8-7-16,13-2 16,8-5-16,13-6 15,8-9-15,13-7 16,2-5-16,-2-4 16,0-4-16,-13 1 15,-13-1-15,-16 0 16,-23 4-1,-16 1-15,-17 0 16,-26 2-16,17 0 16</inkml:trace>
  <inkml:trace contextRef="#ctx0" brushRef="#br0" timeOffset="-209900.58">5750 2587 0,'0'0'0,"0"0"0,0 0 0,0 0 16,0-2-16,0 2 16,0 0-16,0 0 15,0 0-15,16-6 16,7 3-16,15-3 16,10 1-16,11 1 15,7 0 1,8 3-16,12 2 15,4 3-15,0-1 16,7 1-16,-6 0 16,1 0-16,6-1 15,-11 1-15,5 0 16,1 0-16,-5-2 16,6 0-16,-1-2 15,1-2 1,3 0-16,0-2 15,1 0-15,-3 0 16,-1 1-16,5-1 16,-6 2-16,2 4 15,-1 2-15,-4-1 16,-4 3-16,-2-1 16,-2 0-16,3 1 15,4 0-15,-5-2 16,1 3-1,-4 1-15,1 2 16,-1 0-16,-6 0 16,-3-2-16,-2 1 15,5-2-15,-1 1 16,-2-4-16,-1-3 16,1-1-16,-2 0 15,-3-1-15,-6-3 16,-5 0-1,-2 0-15,-2 0 16,-5 1-16,-6-1 16,-2 1-16,-5 0 15,1-2-15,-3 1 16,-1-2-16,-1 1 16,0 0-16,1-1 15,-5 1-15,1 0 16,-1 0-1,-6-1-15,3-4 16,-1 0-16,4-5 16,0 0-16,-2-7 15,0-4-15,-2-5 16,-2-7-16,-5-8 16,-5-8-16,-3-1 15,-1-5-15,-2-6 16,-4-8-1,-4-6-15,-2 1 16,-2-3-16,-1-6 16,-2-1-16,-2-4 15,-1 9-15,0 1 16,-1 5-16,-1 2 16,0 6-16,1 5 15,-1-1-15,0 7 16,-1 4-1,-1 4-15,-3 9 16,-3-1-16,-4 1 16,-1 3-16,-3 5 15,1 6-15,-6 3 16,-8 3-16,-7 3 16,-5 2-16,-5 1 15,-5 5-15,-8 2 16,1 2-16,-11 3 15,2 3 1,-4-2-16,-5 2 16,1 0-16,-6-1 15,-2 2-15,-6-2 16,2 0-16,-2 2 16,-2-2-16,1 1 15,-2 0-15,0 0 16,9-1-1,-3-1-15,4 0 0,2 1 16,-8-4 0,5 1-16,5 2 15,1-1-15,9-1 16,7-2-16,6 1 16,7-1-16,1 2 15,4-4-15,1 2 16,1-1-16,-1 0 15,3 0 1,1 3-16,4-3 16,2 3-16,-2 1 15,-5-1-15,-4 3 16,-5 2-16,2 3 16,4 5-16,8-2 15,2 4 1,-15 4-16,-20 10 15,2 5-15,16-3 16,24-6-16,14-4 16,-5 7-16,-24 22 15,-17 16-15,7-1 16,14-13-16,15-14 16,6 2-16,-11 20 15,-4 16-15,0 3 16,3-1-16,4-3 15,5 3-15,6 6 16,2 1 0,6 0-16,-2 4 15,4-3-15,4 1 16,1 1-16,3-3 16,0-1-16,6-8 15,2-3-15,2-7 16,2-1-16,2 1 15,5-4 1,0-1-16,1-4 16,-2-6-16,2-2 15,1-2-15,-1-5 16,2-1-16,2-4 16,0-4-16,4-2 15,-1-7-15,4-3 16,10-1-16,12-2 15,9-6 1,8-8-16,2-12 16,0-13-16,5-10 15,-16-12-15</inkml:trace>
  <inkml:trace contextRef="#ctx0" brushRef="#br0" timeOffset="-209049.65">2139 609 0,'0'0'0,"0"0"15,0 0-15,-3 5 16,0 7-16,-4 9 15,0 3 1,-3 5-16,1 1 16,-2 2-16,-3 11 15,-5 16-15,-11 24 16,-7 14-16,0 0 16,-3 5-16,5-8 15,-2 1-15,8-6 16,9-8-16,4-9 15,5-13 1,5-15-16,1-10 0,3-4 16,1-5-1,1-5-15,3 0 16,4-3-16,4 0 16,6-3-16,10-2 15,13-1-15,15-4 16,9-7-16,6-5 15,1-6-15,5-5 16,-2-4 0,-2 1-16,-6-1 15,-4 2-15,-3-1 16,-9 4-16,-5 1 16,-4 3-16,-3 0 15,0-2-15,1 2 16,3 2-16,-13 1 15</inkml:trace>
  <inkml:trace contextRef="#ctx0" brushRef="#br0" timeOffset="-208684.24">2738 1253 0,'0'0'0,"0"0"0,0 0 15,0 0-15,0 0 16,0-2-16,0 2 16,0 0-16,19-2 15,10 0-15,16-2 16,14-1-16,12 1 15,8-1 1,-1-1-16,0 2 0,-5 2 16,-1 0-1,-8 1-15,-4-1 16,-3 0-16,-2 1 16,-3 0-16,-8 0 15,-9 0-15,-4-2 16,-5 0-16,-6 1 15,-20 2-15,16-5 16</inkml:trace>
  <inkml:trace contextRef="#ctx0" brushRef="#br0" timeOffset="-208317.18">2721 1884 0,'0'0'0,"0"0"16,0 0-16,15 1 15,19 1-15,27 3 16,11-8-16,4-4 15,5-5-15,-5-3 16,0-3-16,-4-1 16,0-2-1,-4-1-15,-7 2 16,2-2-16,-6 0 16,-3-1-16,0 2 15,2-1-15,-1-4 16,3-5-16</inkml:trace>
  <inkml:trace contextRef="#ctx0" brushRef="#br0" timeOffset="-207946.87">4395 607 0,'0'0'0,"0"0"16,0 0-16,0 0 16,0 0-16,0 0 15,-1 3 1,0 7-16,-5 18 16,3 21-16,-4 11 15,1 10-15,-3 16 16,0 9-16,-2 8 15,-5 7-15,-1-3 16,-2 9-16,1-4 16,2-9-1,-1 0-15,3-11 16,0-6-16,6-10 16,0-13-16,4-8 15,2-8-15,2-11 16,2-6-16,4-4 15,0-10-15</inkml:trace>
  <inkml:trace contextRef="#ctx0" brushRef="#br0" timeOffset="-206699.81">22881 5684 0,'0'0'0,"0"0"0,-9-4 16,9 4-16,-37-10 16,5 2-1,-2 0-15</inkml:trace>
  <inkml:trace contextRef="#ctx0" brushRef="#br0" timeOffset="-205917.72">21797 7330 0,'0'0'0,"0"0"16,0 0-16,0 0 15,0 0-15,6 0 16,14 0-16</inkml:trace>
  <inkml:trace contextRef="#ctx0" brushRef="#br0" timeOffset="-197750.39">1626 2411 0,'0'0'0,"0"0"0,0 0 0,8 2 15,14 0-15,17 5 16,13 1-16,16 5 15,10 0-15,10-5 16,9-7-16,0-4 16,11-3-16,3-2 15,1 1 1,10-7-16,-5 1 16,0-2-16,1 2 15,-5 1-15,1-1 16,4 0-16,-5 1 15,-7 2-15,4 0 16,-7-1-16,-1-2 16,-5-1-16,-7-3 15,3-1-15,-3 1 16,0 0 0,-1 0-16,-6 1 15,-14 3-15,-11 3 16,-12 2-16,-6 2 15,-9 0-15,-11 3 16,-5 0-16,-15 3 16,18-3-16,-18 3 15,0 0 1,0 0-16,0 0 0,0 0 16,16-1-1,-16 1-15,0 0 16,0 0-16,0 0 15,0 0-15,0 0 16,0 0-16,0 0 16,0 0-16,0 0 15,0 0-15,0 0 16,4-10-16,-1-5 16,4-21-1,4-13-15,-2-8 16,-3-6-16,-1-4 15,3-7-15,-1 2 16,1-7-16,-2 0 16,0-2-16,-1-2 15,-2 0-15,-1-1 16,0-4 0,-1-6-16,-4 4 15,0-2-15,-2 3 16,-4 2-16,2 8 15,-6 7-15,0 4 16,-2 8-16,-1 8 16,-2 7-16,-3 10 15,-3 3-15,-5 2 16,-12 0 0,-6 6-16,-2 4 15,-6 9-15,-2 3 16,3 4-16,7 2 15,0 2-15,-13 7 16,-59 25-16,-52 21 16,13-1-16,28-11 15,35-9-15,4-8 16,-23 5-16,-13 3 16,-5 2-1,3 0-15,12-4 16,10-1-16,3-2 15,-2-1-15,9-4 16,4-3-16,7-1 16,10-3-16,0 0 15,4-4-15,6-5 16,5-1 0,10-3-16,6 0 15,4-2-15,4-4 16,4 3-16,4-3 15,9 1-15,3 0 16,17 3-16,-21-2 16,21 2-16,0 0 15,-19-3-15,19 3 16,0 0-16,0 0 16,-17 1-1,17-1-15,0 0 16,-21 23-16,0 6 15,-1 11-15,2 5 16,2 3-16,1 10 16,0 6-16,3 5 15,3 3-15,4 4 16,3 3-16,0-2 16,0 1-1,1 1-15,0 5 16,-1-3-16,1-6 15,-1-1-15,-3 1 16,-2 0-16,-3-6 16,2-8-16,-2-4 15,-1-1-15,-1-4 16,2-4-16,2-8 16,1-4-1,5-7-15,1-5 16,3-4-16,2-5 15,0-1-15,1 1 16,3 0-16,7 1 16,6 1-16,12-3 15,11-2-15,14-4 16,5-8-16,8-6 16,-1-3-16,0-5 15,-5 0 1,-4-1-16,-5 2 15,-8-2-15,-4 1 16,-4 0-16,-5 0 16,-2 2-16,-3 1 15,1-1-15,3 1 16,0 7-16</inkml:trace>
  <inkml:trace contextRef="#ctx0" brushRef="#br0" timeOffset="-194200.03">12859 11572 0,'0'0'0,"9"0"0,11 0 16,42-1-16,26 0 15,3 0-15,-1-1 16,3-1-16,9-1 16,5 0-16,3-5 15,-6-2-15,1 0 16,-6-3-16,-4 1 15,-8-1 1,2-2-16,-13 0 16,-8 1-16,-12 2 15,-18 3-15,-10 3 16,-8 1-16,-20 6 16,21-11-16,-21 11 15,6-16-15,-12 0 16,-13-6-16,-17-2 15,-20-7 1,-15 8-16,-6 3 16,-11-2-16,4 10 15,0 2-15,4 3 16,4 2-16,2-1 16,10 3-16,12-2 15,10 3-15,6 0 16,6 2-16,8 1 15,22-1-15,-21 1 16,21-1 0,0 0-16,0 0 15,0 0-15,30 12 16,8-1-16,18 4 16,8 3-16,8 0 15,-2-1-15,-3-2 16,1 2-16,-7-3 15,-6 3 1,-10 1-16,-11-1 16,-9-3-16,-8-2 15,-4-2-15,-4 1 16,-4 1-16,-3 9 16,-11 11-16,-11 15 15,-21 12-15,-13 6 16,-3-5-16,-6-4 15,1-6 1,2-3-16,2-4 16,1-4-16,5-5 15,7-7-15,5-7 16,7-8-16,7-6 16,7-4-16,19-2 15,-16-2-15,16 2 16</inkml:trace>
  <inkml:trace contextRef="#ctx0" brushRef="#br0" timeOffset="-178534.4">19980 13169 0,'0'0'0,"1"-6"0,7-11 0,24-30 0,29-28 16,7-1 0,12 2-16,17 8 15,-2-8-15,19-9 16,-10 6-16,14-26 16,-1 3-16,-14 0 15,5-18-15,-2 3 16,-10 1-16,18-11 15,-10 6-15,-5 6 16,12-10 0,-3 9-16,8-9 15,8-5-15,-9 8 16,-2 1-16,-3 3 16,-9 10-16,2-1 15,-13 14-15,-4 3 16,-4 4-16,-6 6 15,-4 5-15,-3 1 16,-7 10 0,-13 11-16,-4 6 15,-11 11-15,-5 7 16,-9 6-16,-4 8 16,-5 5-16,-11 10 15,10-14-15,-10 14 16,-9-9-16,-20 3 15,-32 6-15,-23 15 16,-18 8 0,-2 6-16,-10 6 15,-6 5-15,-1 4 16,6 2-16,4-2 16,3-2-16,10-3 15,2-1-15,10-7 16,11-9-16,17-7 15,10-4 1,8 0-16,4-2 16,7-1-16,8-3 15,21-5-15,-23 6 16,23-6-16,0 0 16,0 0-16,0 0 15,22-15-15,19-11 16,19-4-16,19-1 15,11 3-15,5-1 16,8 0 0,1-1-16,3-2 15,-6 4-15,-2 0 16,-5 0-16,-1-2 16,-7 4-16,-5 0 15,-5 3-15,-12 3 16,-2 1-16,-12 8 15,-9 10-15,-7 6 16,-3 5-16,-3 6 16,-3 7-1,-3 12-15,-6 8 16,-10 15-16,-8 5 16,-10 2-16,-5 13 15,-1 0-15,-4 2 16,2-2-16,-1-6 15,-4-3-15,-5 10 16,-1 1-16,2-16 16,1-6-1,6-15-15,-1-2 16,4-2-16,2-7 16,5-8-16,6-13 15,6-11-15,0 0 16,0 0-16,-13-23 15,13-19-15,11-16 16,13-8-16</inkml:trace>
  <inkml:trace contextRef="#ctx0" brushRef="#br0" timeOffset="-177817.37">24234 9550 0,'0'0'0,"0"0"15,0 0-15,0 0 16,0-2-16,0 2 15,0 0-15,0 0 16,0 0-16,0 0 16,-11-10-16,11 10 15,-22-9 1,3 5-16,-9 8 16,-7 8-16,2 5 15,-6 12-15,3 7 16,2 5-16,4 5 15,9-6-15,4 6 16,4 5-16,4 7 16,5-4-1,2-10-15,6-7 16,-1-9-16,3-3 16,2 0-16,2-4 15,5-1-15,3 1 16,7-4-16,7-7 15,4-4-15,0-8 16,0-5-16,-3-2 16,5-6-1,0-3-15,0-6 16,-3-8-16,-5-3 16,-5-6-16,-2-2 15,-1-1-15,-2 2 16,-6 3-16,-7 3 15,-1 1-15,-8-2 16,-2-3-16,-5-1 16,-3-3-16,-2 6 15,-6 5 1,-4 3-16,-3 6 16,0 5-16,4 4 15,1 2-15,0 2 16</inkml:trace>
  <inkml:trace contextRef="#ctx0" brushRef="#br0" timeOffset="-176615.41">22029 7419 0,'0'0'0,"0"0"0,-2-3 16,2 3-16,0 0 15,0 0-15,0 0 16,0 0 0,0 0-16,0 0 15,0 0-15,13-12 16,3 2-16,10-2 15,11 0-15,8 0 16,7 0 0,0 0-16,-3 2 15,-5 2-15,-2 2 0,-6 2 16,-5 2-16,-6 1 16,-9 1-1,-16 0-15,16 0 16,-16 0-16,0 0 15,0 0-15,0 0 16,0 0-16,0 0 16,0 0-16,0 0 15,-10 16-15,-59 10 16,-31 2 0,28-9-16,30-12 15,19-7-15,3 0 16,-3-4-16,5 1 15,18 3-15,-20-5 16,20 5-16,0 0 16,-16-3-16,16 3 15,0 0-15,0 0 16,0 0-16,0 0 16,0 0-1,0 0-15,28-16 16,28 0-16,12 1 15,3 0-15,1 4 16,3 2-16,-7 3 16,-8 1-16,-8 3 15,0 2-15,-7 2 16,-15 0 0</inkml:trace>
  <inkml:trace contextRef="#ctx0" brushRef="#br0" timeOffset="-175151.73">15175 12929 0,'0'0'0,"0"0"0,0 0 16,0 0-16,0 0 15,0 0-15,0 0 16,0 0-16,-5 0 16,5 0-16,0 0 15,0 0-15,25 10 16,1-1-16,13-5 16,12-4-16,14-2 15,3-6 1,12-5-16,8-2 15,6-2-15,8-1 16,0-1-16,8 1 16,-4-1-16,8 0 15,1 0-15,2-1 16,10 0-16,-13 1 16,3 1-16,0-1 15,-1-5 1,1 1-16,-1 1 15,-10 1-15,-2 3 16,-2 3-16,-7 7 16,2 3-16,-5 0 15,-7 2-15,-8-1 16,-6 1-16,-13 3 16,-2-2-1,-8 2-15,-7 0 16,-6-4-16,-10 1 15,-5-2-15,-3 0 16,-1-4-16,-3-1 16,9-14-16</inkml:trace>
  <inkml:trace contextRef="#ctx0" brushRef="#br0" timeOffset="-174283.32">10869 12183 0,'0'0'0,"0"0"0,0 0 15,0 0-15,-2 3 16,2-3-16,0 10 16,0 10-16,0 20 15,0 15 1,2-4-16,-2 0 15,0 3-15,0 10 16,1-3-16,2-9 16,-1-5-16,-1-9 15,1-4-15,-1-3 16,0-2-16,0 0 16,1-1-16,-2-3 15,0-8 1,2-2-16,-1-4 15,-1-11-15,3 13 16,-3-13-16</inkml:trace>
  <inkml:trace contextRef="#ctx0" brushRef="#br0" timeOffset="15182.61">11667 1578 0,'0'0'0,"0"0"0,0 0 15,0 0-15,0 0 16,0 0-16,0 2 16,0-2-16,0 0 15,0 0-15,0 0 16,0 0-1</inkml:trace>
  <inkml:trace contextRef="#ctx0" brushRef="#br0" timeOffset="15681.45">12269 1969 0,'0'0'0,"0"0"15,0 0-15,0 0 16,0 0-16,0 0 16,0 0-16,0 0 15,0 0-15,0 0 16,0 0-1,0-4-15</inkml:trace>
  <inkml:trace contextRef="#ctx0" brushRef="#br0" timeOffset="15981.49">12730 1002 0,'0'0'0,"0"0"15,0 0-15,0 0 16,0 0-16,0 2 15,0-2 1,0 0-16,0 0 16,0 0-16,0 0 15,0 0-15,0 0 16</inkml:trace>
  <inkml:trace contextRef="#ctx0" brushRef="#br0" timeOffset="16296.56">13251 1540 0,'0'0'0,"0"0"0,0 0 15,0 0-15,0 0 16,0 0-16,0 0 16,0 0-16,0 0 15,0 0-15,0 0 16,0-2-16,0-11 15</inkml:trace>
  <inkml:trace contextRef="#ctx0" brushRef="#br0" timeOffset="16563.53">13672 460 0,'0'0'0,"0"0"16,0 0-16,0 0 16,0 3-16,0-3 15,0 0-15,-2 11 16,2-11-16</inkml:trace>
  <inkml:trace contextRef="#ctx0" brushRef="#br0" timeOffset="21380.49">11714 2084 0,'0'0'0,"0"0"0,0 0 15,0 0-15,0 0 16,0 0-16,0 0 15,0 0-15,0 0 16,0 0-16,0 0 16,0-2-16,0 2 15,0 0-15,7-11 16,7-5 0,9-10-16,8-4 15,4-1-15,-1 3 16,-2 1-16,-1 1 15,-4 5-15,2 0 16,-2 2-16,-6 2 16,2 0-1,-2 2-15,0 0 0,0-1 16,-1 0 0,0 2-16,0 1 15,-2 1-15,-1 2 16,-2 0-16,-15 10 15,27-17-15,-27 17 16,21-14-16,-21 14 16,19-11-16,-19 11 15,18-10-15,-18 10 16,20-10 0,-20 10-16,15-11 15,-15 11-15,0 0 16,18-13-16,-18 13 15,12-10-15,-12 10 16,0 0-16,16-14 16,-16 14-16,10-10 15,-10 10 1,14-15-16,-2 4 16,3 2-16,1-1 15,-16 10-15,29-20 16,-14 9-16,3 0 15,1-2-15,-1 2 16,-3 0-16,0 1 16,1-1-16,-16 11 15,29-19-15,-29 19 16,30-20 0,-15 10-16,3-1 15,-1-1-15,2 0 16,-3 2-16,0-1 15,1-2-15,0 0 16,-1 2-16,-1 0 16,-1 0-16,1 1 15,-2-1-15,2 0 16,1-2 0,1 0-16,-1 1 15,-2 3-15,-1-2 16,1 0-16,1 0 15,3-2-15,1-1 16,-1 0-16,2 2 16,-4 1-16,0-1 15,-2 2-15,-14 10 16,24-18 0,-24 18-16,27-19 15,-13 9-15,1-2 16,1 0-16,-2 0 15,1 3-15,-15 9 16,25-18-16,-25 18 16,22-17-16,-22 17 15,24-16-15,-24 16 16,27-16 0,-12 7-16,2 0 15,0-1-15,3 0 16,-1-2-16,3 0 15,0-1-15,1 0 16,-1 1-16,2-1 16,0 0-16,0 0 15,1-1 1,-2-1-16,0-1 0,-1 1 16,0-1-1,1 1-15,1-1 16,2-3-16,0 1 15,-1 0-15,-2 2 16,-2 0-16,1 0 16,-1 1-16,1 0 15,0-1-15,1 2 16,0 0-16,-3 3 16,0 0-1,-3 1-15,-2 0 16,1-755-16,-1 1512 15,1-757-15,1 1 16,-2 0-16,-15 9 16,29-16-16,-29 16 15,23-12-15,-23 12 16,20-10-16,-20 10 16,18-12-16,-18 12 15,0 0 1,16-10-16,-16 10 15,0 0-15,0 0 16,9-10-16,-9 10 16,0 0-16,0 0 15,0 0-15,0 0 16,0 0-16,0 0 16,0 0-16,0 0 15,0 0 1,0 0-16,0 0 15,0 0-15,0 0 16,0 0-16,0 0 16,0 0-16,0 0 15,0 0-15,0 0 16,0 0 0,0 0-16,0 0 0,0 0 15,0 0 1,0 0-16,0 0 15,0 0-15,0 0 16,0 0-16,0 0 16,0 0-16,0 0 15,0 0-15</inkml:trace>
  <inkml:trace contextRef="#ctx0" brushRef="#br0" timeOffset="25297.36">12367 1639 0,'0'0'0,"0"0"15,0 0-15,0 0 16,0 0-16,-8 0 16,8 0-16,0 0 15,-21 0-15,21 0 16,-24 0-16,24 0 15,-24 0 17,8-2-32,-3-2 15,0-3-15,1-1 16,0-4-16,0-3 16,-2-5-16,3 0 15,3-1-15,-1 0 16,1 1-16,2 0 15,0 2-15,3 5 16,9 13-16,-10-15 16,10 15-1,0 0-15,-8-12 16,8 12-16,0 0 16,0 0-16,0 0 15,0 0-15,0 0 16,0 0-16</inkml:trace>
  <inkml:trace contextRef="#ctx0" brushRef="#br0" timeOffset="26796.61">12722 1529 0,'0'0'0,"0"0"15,0 0-15,0 0 16,0 0 0,3 6-16,3 6 15,4 9-15,8 12 16,4 5-16,1 3 16,4 0-16,1 0 15,3-3-15,-4-3 16,-2-4-16,0 1 15,1 2-15,-1 0 16,-5-3-16,-6-8 16,-4-9-1,-3-4-15,-7-10 16,10 15-16,-10-15 16,5 12-16,-5-12 15,0 0-15,0 0 16,4 12-16,-4-12 15,0 0-15,0 0 16,0 0-16,0 11 16,0-11-1,0 0-15,0 0 16,0 0-16,0 0 16,0 0-16,0 10 15,0-10-15,0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1,-22 9-16,-3-9 16,-7-2-16,-5-2 15,-2-1-15,6 2 16,5 0-16,7 1 15,21 2-15,-25-3 16,25 3-16,0 0 16,-16 0-16,16 0 15,0 0 1,0 0-16,0 0 16,0 0-16,0 0 15,0 0-15,0 0 16,18-9-16,14 1 15,5 4-15,-6 2 16,0-1-16,0 0 16,-2 0-16,2-1 15,-5 2 1,-2-3-16,-2-1 16,1 1-16,1-8 15,1-3-15,-2-3 16,-3-4-16,-4 1 15,-2-3-15,-2-1 16,-4 2-16,-2 0 16,-2 3-16,-1 2 15,-3 2 1,0-1-16,-2 3 16,2 0-16,-1-2 15,0 1-15</inkml:trace>
  <inkml:trace contextRef="#ctx0" brushRef="#br0" timeOffset="28647.74">12192 1594 0,'0'0'0,"0"0"16,0 0-16,0 0 16,0-3-16,0 3 15,0 0-15,0 0 16,0 0 0,-6-15-16,6 15 15,-9-14-15,9 14 16,-11-20-16,2 8 15,-1-4-15,-1-4 16,-4-1-16,-1-1 16,-4 0-16,1 3 15,0 0-15,4 4 16,3 4 0,12 11-16,-18-17 15,18 17-15,-12-12 16,12 12-16,0 0 15,-14-12-15,14 12 16,0 0-16,0 0 16,0 0-16,0 0 15,0 0-15,-15-1 16,15 1 0,0 0-16,0 0 15,0 0-15,0 0 16,-1 12-16,1-12 15,0 0-15,0 0 16,0 0-16,0 0 16,4 10-16,-4-10 15,0 0 1,0 0-16,0 0 16,0 0-16,0 0 15,0 0-15,0 0 16,2 10-16,-2-10 15,0 0-15,0 0 16,0 0-16,0 0 16,0 0-16,0 0 15,0 0-15,0 0 16,0 0-16,0 0 16,0 0-1,0 0-15,0 0 16,0 0-16,0 0 15,0 0-15,0 0 16,0 0-16,0 0 16,0 0-16,0 0 15,0 0-15,0 0 16,13 11 0,-13-11-16,0 0 15,0 0-15,0 0 16,0 0-16,0 0 15,0 0-15,9 12 16,-9-12-16,0 0 16,0 0-16,5 11 15,-5-11-15,0 0 16,0 0 0,8 10-16,-8-10 15,0 0-15,0 0 16,0 0-16,0 0 15,0 0-15,0 0 16,3 11-16,-3-11 16,0 0-16,0 0 15,0 0-15,10 10 16,-10-10-16,0 0 16,0 0-1,0 0-15,3 12 16,-9 2-16,-3 8 15,-3 4-15,1-6 16,1-4-16,1-2 16,1-2-16,3-2 15,5-10-15,-9 14 16,9-14 0,0 0-16,-9 11 15,9-11-15,0 0 16,0 0-16,0 0 15,-16-4-15,16 4 16,0 0-16,-4-17 16,3 2-16,1-13 15,1-12-15,3 0 16,0 10-16,-1 11 16,1 4-16,0 0 15,1 0 1,0-1-16,-1 1 15,1 2-15,-5 13 16,5-16-16,-5 16 16,0 0-16,8-12 15,-8 12-15,0 0 16,0 0 0,17-9-16,-17 9 15,29-7-15,-7 4 16,6 3-16,8 4 15,5 3-15,2 1 16,5 0-16,0-1 16,1 2-16,-3-5 15,-7-2-15,-4-3 16,-5-3-16,-1-1 16,-4-2-1,-1 2-15</inkml:trace>
  <inkml:trace contextRef="#ctx0" brushRef="#br0" timeOffset="34280.51">18078 2565 0,'0'0'0,"0"0"0,0 0 15,0 0 1,-3 3-16,3-3 0,0 0 16,0 0-1,0 0-15,0 0 16,25-7-16,2-1 16,9-5-16,13 0 15,5-5-15,3 3 16,0 0-16,11-4 15,-4 2-15,-1-1 16,-2 1 0,-5 2-16,17-7 15,-8 2-15,5-2 16,7 0-16,-7-1 16,2 0-16,-18 5 15,-9 2-15,0 1 16,9-3-16,-3 1 15,1 1-15,-8 1 16,-6 3-16,0-2 16,-10 5-1,-7 2-15,-4 2 16,-17 5-16,25-8 16,-25 8-16,0 0 15,18-6-15,-18 6 16,0 0-16,0 0 15,0 0-15,0 0 16,0 0-16,0 0 16,0 0-1,0 0-15,0 0 16,0 0-16,0 0 16,0 0-16,0 0 15,0 0-15,0 0 16,0 0-16,0 0 15,0 0-15,0 0 16,0 0-16,-13 14 16,-17 2-1,-24 8-15,-19 8 16,4-1-16,-5 0 16,4 0-16,2-3 15,3 0-15,0 0 16,3-2-16,-3 1 15,0-1-15,2 0 16,-3 0-16,4-2 16,-3 2-1,5-2-15,8-3 16,4-3-16,8-4 16,5-5-16,5-1 15,7-3-15,7-2 16,16-3-16,-17 1 15,17-1-15,0 0 16,0 0-16,0 0 16,0 0-1,0 0-15,0 0 16,0 0-16,-10-10 16,10 10-16,41-29 15,29-1-15,11 1 16,-5 6-16,3 3 15,1 2-15,1 1 16,1-1-16,4-3 16,3-2-16,-6 0 15,3-4 1,-7 0-16,-9 1 16,-5-3-16,-20 9 15,-11 5-15,-1 0 16,-14 6-16,-19 9 15,21-10-15,-21 10 16,0 0 0,0 0-16,17-5 0,-17 5 15,0 0 1,0 0-16,0 0 16,0 0-16</inkml:trace>
  <inkml:trace contextRef="#ctx0" brushRef="#br0" timeOffset="34896.54">18891 2479 0,'0'0'0,"0"0"0,0 0 0,7-2 16,-7 2-16,0 0 15,0 0 1,-2-14-16,-7-5 16,-6-12-16,-8-11 15,-2-3-15,0 0 16,-2-1-16,2 3 15,-2-4-15,-4-4 16,0 1 0,4 0-16,2 10 0,4 3 15,1 2 1,-1-2-16,-1 0 16,2 2-16,1 3 15,1 3-15,1 3 16,0 5-16,4 4 15,4 5-15,9 12 16,-11-13-16,11 13 16,0 0-1,0 0-15,0 0 16,0 0-16,0 0 16,0 0-16,0 0 15,0 0-15</inkml:trace>
  <inkml:trace contextRef="#ctx0" brushRef="#br0" timeOffset="35829.88">19301 2235 0,'0'0'0,"0"0"15,0 0-15,-6 5 16,6-5-16,-9 10 16,9-10-16,-3 29 15,6 3 1,6 1-16,-2 0 16,3 1-16,-2 2 15,5 13-15,1 12 16,4 5-16,-5 4 15,-6-10-15,2-6 16,-2 3-16,2 7 16,2-12-16,1-6 15,-5-9-15,1-4 16,3-4 0,2-4-16,1 0 15,0-4-15,-1-1 16,1-5-16,-4-1 15,-1-4-15,-9-10 16,11 11-16,-11-11 16,0 0-16,0 0 15,0 0-15,0 0 16,0 0 0,0 0-16,1-17 15,-15-1-15,0 3 16,-4-2-16,-5-2 15,-9-2-15,-4 3 16,10 3-16,-1 0 16,3 3-16,0 0 15,24 12 1,-21-11-16,21 11 16,0 0-16,-23-13 15,23 13-15,0 0 16,0 0-16,0 0 15,0 0-15,0 0 16,7 22-16,12 1 16,-1-4-16,0-4 15,7-3-15,7-2 16,10-7 0,1-6-16,-7-3 15,-1-8-15,-1-4 16,1-12-16,-2-3 15,-6 3-15,-4-2 16,-10 1-16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41:37.356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1859 583 0,'0'0'0,"0"0"0,-2 2 15,-3 11-15,-13 26 16,-11 25-16,-2 3 15,0 6-15,3 1 16,5-1-16,5-6 16,7-11-16,3-6 15,7-3 1,5 0-16,7-5 0,3-6 16,4-11-1,7-7-15,5-9 16,9-10-16,12-14 15,8-18-15,3-15 16,2-15-16,-6-4 16,-8-2-16,-10 5 15,-11 12 1,-6 7-16,-8 11 16,-5 9-16,-4 7 15,-3 8-15,-3 10 16,4-10-16,-4 10 15,0 0-15,0 0 16,0 0-16,-9 18 16,-9 33-16,-2 35 15,3 7-15,3 8 16,-2 7 0,0 8-16,-3 11 15,5-9-15,-11 67 31,0-30-31,-27-8 16,6-31-16,11-54 16,0-7-16,6-15 15,0-11 1,4-14-16,-4-8 16,-4-11-16,-2-7 15,-1-12-15,7-11 16,3-6-16,8-3 15,7 0-15,7 0 16,7-5-16,9-1 16,8-2-16,10 2 15,4 2 1,7 8-16,6 5 16,5 2-16,7 8 15,2 4-15,-5 4 16,-2 4-16,2 3 15,6-1-15,-2 3 16,-3-1-16,-4 2 16,-5-2-16,-1-2 15,-9-4-15,-10 4 16,0-2 0,-4 2-16,-2 1 15</inkml:trace>
  <inkml:trace contextRef="#ctx0" brushRef="#br0" timeOffset="1499.95">2982 1344 0,'0'0'0,"0"0"0,0 0 16,0 0-16,0 0 16,7 2-1,9 3-15,17 6 16,20 1-16,6-10 15,3-4-15,-4-3 16,-6-1-16,-2-3 16,-7 0-16,-5 0 15,-2-1-15,-3 1 16,-7-1-16,-2 3 16,-24 7-16</inkml:trace>
  <inkml:trace contextRef="#ctx0" brushRef="#br0" timeOffset="1800.42">2891 1691 0,'0'0'0,"0"0"0,0 0 16,0 0-16,0 0 15,0 0-15,8 0 16,23-1-16,35-7 16,19-9-16,-9-2 15,0 2-15,-7 2 16,1 2-16,-6 4 16,-6 4-16,-6 2 15,-7 6-15,0 6 16,-7 4-1</inkml:trace>
  <inkml:trace contextRef="#ctx0" brushRef="#br0" timeOffset="2466.61">4261 874 0,'0'-4'0,"0"4"16,-2-12-16,2 12 15,-5-16-15,5 16 16,-6-10-16,6 10 16,-22-27-16,-1-4 15,-3 2 1,-12 3-16,2 19 15,-7 4-15,-2 7 16,4 12-16,3-1 16,8 5-16,1 12 15,1 5-15,9 7 16,10 7-16,12-8 16,10-2-16,7-4 15,7-14 1,8-10-16,9-1 15,6 0-15,-5-2 16,-9-3-16,-12 5 16,-7 5-16,-8 12 15,-10 18-15,-8 22 16,-20 11-16,2-13 16,1 0-16,-1-1 15,3-3-15,3 0 16,7-17-1,4-10-15,3-7 16,3-2-16,-2 5 16,3 13-16,0 6 15,2-1-15,1-8 16,-2-10-16,1 2 16,1 14-16,0 7 15,0 6 1,0-10-16,0-17 0,0-4 15,0-9 1,1-5-16,3 0 16,-4-16-16,35 10 15,11-18-15,16-18 16</inkml:trace>
  <inkml:trace contextRef="#ctx0" brushRef="#br0" timeOffset="2900.84">4546 1591 0,'0'0'0,"0"0"15,-4 6-15,-9 12 16,-8 21-1,6 9-15,2-4 16,3 2-16,3-7 16,4-4-16,-1-8 15,8-3-15,1-1 16,5-3-16,-1-5 16,-9-15-16,38 5 15,-4-20-15,14-18 16,-1-8-1,-2-21-15,-8-1 16,-13 0-16,-7 2 16,-11 11-16,-18-1 15,-4 4-15,-8 4 16,-13 16 0,-1 14-1,1 15-15,3 8 16,12 5-1</inkml:trace>
  <inkml:trace contextRef="#ctx0" brushRef="#br0" timeOffset="3233.32">5128 1797 0,'0'0'0,"0"0"0,0 3 16,0-3-16,-6 35 15,-1 13-15,-7 13 16,-1-2-16,-2-7 16,-4-3-16,0-7 15,2-3-15,0-3 16,0 0-1,2-4-15,3-1 16,4-10-16,3-3 16,3-7-16,4-11 15,0 0-15</inkml:trace>
  <inkml:trace contextRef="#ctx0" brushRef="#br0" timeOffset="3517.3">5560 1305 0,'0'0'0,"0"0"15,0 0-15,0 2 16,1 13-1,2 18-15,-1 18 0,-4 4 16,-5 2 0,-2 8-16,-2 2 15,-2-2-15,0-11 16,3-13-16,3-7 16,-2 1-16,1 1 15,1-4-15,2-7 16</inkml:trace>
  <inkml:trace contextRef="#ctx0" brushRef="#br0" timeOffset="4267.3">5731 548 0,'0'0'0,"8"-2"0,-8 2 15,50-9-15,6 0 16,-2 0 0,-3 1-16,-5 3 15,-3 5-15,-9 5 16,-4 9-16,-8 10 16,-8 10-16,-11 16 15,-10 9-15,-10 6 16,-4-7-16,0 4 15,1 0 1,2-6-16,3-6 16,7-14-16,5-6 15,3 0-15,1 2 16,-1 7-16,0 13 16,0 6-16,-2 2 15,-3-8-15,-13 1 16,-6 1-16,-4 5 15,-5 0-15,2-6 16,3-6 0,3-10-16,7-9 15,4-4-15,4-4 16,3-5-16,8 6 16,9 7-16,8 6 15,8 2-15,5 0 16,2-2-16,-4-2 15,-8-10 1,-12 2-16,-18 6 16,-16 5-16,-16 0 15,-15-4-15,-8 5 16,-12-2-16,2-5 16,1-3-16,-5-2 15,0-4-15,4-2 16</inkml:trace>
  <inkml:trace contextRef="#ctx0" brushRef="#br0" timeOffset="6400.02">7817 1415 0,'0'0'0,"0"0"0,0 0 15,0 0-15,-2 2 16,2-2-16,0 0 15,0 0-15,20 20 16,16-9-16,21-3 16,11-6-16,8-4 15,4-6 1,-7 3-16,-7-2 16,-12 0-16,-12 4 15,-10-2-15,-9 3 16,-5 0-16,-18 2 15,23 2-15,-23-2 16,0 0-16,13 10 16,-15 6-16,-12 16 15,-21 26 1,-13 13-16,-10 1 16,-6 0-16,-3-4 15,1-3-15,3-2 16,0-3-16,7-5 15,10-10-15,6-5 16,8-6-16,1-3 16,4-6-16,11-6 15,4-6 1,12-13-16,-10 13 16,10-13-16,0 0 15,37 11-15,18-9 16,15-10-16,5-4 15,8-7-15,-3 0 16,-1 0-16,-8 3 16,-11 1-16,-12 5 15,-13 3 1,-8-1-16,-8 5 16,-19 3-16,24-4 15,-24 4-15,0 0 16,0 0-16</inkml:trace>
  <inkml:trace contextRef="#ctx0" brushRef="#br0" timeOffset="6767.51">9119 1591 0,'0'0'0,"0"0"0,0 0 16,2 4-16,-2-4 15,17 21-15,2 2 16,17-3-16,11-6 15,10-3-15,6-9 16,3-4-16,-1-2 16,5-3-1,-6-1-15,1-3 16,-7 0-16,-7 4 16,-8 0-16,-9 4 15,-12 5-15,-22-2 16</inkml:trace>
  <inkml:trace contextRef="#ctx0" brushRef="#br0" timeOffset="7133.73">9048 2240 0,'0'0'0,"0"0"0,0 0 16,0 0-16,5-2 15,-5 2 1,50-5-16,6-1 16,12 0-16,5 0 15,7-6-15,-2-3 16,-2 0-16,-6-2 15,-4 1-15,-5 0 16,-10 3-16,-7 2 16,-11 3-16,-9 5 15,-2 5 1,-22-2-16,24 8 16,-24-8-16,14 10 15</inkml:trace>
  <inkml:trace contextRef="#ctx0" brushRef="#br0" timeOffset="7850.13">10538 1296 0,'0'0'0,"0"0"0,0 0 16,0 0-16,0 4 15,0 8-15,0 20 16,0 20 0,-1 13-16,-2 12 15,-3 3-15,-3 3 16,-4-5-16,1-7 15,1-8-15,2-13 16,2-7-16,9-3 16,5-10-16,3-7 15,0-7-15,6-8 16,9-7 0,16-18-16,12-19 15,10-19-15,-5-9 16,-9-3-16,-8 4 15,-10 7-15,-8 7 16,-8 14-16,-6 11 16,-4 8-16,-5 16 15,5-13-15,-5 13 16,0 0 0,4 28-16,-4 13 15,-4 12-15,-4-8 16,0-4-16,-1 2 15,2 0-15,0-1 16,3-1-16,4-5 16,2-7-16,3-9 15,4-9-15,10-2 16,11-9-16,11-7 16,8-27-1,3-16-15,-8-7 16,-1-12-16,-2-7 15,-6-1-15,-8 1 16,-8 18-16,-8 8 16,-2 9-16,-6 10 15,-2 8-15,-1 10 16,0 13-16</inkml:trace>
  <inkml:trace contextRef="#ctx0" brushRef="#br0" timeOffset="8234.24">11417 853 0,'0'0'0,"0"0"16,9-2-16,15-1 15,29-6-15,22-3 16,9 5 0,6-4-16,1 0 0,1 0 15,-5-6 1,-15 0-16,-11 2 15,-10 0-15,-12 5 16,-10 2-16,-9 3 16,-20 5-16,0 0 15,0 0-15</inkml:trace>
  <inkml:trace contextRef="#ctx0" brushRef="#br0" timeOffset="8483.62">11919 855 0,'0'0'0,"0"0"0,0 0 15,0 0-15,-2 3 16,2-3-16,-7 23 16,-1 5-1,-4 14-15,-1 10 16,0 2-16,1-1 15,2-9-15,-3 6 16,2 2-16,-1-2 16,2-5-16,3-11 15,0-6-15,3-7 16,0-3-16</inkml:trace>
  <inkml:trace contextRef="#ctx0" brushRef="#br0" timeOffset="8967.02">12284 1548 0,'0'0'0,"0"0"16,0 0-16,0 0 15,3 3-15,8 7 16,13 12-16,13 11 16,2 5-16,2 2 15,3 2-15,-2-1 16,-1 0-16,-4-5 16,4 3-1,-1 0-15,-2-2 16,-1-3-16,-10-6 15,4-2-15,1-2 16,-6-6-16,-4-6 16,-7-8-16</inkml:trace>
  <inkml:trace contextRef="#ctx0" brushRef="#br0" timeOffset="9216.73">12790 1540 0,'0'0'0,"0"0"15,0 0-15,0 0 16,-7 6 0,-6 5-16,-19 19 0,-27 31 15,-14 17 1,1 6-16,9 4 15,13-1-15,9-2 16,2-5-16,6-11 16,1-4-16,5-8 15,9-9-15</inkml:trace>
  <inkml:trace contextRef="#ctx0" brushRef="#br0" timeOffset="11367.65">14272 1351 0,'0'0'0,"0"0"15,0 0-15,0 0 16,-1 4-16,-3 10 16,-4 16-16,-2 15 15,3-3-15,3-3 16,7 0-1,1-5-15,3-8 16,3-7-16,9-5 16,8-10-16,12-8 15,6-13-15,-1-8 16,-4-3-16,-9 2 16,-4 3-16,-10 6 15,-5 5-15,-12 12 16,12-10-16,-12 10 15,0 0 1,0 0-16,8 11 16,3 19-16,-2 30 15,-7 20-15,-4 19 16,-5 9-16,0 8 16,-12 57-1,-1-18 1,-5-13-16,-7-45 15,6-56 1,-3-12-16,-10-6 16,1-3-16,-4-8 15,2-8-15,13-8 16,0-8-16,5-14 16,5-16-16,11-20 15,10-18-15,12-4 16,18 0-16,11 2 15,10 5 1,5 10-16,1 10 16,-2 14-16,-3 7 15,-2 7-15,-6 6 16,-10 6-16,-8 4 16</inkml:trace>
  <inkml:trace contextRef="#ctx0" brushRef="#br0" timeOffset="11917.37">14480 807 0,'0'0'0,"-2"4"0,-4 7 16,-11 20-16,-13 21 16,-2 5-16,4-5 15,2-5-15,4-10 16,8-11-16,5-8 15,3-7-15,6-11 16,-6 10 0,6-10-16,0 0 15,0 0-15,0 0 16,7-15-16,12-23 16,14-17-16,7-3 15,4 2-15,-5 9 16,-4 12-16,-7 12 15,0 7-15,-2 6 16,1 9 0,5 6-16,4 12 15,0 3-15,0 7 16,-2 10-16,0 8 16,-7 3-16,-3-10 15,-5-7-15,-3-3 16,-1-5-16</inkml:trace>
  <inkml:trace contextRef="#ctx0" brushRef="#br0" timeOffset="12916.62">15416 1752 0,'0'0'0,"0"0"0,0 0 16,0 0-16,0 0 15,8 0-15,12 0 16,19 0 0,13-2-16,12-5 15,6-5-15,0-3 16,-1-4-16,-6-2 16,-16 3-16,-10 2 15,-12 6-15,-9 2 16,2 0-16</inkml:trace>
  <inkml:trace contextRef="#ctx0" brushRef="#br0" timeOffset="13166.26">15138 2164 0,'0'0'0,"0"0"16,0 0-16,12 3 16,20 3-1,30-6-15,11-2 16,1-5-16,1-1 16,-6-2-16,-8 3 15,-13 0-15,-10 2 16,0 0-16,4-1 15,1-1-15</inkml:trace>
  <inkml:trace contextRef="#ctx0" brushRef="#br0" timeOffset="13700.42">16839 1595 0,'0'0'0,"0"0"0,0-3 16,0 3-16,0 0 16,0 0-16,-11-11 15,-14 5-15,-17 3 16,-8 6-16,-6 7 15,4 10-15,-7 5 16,4 10-16,4 1 16,8 5-16,4 8 15,5 10 1,12 12-16,8 2 16,10-8-16,8-17 15,0-11 1,1-12-1,2-9-15,-7-16 16,20 8-16,3-21 16,9-13-16,5-19 15,0-7 1,-5-6-16,-9 3 16,-7 4-16,-11 6 15,-6 8-15,-5 5 16,1 8-16,0 5 15,0 7-15,5 12 16,-5-14-16,5 14 16,0 0-16,0 0 15</inkml:trace>
  <inkml:trace contextRef="#ctx0" brushRef="#br0" timeOffset="14084.45">17524 932 0,'0'0'0,"0"0"0,0 0 0,-2 9 16,0 18-16,-6 27 15,-5 21-15,-9 14 16,-11 8-16,-9 5 16,3-2-16,-1-1 15,6-12 1,1-5-16,6-14 16,0-5-16,4-4 15,9-8-15,8-5 16,9-8-16,7-9 15,6-6-15,16-3 16,10-6-16,21-5 16,11-15-16,-14-15 15,8-14-15</inkml:trace>
  <inkml:trace contextRef="#ctx0" brushRef="#br0" timeOffset="14550.64">17572 1558 0,'0'0'0,"0"0"0,0 0 16,0 0-16,0 0 15,10 1-15,21 4 16,21-1-16,3-8 15,-7-1-15,-7 1 16,-2 0-16,-6 0 16,-6 3-16,-7 4 15,-4 12-15,-7 6 16,-9 16-16,-12 10 16,-9 8-1,-7 0-15,-1-6 16,-2 1-16,1-4 15,1-6-15,5-8 16,7-7-16,3-8 16,6-6-16,8-11 15,-3 10 1,3-10-16,27 12 16,12-15-16,17-14 15,12-14-15,0-5 16,-5-2-16,1-2 15,-5-1-15,-2-6 16</inkml:trace>
  <inkml:trace contextRef="#ctx0" brushRef="#br0" timeOffset="14866.42">18303 1238 0,'0'0'0,"0"0"15,0 0-15,0 0 0,3 6 0,7 19 16,10 30 0,5 19-16,3 7 15,-6 12-15,-11 2 16,-16 30-1,-12-13 1,-17-19-16,-2-24 16,2-29-16,-1-9 15,-3 5-15,2-3 16,9-8 0,-2 1-16</inkml:trace>
  <inkml:trace contextRef="#ctx0" brushRef="#br0" timeOffset="15099.79">18661 1748 0,'0'0'0,"7"0"0,-7 0 15,48 0-15,-2 0 16,15 0-16,-2 2 16,-18 1-16,-10 2 15,-31-5-15,21 2 16,-21-2 0</inkml:trace>
  <inkml:trace contextRef="#ctx0" brushRef="#br0" timeOffset="15316.42">18489 2149 0,'0'0'0,"6"-4"0,-6 4 15,54-12-15,7 3 16,8 0-16,-12 1 15,6-11-15,20-14 16,-4-4-16,32-13 16,-5-8-16</inkml:trace>
  <inkml:trace contextRef="#ctx0" brushRef="#br0" timeOffset="15599.79">19992 1346 0,'0'0'0,"0"0"0,0 0 0,0 0 16,0 0-16,-9 21 16,-3 31-1,-3 26-15,1 5 16,1-2-16,2-9 15,-1-8-15,-1-5 16,3-11-16,3-15 16,1-8-16,1-12 15,5-13-15</inkml:trace>
  <inkml:trace contextRef="#ctx0" brushRef="#br0" timeOffset="15916.45">19335 2176 0,'0'0'0,"5"1"15,-5-1-15,36 16 16,30-11-16,22 0 15,22-5-15,-15 3 16,15-1-16,3-6 16,-11-5-16,6-9 15,-16-2-15,-8-1 16,-10 1-16,-13 5 16,-13 3-1,-12 4-15,-8 3 16,-9 0-16,-19 5 15,23-3-15,-23 3 16</inkml:trace>
  <inkml:trace contextRef="#ctx0" brushRef="#br0" timeOffset="16400.53">19678 2576 0,'0'0'0,"0"0"0,0-4 15,0 4-15,0 0 16,0 0-16,0 0 16,14 10-16,-6 29 15,-2 6-15,-9 18 16,-2-4-16,-1 7 16,-1 3-16,0-6 15,2-25 1</inkml:trace>
  <inkml:trace contextRef="#ctx0" brushRef="#br0" timeOffset="16650.25">19823 2819 0,'5'0'0,"-5"0"0,19 0 16,7 0-16,0 0 16,15 1-16,9 3 15,10-2-15,-3 1 16,-14-3-16,-11-3 16,-7-5-16,-2-3 15,-1 0-15,-3-14 16,-7-6-1</inkml:trace>
  <inkml:trace contextRef="#ctx0" brushRef="#br0" timeOffset="16866.27">20216 2607 0,'0'0'0,"0"8"0,0 5 16,0 15-1,-1 11-15,-1 8 16,-3 5-16,-2 18 16,0-9-16,1-10 15,3-1-15,2-15 16,0-11-16</inkml:trace>
  <inkml:trace contextRef="#ctx0" brushRef="#br0" timeOffset="17303.82">20588 2898 0,'0'0'0,"6"3"0,-6-3 15,29 12-15,-6-13 16,10-12-16,0 0 16,-5 3-16,-5-14 15,-11-8-15,-2-2 16,-9 7-16,-2 15 16,-9-4-16,-8 1 15,0-2-15,-6 11 16,-5 19-1,-4 14-15,-1 6 16,7 3-16,9 1 16,5 4-16,10 20 15,3-10-15,5-5 16,3-8-16,5-15 16,16-7-16,18 1 15,4-1 1,-11-8-16,-13-3 15,-7-3-15,9-17 16,12-18-16,-3-10 16</inkml:trace>
  <inkml:trace contextRef="#ctx0" brushRef="#br0" timeOffset="17517.43">20943 2693 0,'1'-4'0,"-1"4"0,0 0 15,22-26-15,-2 8 16,2 11-16,-1 7 16,5-3-16,1 2 15,1-22 1</inkml:trace>
  <inkml:trace contextRef="#ctx0" brushRef="#br0" timeOffset="17949.75">21317 2309 0,'0'0'0,"0"0"15,0 0 1,13 5-16,12 7 15,12 3-15,-1-3 16,3-6-16,-4-5 16,0-1-16,-9-1 15,-5-1-15,-21 2 16,21-3-16,-21 3 16,13 29-16,-21-6 15,-12 1-15,-5-6 16,-21 26 15,-5 17-31,11 4 16,12-10-16,16-33 15,6-8-15,6-14 16,-1 12-16,1-12 16,28 10-16,7-20 15,21-10-15,5-8 16,-6 7-1,-6 0-15,-12 5 16,-2 2-16,-8 5 16,-4 3-16,2-1 15</inkml:trace>
  <inkml:trace contextRef="#ctx0" brushRef="#br0" timeOffset="18517.45">20423 2226 0,'0'0'0,"0"0"0,1-5 16,-1 5-1,5-13-15,-5 13 16,5-13-16,-5 13 16,0 0-16,24-18 15,14 8-15,17 0 16,15 1-16,8 1 16,0-2-16,9 2 15,4-3-15,9-6 16,1-1-16,0 1 15,5 0 1,-13 4-16,-1-2 16,-10 4-16,-8 1 15,-9 1-15,-13 2 16,-7 2-16,-11-1 16,-11 2-16,-23 4 15,25-8-15,-25 8 16</inkml:trace>
  <inkml:trace contextRef="#ctx0" brushRef="#br0" timeOffset="23133.12">2163 3066 0,'0'0'0,"0"0"16,0 0-16,0 0 15,0 0-15,0 0 16,0 4-16,0-4 16,-4 24-16,-3 10 15,-9 20-15,-7 13 16,-10 8 0,-1 0-16,-6 5 15,3-6-15,0 2 16,2-4-16,4-5 15,5 0-15,8-5 16,8-3-16,3-10 16,3-10-16,3-13 15,1-5-15,1-9 16,-1-12-16,2 14 16,-2-14-1,16 9-15,15-7 16,24-7-16,9-10 15,-1-4-15,0-3 16,-4-1-16,-5 1 16,-10 3-16,-8 4 15,-8 3-15,-7 5 16,-5 0 0,-16 7-16,25-9 15</inkml:trace>
  <inkml:trace contextRef="#ctx0" brushRef="#br0" timeOffset="23899.76">2747 3842 0,'0'0'0,"0"0"16,0 0-16,-1 8 15,-2 16-15,-6 34 16,-2 23-16,-4 10 16,-9 6-16,-3-2 15,-2-9-15,4-15 16,3-11-16,4-12 16,4-9-1,2-9-15,2-9 16,3-6-16,7-15 15,0 0-15,0 0 16,-10-20-16,8-30 16,14-24-16,10-12 15,8-2-15,3 4 16,-4 13-16,-4 12 16,-5 16-1,-3 6-15,1 10 16,1 7-16,2 7 15,4 10-15,4 12 16,9 16-16,3 11 16,-6 14-16,-8-1 15,-2 4-15,-3-4 16,-2-6 0,-3-6-16,-7-14 15,-1-7-15,-1-6 16,8-4-16,2-6 15,12-11-15,6-14 16,5-15-16,-1-9 16,-6-5-16,-4 0 15,-6 1-15,-3 7 16,-8 14-16,-2 10 16,-7 11-1,-4 11-15,0 0 16,0 0-16,23 22 15,-9 34-15,-9 24 16,-8 5-16,-6 5 16,-5-9-16,1 5 15,-2-8-15,1-7 16,2-12-16,4-14 16,1-9-1,1-5-15,1-1 16</inkml:trace>
  <inkml:trace contextRef="#ctx0" brushRef="#br0" timeOffset="24382.53">3939 4243 0,'0'0'0,"4"-4"0,-4 4 16,8-21-16,-3 4 15,-1 2-15,-3 4 16,-1 11-16,0-10 16,0 10-16,0 0 15,-28 1-15,-8 14 16,-5 7 0,10 2-16,6 2 0,4 2 15,5 6 1,9 3-16,7-3 15,11 5-15,11-4 16,7 1-16,5-3 16,3 0-16,6-1 15,-3-3-15,-4-6 16,-8-9-16,-7-2 16,-3-2-1,-2-1-15,-16-9 16,16 18-16,-24 2 15,-20 10-15,-7 9 16,-8-1-16,-3-3 16,0 1-16,2-5 15,4-5-15,3-2 16,3-5-16,6-6 16,8-7-1,20-6-15,-20-9 16</inkml:trace>
  <inkml:trace contextRef="#ctx0" brushRef="#br0" timeOffset="24933.32">4653 4136 0,'0'0'0,"0"0"0,0 0 16,0 0-16,0 0 16,0 0-16,0 0 15,0 0-15,-11 9 16,-18 15-16,-16 13 16,1 0-16,11-9 15,7-5 1,7 0-16,2-3 15,4-1-15,4-1 16,7-2-16,7 1 16,8-1-16,5-1 15,4-2-15,-3-5 16,-2-3-16,-17-5 16,23 4-16,-23-4 15,0 0 1,0 0-16,2 31 15,-18 20-15,-8 7 16,2-1-16,4-12 16,3-6-16,2-3 15,9-8-15,12-2 16,6-4-16,6-7 16,4-3-16,9-7 15,23-10-15,12-9 16,2-8-1,-2-15-15,-1-10 16,11-15-16,0-3 16</inkml:trace>
  <inkml:trace contextRef="#ctx0" brushRef="#br0" timeOffset="25216.98">5273 3929 0,'0'0'0,"0"0"0,0 0 15,0 0-15,6-4 16,7-7-16,19-3 16,15 0-16,7-1 15,0 1 1,2 2-16,-3 0 15,-7 3-15,-7 2 16,-9 1-16,-8 4 16,-5 2-16,-2 0 15</inkml:trace>
  <inkml:trace contextRef="#ctx0" brushRef="#br0" timeOffset="25471.24">5209 4334 0,'0'0'0,"0"0"15,0 0-15,0 0 16,0 0-16,13 2 16,17-1-16,19-12 15,13-10-15,7-3 16,-2-2-1,-4 0-15,-7 1 16,-8 6-16,-7 2 16,-9 3-16,-2 1 15,0 0-15,0 0 16,-4 1-16</inkml:trace>
  <inkml:trace contextRef="#ctx0" brushRef="#br0" timeOffset="26236.89">6818 3354 0,'0'0'0,"0"0"0,0 0 16,-1 13-16,-6 24 15,-6 32 1,0 2-16,5 3 16,8-10-16,6-11 15,8-14-15,12-16 32,11-13-32,17-20 15,10-21-15,1-10 16,-1-11-16,-15 8 15,-10 5-15,-14 12 16,-9 10 0,-5 4-16,-11 13 15,10-11-15,-10 11 16,0 0-16,0 0 16,20 22-16,-13 28 15,-4 22-15,-9 32 16,-7 21-1,0-17-15,-5 5 16,3-2-16,0 0 16,-3 24-16,2-12 15,-21 12 1,-7-1 0,-1-29-16,11-27 15,6-33-15,-7-18 16,6-10-16,0-9 15,29-8 1,-30-17-16,15-17 16,1-22-16,5-20 15,14-6-15,8-9 16,5 10-16,7 5 16,11 6-16,5 9 15,12 2-15,10-3 16,1 7-16,-1 15 15,5 2-15,-2 9 16,-6 6 0,-11 5-16,-15 5 15,-11 5-15,-8 4 16,-15 4-16,0 0 16,16 0-16</inkml:trace>
  <inkml:trace contextRef="#ctx0" brushRef="#br0" timeOffset="26482.98">7754 3988 0,'0'0'0,"0"0"0,5-4 16,-5 4-16,28-10 15,-4 1 1,5-1-16,0-1 16,-2 2-16,0 0 15,0 0-15,1-2 16,2-2-16,-10-9 16</inkml:trace>
  <inkml:trace contextRef="#ctx0" brushRef="#br0" timeOffset="27116.87">8185 3615 0,'0'0'0,"0"3"16,0-3-16,0 31 16,2 15-16,5 12 15,7 6-15,3-8 16,0-8-1,-1-10-15,1-6 0,2-9 16,0-8 0,6-17-16,3-14 15,8-11-15,4-9 16,-2-2-16,1-8 16,-2 1-16,-7 6 15,-11 10-15,-6 13 16,-4 6-16,-9 10 31,0 0-15,23 63-16,-21 51 15,-18-16-15,-7 9 16,-6 4-16,0-9 16,-5 26-16,0-8 15,9-14-15,-2 3 16,5-28-16,-5-20 15,0 5 1,-4 8-16,-4 12 16,3-10-16,4-29 15,-15-19-15,9-13 16,10-13-16,-4-17 16,19-10-16,13-34 15,9-41-15,26-20 16,8-17-16,17 14 15,-4 26-15,-2-4 16,-9 19-16,-7-2 16,-6 17-1,-4 15-15,17 11 16,-10 3-16,2-3 16,-23-18-16</inkml:trace>
  <inkml:trace contextRef="#ctx0" brushRef="#br0" timeOffset="27583.85">8350 3249 0,'0'0'0,"-9"6"0,-4 5 16,-19 18-16,-6 11 15,8-4-15,10-11 16,6-8-16,5-5 16,9-12-16,0 0 15,-15 3-15,8-30 16,0-17-1,13-8-15,8 9 16,8 6-16,8 2 16,1 9-16,0 9 15,6 11-15,-1 9 16,-2 9-16,-2 11 16,3 12-16,-1 5 15,-1 2-15,-5 0 16,-3-6-16,0 0 15,-2-2-15,0-7 16,3-4-16</inkml:trace>
  <inkml:trace contextRef="#ctx0" brushRef="#br0" timeOffset="27883.88">9039 3026 0,'0'0'0,"0"0"16,0 0-16,1 5 16,8 9-16,15 26 15,13 23-15,3 7 16,1 11-16,-5 3 15,-10 9-15,-3 15 16,-7-8 0,-11 16-16,-13-25 15,-16 23-15,-6 17 16,-9-16-16,-12 16 16,-12-8-16,-25-8 15,0 3-15,-2-22 16</inkml:trace>
  <inkml:trace contextRef="#ctx0" brushRef="#br0" timeOffset="28317.64">6837 2905 0,'0'0'0,"0"0"0,-5 10 16,-13 32-16,-23 39 16,-7 16-1,3-4-15,0 12 16,4 22-16,4 11 16,3 34-16,10-3 15,9-5-15,28-8 16,9-36-16,77 71 31,24-30-31,44-12 16,19-51-1</inkml:trace>
  <inkml:trace contextRef="#ctx0" brushRef="#br0" timeOffset="29049.76">9554 2846 0,'0'0'0,"-1"-6"0,1 6 15,-4-21-15,4 0 16,3 0-16,4 1 15,7-3-15,10 1 16,10 1-16,10 3 16,2 8-16,-1 6 15,-2 9 1,-5 10-16,-7 6 16,-8 6-16,-11 14 15,-14 11-15,-14 17 16,-19 16-16,-4-6 15,-1-2-15,0-6 16,6-12-16,3-5 16,6-10-16,6-11 15,2-5 1,5-6-16,3-6 16,1-5-16,8-11 15,0 16-15,0-16 16,32 17-16,1-11 15,16-6-15,10-4 16,3-5-16,-7-1 16,2-4-16,-5-6 15,-4-1 1,-7 0-16,-11 6 16,-6 2-16,-5 2 15,-19 11-15,25-13 16,-25 13-16,0 0 15,16-8-15</inkml:trace>
  <inkml:trace contextRef="#ctx0" brushRef="#br0" timeOffset="48299.49">11359 3814 0,'0'0'0,"0"0"0,0 0 0,0 0 16,0 0-16,0 0 16,0 0-16,0 0 15,8 1-15,-8-1 16,39 9-1,-8 0-15,3 8 16,0 7-16,-1 8 16,1 7-16,-4 9 15,-4 5-15,-8 8 16,-5 6-16,-10 14 16,-11 6-16,-15-3 15,-4 7-15,-7-12 16,2-13-1,5-14-15,-1-17 16,3-10-16,-1-5 16,5-7-16,1-4 15,1-5-15,-3-1 16,-3-5-16,2-1 16,1-11-16,4-7 15,2-15-15,5-7 16,7-3-1,8 0-15,9 4 16,7-4-16,7-3 16,6 5-16,7-3 15,-2 8-15,4 3 16,3 6-16,0 7 16,-4 7-16,-7 6 15,-12 5-15,-5 2 16,-17 3-16,18-1 15,-18 1 1,0 0-16</inkml:trace>
  <inkml:trace contextRef="#ctx0" brushRef="#br0" timeOffset="50183.25">12286 3901 0,'0'0'0,"0"0"16,-2-2-16,2 2 0,0 0 16,0 0-1,0 0-15,0 0 16,0 0-16,0 0 16,-17 32-16,5 16 15,-6 11-15,-4 3 16,-2-1-16,1 3 15,0-2 1,3-7-16,4-10 16,4-11-16,1-6 15,4-4-15,2-4 16,2 0-16,3-2 16,5 1-16,2 1 15,3-3-15,8 4 16,10-5-16,15-3 15,9-4-15,11-6 16,2-6 0,4-4-16,3-4 15,-3-5-15,1 0 16,-4-1-16,-1 1 16,-7 3-16,-9 0 15,-15 5-15,-11 1 16,-8 4-16,-15 3 15,0 0-15,20-5 16,-20 5 0</inkml:trace>
  <inkml:trace contextRef="#ctx0" brushRef="#br0" timeOffset="51233.05">10952 5223 0,'0'0'0,"0"0"16,0 0-16,0 0 16,0 0-1,0 0-15,8-5 16,19-6-16,31-8 16,24-1-16,21 1 15,16 2-15,21 0 16,-4 3-16,8-3 15,8 1-15,5-2 16,8 2-16,-5-7 16,9-4-16,0-1 15,-7 2 1,-4 1-16,-13 1 16,-1 6-16,-20 2 15,-2 2-15,-21 2 16,-18 4-16,-17 0 15,-19 3-15,-16 1 16,-10 2 0,-21 2-16,18-2 0,-18 2 15,-25 23 1</inkml:trace>
  <inkml:trace contextRef="#ctx0" brushRef="#br0" timeOffset="51833">11497 5240 0,'0'0'0,"0"0"0,0 0 16,0 0-16,4 4 16,-4-4-16,23 21 15,5 4 1,7 6-16,5 4 16,-1 1-16,-3-3 15,-3-3-15,-6 3 16,-6 3-16,-1 7 15,-6 11-15,-10 4 16,-6 7-16,-13 10 16,-9 3-16,-9-2 15,-10-10-15,1-19 16,-3-11 0,6-12-16,4-8 15,-2-5-15,0-7 16,0-4-16,8-4 15,5-7-15,8-10 16,5-8-16,14-18 16,11-9-16,14-8 15,14-2 1,6 3-16,7 3 16,8-1-16,-2 9 15,-10 8-15,-2 10 16,-9 10-16,-4 5 15,-8 8-15,-8 3 16,-20 8-16,25-4 16,-25 4-16</inkml:trace>
  <inkml:trace contextRef="#ctx0" brushRef="#br0" timeOffset="52449.81">12237 5503 0,'0'0'0,"0"0"0,0 0 15,13-2-15,16-4 16,14-3-16,8-2 15,11-2-15,7 2 16,1 2-16,-9 3 16,-3-1-16,1 3 15,-8-2 1,-9 3-16,-11 3 16,-10 1-16,-21-1 15,24 5-15,-24-5 16,0 0-16,12 16 15,-28 19-15,-31 42 16,-14 7-16,2-15 16,-1-7-16,-2-6 15,-1-3-15,5-2 16,7-9 0,9-2-16,13-8 15,8-7-15,5-7 16,5-3-16,1-3 15,2-1-15,8-11 16,-7 16-16,12-7 16,7 4-16,12 3 15,17-6-15,21-4 16,7-6 0,1-10-16,2-8 15,4-1-15,-2-2 16,-8 3-16,-12 1 15,-14 4-15,-6-1 16,-11 2-16,-5 3 16,-18 9-16,0 0 15</inkml:trace>
  <inkml:trace contextRef="#ctx0" brushRef="#br0" timeOffset="52982.29">13911 4419 0,'0'0'0,"0"0"0,0 0 0,0 0 0,6-2 15,16-3 1,31-7-16,17-6 0,7-2 16,4-3-1,1-1-15,-5-1 16,-5 3-16,-3 0 15,-1 1-15,-9 1 16,-8 6-16,-10 5 16,-15 4-16,-9 3 15,-17 2 1,18 10-16</inkml:trace>
  <inkml:trace contextRef="#ctx0" brushRef="#br0" timeOffset="53233.6">14001 4744 0,'0'0'0,"0"0"0,0 0 16,0 0-1,10-1-15,22-3 16,28-4-16,10-3 15,6-1-15,3-6 16,-9-3-16,-5 1 16,-6 1-16,-2 2 15,-5 2-15,-2 1 16,-10 0 0</inkml:trace>
  <inkml:trace contextRef="#ctx0" brushRef="#br0" timeOffset="53766.54">15337 3613 0,'0'0'0,"0"0"16,0 0-16,7 4 16,14 8-16,24 17 15,3 13-15,1 9 16,-8 9 0,-5 10-16,-6 7 15,-7 3-15,-12 3 16,-8 1-16,-15 5 15,-10 5-15,-8 1 16,-12-3-16,-45 24 31,-1-11-31,-8-21 16,17-30-16,34-33 16,3-9-1,5-9-15,7-4 16,7-6-16,8-8 15,11-11-15,8-24 16,17-19-16,10-16 16,11 7-16,9 9 15,1 4-15,2 8 16,-6 6-16,-12 12 16,-8 9-1,-3 6-15,-7 8 16,0 2-16</inkml:trace>
  <inkml:trace contextRef="#ctx0" brushRef="#br0" timeOffset="54282.57">16293 3747 0,'0'0'0,"0"0"0,0 0 15,3 8-15,4 3 16,3 10-16,1 16 16,-6 28-16,-12 15 15,-13 9 1,-9-13-16,-13 0 15,-3 2-15,1-7 16,2-4-16,5-9 16,3-3-16,-2 0 15,10-6-15,12-6 16,12-6-16,4-7 16,3-7-16,9-1 15,10-2 1,15-5-16,20-1 15,15-12-15,2-6 16,0-8-16,-1-1 16,-8 0-16,-6 2 15,-9 1-15,-7-2 16,-5 0-16,-7 1 16,-13 3-16,-20 8 15,0 0 1,-12-10-16</inkml:trace>
  <inkml:trace contextRef="#ctx0" brushRef="#br0" timeOffset="54650.64">14796 5408 0,'0'0'0,"0"0"0,0 0 15,18-2-15,36-2 16,42-3-16,17 0 16,5-1-16,2 1 15,9-3 1,14-6-16,4-10 15,4 1-15,-4 0 16,-11 1-16,-4 2 16,-19 3-16,-7 1 15,4 2-15,-15 6 16,-6 3-16,-16 7 16,-10 4-16,-4 3 15,-7-1 1,-18-2-16,-17-3 15</inkml:trace>
  <inkml:trace contextRef="#ctx0" brushRef="#br0" timeOffset="57349.86">15195 5638 0,'0'0'0,"0"0"0,0 0 15,0 0-15,0 0 16,0 0-16,2 1 16,-2-1-1,16 16-15,4 4 16,5 3-16,3 3 16,-2-1-16,-1-1 15,0 1-15,-8-2 16,-1 15-16,-4 5 15,-8 12-15,-6 12 16,-14 2 0,-12 8-16,-5-3 15,-5-9-15,6-20 16,4-9-16,3-12 16,-2-6-16,1-4 15,0-3-15,-1-8 16,3-4-16,3-5 15,1-6-15,5-4 16,5-12 0,7-8-16,10-9 15,10-5-15,11-4 16,3 6-16,6 1 16,2 4-16,-2 4 15,-1 6-15,-6 9 16,-6 7-16,-6 7 15,-18 10-15,22-10 16,-22 10-16,0 0 16,0 0-1,0 0-15</inkml:trace>
  <inkml:trace contextRef="#ctx0" brushRef="#br0" timeOffset="58199.84">15759 5634 0,'0'0'0,"0"0"0,0 0 15,0 0-15,0 0 16,0 2-16,0-2 15,-1 23-15,0 4 16,0 2 0,0 2-16,0-4 15,1-2-15,1-4 16,1-4-16,2-3 16,5 0-16,9-2 15,9-8-15,11-8 16,7-13-16,-6-1 15,-5-5-15,-6-3 16,-7 0 0,-3 0-16,-3 4 15,-6 5-15,-3 7 16,-6 10-16,7-10 16,-7 10-16,0 0 15,0 0-15,0 0 16,0 0-16,0 0 15,0 0-15,0 0 16,-4 16 0,-5 31-16,-7 30 15,-1 27-15,-1 9 16,5-6-16,5-6 16,6-12-16,0-5 15,1-11-15,0-1 16,-3 0-16,-5-11 15,-11-4-15,-13-13 16,-3-8-16,-4-4 16,0-5-1,3-10-15,8-4 16,-11-5-16,-4-7 16,-6-4-16,3-7 15,14-2-15,4-5 16,6-4-16,6-1 15,5-9-15,8-6 16,7-4-16,20-11 16,17 0-1,12-6-15,7 1 16,-1 6-16,-2 6 16,2 0-16,-4 9 15,-7 4-15,-10 9 16,-8 7-16,-10 5 15,-19 11-15,21-10 16,-21 10 0,0 0-16,0 0 15,0 0-15</inkml:trace>
  <inkml:trace contextRef="#ctx0" brushRef="#br0" timeOffset="61682.57">17370 4804 0,'0'0'0,"0"0"16,0 0-16,0 0 16,0 0-16,0 0 15,0 0 1,0 0-16,0 0 15,0 0-15,0 0 16,0 0-16,1-5 16</inkml:trace>
  <inkml:trace contextRef="#ctx0" brushRef="#br0" timeOffset="62732.63">18521 3817 0,'0'0'0,"0"0"0,0 0 16,0 0-16,0 0 15,0 0-15,0 0 16,0 0-16,0 0 16,-1 2-16,1-2 15,13 17 1,0-1-16,6 10 15,5 6-15,3 1 16,-2 3-16,-2 7 16,2 7-16,-3 12 15,-2 13-15,-10 4 16,-6-2-16,-6-6 16,-17-3-16,-7-7 15,-19 4-15,1-11 16,0-15-1,1-8-15,2-14 16,1-8-16,-4-6 16,2-4-16,8-5 15,8-4-15,6-9 16,5-11-16,3-9 16,8-7-1,19-6-15,10-4 0,10-2 16,12 2-1,3-2-15,2 9 16,7 5-16,-2 10 16,-7 10-16,-5 9 15,-8 7-15,-16 4 16</inkml:trace>
  <inkml:trace contextRef="#ctx0" brushRef="#br0" timeOffset="63599.7">16020 5573 0,'0'0'0,"0"0"16,0 0-16,0 0 16,0 0-16,-3 3 15,-8 8-15,-9 10 16,-3 5-1,5-11-15,18-15 16,-25 19-16,1-1 16,-6 4-16,3-2 15,9-8-15,18-12 16,-15 14-16,15-14 16,0 0-16,0 0 15,0 0-15,-16 7 16,16-7-1,10-15-15,14-22 16,12-10-16,2 0 16,3 5-16,0 2 15,-1 2-15,3 5 16,0 5-16,-7 10 16,-3 4-16,-8 5 15,-5 4-15,0 3 16,0 7-16,-1 3 15,2 5 1,-2 2-16,0 3 16,2 4-16,1-1 15,1 4-15</inkml:trace>
  <inkml:trace contextRef="#ctx0" brushRef="#br0" timeOffset="64883.53">19130 3945 0,'0'0'0,"0"0"16,0 0-16,0 0 15,0 3-15,7 22 16,7 37-16,-4 14 15,-5-23 1,-2-13-16,0-11 16,-1-3-16,2-9 15,8 1-15,12-7 16,10-16-16,20-17 16,2-24-16,19-86 31,4-9-31,-13 0 15,-20 45-15,-28 63 16,-6 14 0,-3 5-16,-9 14 15,0 0-15,13 15 16,-9 45-16,-8 34 16,-7 12-16,-12 16 15,-3 2-15,-5 8 16,0-12-16,1-5 15,-3-8-15,1-19 16,0-3 0,4-8-16,1-5 15,2-10-15,5-13 16,-19-14-16,-5-9 16,2-7-16,1-11 15,15-8-15,3-10 16,0-18-16,6-21 15,10-16-15,17-15 16,16 1 0,3 3-16,13 0 15,0 14-15,-2 11 16,-4 10-16,-8 8 16,-2 4-16,0 1 15,-4 4-15,-1-2 16</inkml:trace>
  <inkml:trace contextRef="#ctx0" brushRef="#br0" timeOffset="65415.66">19247 3514 0,'0'0'0,"0"0"0,0 0 0,0 0 15,0 0-15,0 0 16,0 0-16,0 0 16,-1 5-16,-6 6 15,-5 8-15,-2 1 16,5-5-16,9-15 15,-8 12-15,8-12 16,0 0-16,0 0 16,0 0-1,0 0-15,0 0 16,0 0-16,0 0 16,22-52-16,28-13 15,-12 17-15,-11 18 16,-7 10-16,1 0 15,0 3-15,1 4 16,-4 4-16,0 8 16,0 4-1,-2 4-15,-1 5 16,-1 2-16,0 6 16,0 3-16,1 6 15,2-1-15,-2 1 16,0-8-16</inkml:trace>
  <inkml:trace contextRef="#ctx0" brushRef="#br0" timeOffset="66099.71">17879 5412 0,'0'0'0,"9"-2"16,11-5-16,39-11 16,39-4-16,16 6 15,7 2-15,13 0 16,-2 0-16,10 0 15,-3-2-15,4-3 16,-3-3-16,-4-4 16,1-1-1,-1-3-15,-7 3 16,-18 4-16,-6 1 16,-15 6-16,-17 6 15,-9 3-15,-16 7 16,-12 2-16,-11 2 15,-9-1-15,-16-3 16,0 0-16,-5 19 16,-49 9-16,-48 13 15</inkml:trace>
  <inkml:trace contextRef="#ctx0" brushRef="#br0" timeOffset="66599.53">18380 5673 0,'0'0'0,"0"0"15,0 0-15,0 0 16,8 2-16,-8-2 15,46 15-15,-5 11 16,3 17-16,-3 2 16,-3 10-16,-4 5 15,-8-6 1,-6-1-16,-9-8 16,-9-6-16,-3-3 15,-3 0-15,-14 2 16,-5 6-16,-8-2 15,-9 0-15,10-11 16,-4-4-16,-2-10 16,-9-8-16,-1-8 15,2-3 1,10-3-16,11-2 16,7 0-16,1-2 15,6-7-15,6-5 16,12-10-16,14-4 15,9-8-15,5 2 16,0 4-16,8-6 16,2 3-16,4-2 15,1 0 1,-8 6-16</inkml:trace>
  <inkml:trace contextRef="#ctx0" brushRef="#br0" timeOffset="67149.52">18946 5791 0,'0'0'0,"0"0"15,6 0-15,10 0 16,13 0-16,12-4 15,8-2-15,5-2 16,-1 1-16,-9 2 16,-9 1-16,-6 2 15,-4 0-15,-8 0 16,-17 2 0,23-3-16,-23 3 15,0 0-15,0 0 16,11 15-16,-15 8 15,-13 16-15,-12 11 16,-8 3-16,-7 3 16,3-9-1,2-4-15,4-7 16,8-6-16,5-7 16,4-4-16,7-5 15,0-3-15,11-11 16,-13 15-16,13-15 15,0 0-15,10 10 16,15-2-16,29-8 16,14-11-16,2-7 15,6-9-15,-3 1 16,0 0 0,-9 4-16,-10 5 15,-6 1-15,-5 2 16,-8 1-16,-7 5 15</inkml:trace>
  <inkml:trace contextRef="#ctx0" brushRef="#br0" timeOffset="70937.05">16697 3451 0,'0'0'0,"0"0"16,0 0-16,3 0 16,-3 0-16,51-3 15,-3-1-15,3 1 16,-4 3-16,-1 4 16,-10 1-16,-5 2 15,-4 2-15,-2 0 16,-1 4-1,1 7-15,4 10 16,-1 9-16,-3 9 16,-1 9-16,0 10 15,-6 12-15,-5 7 16,-6 7 0,-2 7-16,-6 6 0,-3-5 15,-3 6 1,-3 3-16,0-4 15,0 4-15,-1-1 16,0-3-16,3 15 16,2-1-16,2-4 15,2 22-15,1-11 16,0 4-16,0 6 16,0-30-16,0 54 31,-1-18-16,-5-20-15,-13-2 16,0-54-16,-7-5 16,-4-2-16,4-15 15,-1-5-15,-2-5 16,-1-4-16,-8 0 16,-8-8-16,-7-9 15,-10-2 1,7-7-16,4-1 0,8-1 15,11-2 1,-6-2-16,5-6 16,1-6-16</inkml:trace>
  <inkml:trace contextRef="#ctx0" brushRef="#br0" timeOffset="72165.78">13503 8024 0,'0'0'0,"0"0"0,0 0 16,0 0-16,0 0 15,4 2-15,-4-2 16,34 8-16,3 1 15,12-5-15,6-6 16,3-3 0,-4-3-16,-5-4 15,-3-2-15,-5 0 16,-6 1-16,-5 4 16,-5-2-16,-5 5 15,-2-1-15,-18 7 16,25-9-16,-25 9 15,0 0-15</inkml:trace>
  <inkml:trace contextRef="#ctx0" brushRef="#br0" timeOffset="72482.72">13413 8487 0,'0'0'0,"0"0"0,0 0 0,0 0 16,0 0-1,5 2-15,11 0 16,15 5-16,16-3 16,11-6-16,4-7 15,3-4-15,-4-1 16,-11 1-1,-10-1-15,-9 2 0,-1-1 16,-5 2 0,-2-1-16,-3 2 15,-3 2-15</inkml:trace>
  <inkml:trace contextRef="#ctx0" brushRef="#br0" timeOffset="72933.57">14543 8091 0,'0'0'0,"0"0"0,0 0 15,0 0-15,0 0 16,0 0-16,0 0 15,0 0-15,15 0 16,15 0-16,13-2 16,7-1-1,-4-1-15,0-2 16,-2-3-16,-5 0 16,-5 0-16,-7 1 15,-3 1-15,-3 3 16,2 2-16,-5-2 15</inkml:trace>
  <inkml:trace contextRef="#ctx0" brushRef="#br0" timeOffset="73532.75">15303 7669 0,'0'0'0,"2"-2"15,-2 2-15,22-25 16,6 0-16,8 5 16,9 3-16,3 2 15,2 6-15,-5 1 16,-5 5-16,-7 1 15,-2 9-15,-3 8 16,-3 11-16,-4 13 16,-9 12-1,-14 18-15,-4 15 16,-11 5-16,-10 4 16,-19 0-16,-4-8 15,-7-1-15,3-12 16,7-11-16,2-6 15,3-3-15,-1-9 16,6-10-16,7-4 16,10-10-1,6-5-15,14-14 16,-15 15-16,15-15 16,0 0-16,7 14 15,11-8-15,16-2 16,7-5-16,-1-6 15,13-4-15,11-1 16,1-2 0,-8 2-16,-10 3 15,-1 1-15,3-2 16,-6 5-16,-9 1 16,-10 3-16,-8 0 15,-16 1-15,25 0 16,-25 0-16,0 0 15,0 0-15</inkml:trace>
  <inkml:trace contextRef="#ctx0" brushRef="#br0" timeOffset="74133.71">16664 7283 0,'0'0'0,"0"0"0,-1 4 16,1-4-16,-13 32 15,-9 20-15,-7 19 16,-2 6-16,-6 11 16,-6-3-16,-1 2 15,-2 6 1,6-10-16,0 14 16,4 0-16,5-5 15,7 4-15,9 0 16,3-1-16,11 2 15,5-10-15,7-19 16,7-2-16,7-1 16,18-20 15,21-12-31,13-23 16,-15-10-16,-17-1 15,-1-5-15,1-3 16</inkml:trace>
  <inkml:trace contextRef="#ctx0" brushRef="#br0" timeOffset="79349.56">16917 7668 0,'0'0'0,"0"0"0,0 0 16,3 6-16,-1 10 15,3 14-15,1 16 16,-1 16-16,-5 10 15,-1-2 1,-2-12-16,2-17 16,-1-11-16,1-8 15,1-11-15,0-11 16,0 0-16,0 0 16,28-18-16,6-28 15,0-15-15,-8 5 16,-3 4-1,-5 9-15,-5 13 16,-5 6-16,-1 9 16,-7 15-16,6-13 15,-6 13-15,0 0 16,19 30-16,-10 30 16,-3 20-16,-9 10 15,-4 3-15,-12-4 16,-10 10-16,-3-2 15,-2-9 1,-19 29 0,-4-21-1,-8-29-15,4-25 16,29-26-16,4-9 16,11-5-16,17-2 15,-25-6-15,15-6 16,10-13-16,11-14 15,21-22 1,13-7-16,2 6 16,2 11-16,-2 7 15,5 5-15,6 12 16,-2 0-16</inkml:trace>
  <inkml:trace contextRef="#ctx0" brushRef="#br0" timeOffset="79582.32">17420 8092 0,'0'0'0,"0"0"15,0 0-15,11-1 16,9-2-16,5 0 15,2 0-15,-1 1 16,2 0 0,1-7-16,7-15 15,-7-1-15</inkml:trace>
  <inkml:trace contextRef="#ctx0" brushRef="#br0" timeOffset="80165.71">17782 7750 0,'0'0'0,"0"0"0,0 0 16,4 8-16,3 14 15,2 34-15,2 24 16,-4-1-16,-1-17 16,-1-17-16,-2-14 15,0-11-15,-1-5 16,-2-15-16,6 15 15,-6-15-15,24-12 16,6-10 0,1-13-16,-1-1 15,-9 7-15,-6 8 16,-5 6-16,-10 15 16,11-14-16,-11 14 15,0 0-15,24 22 16,-17 28-16,-10 19 15,-12 28-15,-2 11 16,-4 3 0,-11 50-1,-2-25 1,-9 10-16,10-37 16,5-51-16,-5-15 15,-8-11-15,3-9 16,4-8-16,1-11 15,9-10-15,3-14 16,9-12 0,5-32-16,10-19 15,23-4-15,14-2 16,10 0-16,1 10 16,4 3-16,4 13 15,-2 12-15,-3 3 16,-10 13-16,-11 6 15,-7 7-15</inkml:trace>
  <inkml:trace contextRef="#ctx0" brushRef="#br0" timeOffset="80865.47">17871 7268 0,'0'0'0,"0"0"16,-2 3-16,2-3 16,0 0-1,-7 20-15,-1-5 16,2 0-16,1-4 16,5-11-16,-6 11 15,6-11-15,0 0 16,0 0-16,0 0 15,0 0-15,0 0 16,25-22 0,5-8-16,-2 3 15,-3 5-15,1 4 16,-3 5-16,1 5 16,-1 3-16,-3 5 15,-1 7-15,0 10 16,2 9-16,1 13 15,-2 2-15,-1 4 16,-3-6 0,-1-4-16,-1-1 15,1-6-15,5-8 16,3-3-16</inkml:trace>
  <inkml:trace contextRef="#ctx0" brushRef="#br0" timeOffset="81216">18603 7186 0,'0'0'0,"0"0"16,0 0-16,0 0 15,0 0-15,4 8 16,8 11-16,13 31 15,-1 26-15,-6 25 16,-2 8-16,-10 1 16,-3 0-1,-8-7-15,-11-5 16,-3 3-16,-4 9 16,6-17-16,-3 10 15,5-16-15,1 1 16,0 24-16,1-17 15,-27-5-15,-10-33 16,-2-21-16,14-10 16,14-11-1,-9 2-15,-7-4 16</inkml:trace>
  <inkml:trace contextRef="#ctx0" brushRef="#br0" timeOffset="96616.21">16128 2617 0,'0'0'0,"0"0"0,5 0 0,-5 0 16,49 7-1,5 1-15,12 1 16,6-5-16,8-4 16,5-4-16,10-2 15,4-3-15,7-2 16,2-3-16,3 2 15,-1-1-15,-1 0 16,0-1 0,-3 5-16,-2 4 15,-8 4-15,-3 2 16,-11 1-16,-10-2 16,-11 0-16,-10 0 15,-7 0-15,-11 1 16,-5 1-16,-8 0 15,-20-2-15,25 3 16,-25-3 0,0 0-16,17 0 0,-17 0 15,0 0 1,0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0-1,0 0-15,0 0 16,0 0-16,0 0 16,0 0-16</inkml:trace>
  <inkml:trace contextRef="#ctx0" brushRef="#br0" timeOffset="97732.16">13611 3001 0,'0'0'0,"0"0"16,0 0-16,0 0 15,0 0-15,3-5 16,12 0-16,30-16 15,39-4-15,17 3 16,12 4-16,4 7 16,4-1-16,-3 8 15,-2 2 1,-5 2-16,-4 1 16,-7 0-16,-13 2 15,-16 1-15,-15 5 16,-17-2-16,-15 0 15,-8-2-15,-16-5 16,16 6-16,-16-6 16,0 0-16,0 0 15,12 10-15,-12-10 16,0 0 0</inkml:trace>
  <inkml:trace contextRef="#ctx0" brushRef="#br0" timeOffset="99149.24">19631 7711 0,'0'0'0,"0"0"16,0 0-16,0 0 15,0 3-15,0-3 16,0 0-16,0 0 16,-5 19-16,-4 4 15,-6 20-15,-2 14 16,-2 5 0,5-4-16,3-11 15,4-7-15,5-10 16,4-4-16,3-5 15,2-3-15,6-8 16,7-7-16,10-7 16,14-19-16,9-13 15,3-21-15,-2-3 16,-6 3 0,-6 3-16,-8 10 15,-9 10-15,-3 7 16,-8 8-16,-5 8 15,-9 11-15,9-12 16,-9 12-16,0 0 16,4 29-16,-12 40 15,-11 21-15,-2 0 16,-3 0-16,-1 4 16,-5 10-16,-17 56 31,4-27-16,-11 16-15,12-45 16,13-31-16,4-11 16,2-1-16,-4-10 15,-13-24-15,1-10 16,4-18-16,7 3 16,10-2-1,18 0-15,-24-10 16,14-25-16,7-19 15,11-21-15,19 2 16,11-11-16,7 9 16,7 11-16,0 7 15,-1 13-15,4 6 16,-3 10-16,-5 9 16,-7 4-1,-13 5-15,-1 5 16,-2-4-16,-2 5 15</inkml:trace>
  <inkml:trace contextRef="#ctx0" brushRef="#br0" timeOffset="99816.28">20145 6939 0,'0'0'0,"0"-3"0,0 3 16,0 0-16,0 0 15,0 0-15,0 0 16,0 0-16,0 0 16,0 0-16,-15 9 15,1 10-15,-1 4 16,1-6-16,5-7 16,-2 3-16,1-1 15,0-1 1,3 1-16,7-12 15,0 0-15,-10 11 16,10-11-16,0 0 16,0 0-16,45-49 15,10-11-15,-10 12 16,-7 10-16,-4 9 16,-6 9-1,-6 4-15,-22 16 16,23-13-16,-23 13 15,0 0-15,0 0 16,24 8-16,-14 6 16,2 13-16,1 8 15,-1 4-15,0 4 16,-3-8-16,-1-5 16,-1-6-16,1-1 15,0 6 1,3 3-16,-1-2 15,-3-15-15,0-1 16,-7-14-16</inkml:trace>
  <inkml:trace contextRef="#ctx0" brushRef="#br0" timeOffset="100732.15">21299 7283 0,'0'-3'0,"0"3"0,0 0 15,-24 7-15,-21 45 16,-9 2-16,-14 34 16,2 14-16,2 11 15,-1 28-15,9 28 32,5 23-32,22-53 15,10-2 1,17-62-16,7-5 15,10-3-15,1-17 16,13-1-16,9 0 16,17-4-16,-3-15 15,2-7-15,-6-15 16,6-5-16</inkml:trace>
  <inkml:trace contextRef="#ctx0" brushRef="#br0" timeOffset="101049.19">21567 7798 0,'0'0'0,"0"0"15,-2 4-15,-4 21 16,-9 34-16,-9 21 16,0 10-16,-3 4 15,2-7-15,5 0 16,6-14-16,4-16 16,1-2-16,3 2 15,6-6-15,5-10 16,-1-25-16</inkml:trace>
  <inkml:trace contextRef="#ctx0" brushRef="#br0" timeOffset="101282.11">21803 8162 0,'0'0'0,"4"1"15,-4-1-15,31 14 16,5 3-16,-2-2 16,-2-4-16,0-6 15,-5-3-15,-1 0 16,-4-4-16,6-3 15</inkml:trace>
  <inkml:trace contextRef="#ctx0" brushRef="#br0" timeOffset="101985.39">22482 7882 0,'0'0'0,"0"0"16,0 0-16,0 6 15,-1 17-15,-3 32 16,-5 13-16,1 1 16,2-12-16,2-3 15,8-11-15,6-13 16,7-9-16,8-7 15,9-14 1,9-17-16,3-17 16,6-8-16,-7-4 15,-4-1-15,-9 4 16,-12 9-16,-6 12 16,-6 6-16,-8 16 15,8-14-15,-8 14 31,-4 13-15,-11 47-16,-12 39 16,5-16-16,-2 0 15,-4 2-15,-2 11 16,2-5-16,1-3 16,5-9-16,4-13 15,-2 8-15,-3 0 16,-11-1-16,2-3 15,9-45 1,11-15-16,-13-7 16,-1 1-16,2 2 15,3 0-15,5-3 16,-15-33-16,1-6 16,11-4-16,15-16 15,18 6-15,5-31 16,13-2-16,8 24 15,10-6 1,11 5-16,-1 16 16,-14 11-16,-9 7 15,-9 9-15,-7 3 16,3-3-16</inkml:trace>
  <inkml:trace contextRef="#ctx0" brushRef="#br0" timeOffset="102582.25">22746 7413 0,'0'0'0,"0"0"0,0 0 0,0 0 16,0-3-16,0 3 16,0 0-16,0 0 15,0 0-15,0 0 16,-27 19-16,-11 11 16,-7 1-16,11-10 15,0 0-15,4-3 16,1 0-16,4 2 15,8-6-15,4-2 16,13-12 0,0 0-16,0 0 15,21-33-15,19-3 16,15-12-16,5 0 16,4-5-16,-10 9 15,-7 7-15,-9 6 16,-7 6-16,-9 7 15,-4 6 1,-18 12-16,32 0 16,-14 11-16,0 12 15,0 12-15,-2 11 16,-6 6-16,1-2 16,-1 0-16,-4-11 15,1 4-15,0-9 16,-1-10-16,0-4 15,-1-8-15,-5-12 16,10 15 0</inkml:trace>
  <inkml:trace contextRef="#ctx0" brushRef="#br0" timeOffset="102966.35">23521 6925 0,'0'0'0,"0"0"0,0 0 15,1 2-15,3 10 16,5 17-16,7 22 15,7 23-15,-4 12 16,-5 11-16,-6 11 16,-4 3-1,-4 6-15,-4 24 16,-1-8-16,0 5 16,-12 88-1,-15-39 1,-11 2-16,-13-34 15,5-63-15,-19 3 16,-13-2 0,2-25-16,1-23 15,18-15-15,2-22 16,13-18-16</inkml:trace>
  <inkml:trace contextRef="#ctx0" brushRef="#br1" timeOffset="108950.26">1624 6451 0,'0'0'0,"0"0"15,0 0-15,0 0 16,0 0-16,0 0 16,5 2-16,9 9 15,17 15-15,14 15 16,4 15 0,-3 10-16,-5 5 0,-3 11 15,-7 5 1,-9 5-16,-8 3 15,-9 6-15,-8-1 16,-9-1-16,-9-1 16,-2-13-16,-1-15 15,1-16-15,-3-15 16,-5-7-16,-3-8 16,-4-7-16,-2-6 15,-3-6-15,3-7 16,1-8-16,4-4 15,4-5 1,3-11-16,7-7 16,10-10-16,8-4 15,7-5-15,15-4 16,9-4-16,15-1 16,6 3-16,3 9 15,-2 13-15,-8 12 16,0 6-1,-9 7-15,-8 6 16,-6 4-16,-19 5 16,19-1-16,-19 1 15</inkml:trace>
  <inkml:trace contextRef="#ctx0" brushRef="#br1" timeOffset="109782.18">2902 6548 0,'0'0'0,"0"0"16,0 0-16,0 0 16,0 0-16,0 0 15,0 0-15,0 0 16,0 0-16,0 0 15,0 0 1,-8-2-16,8 2 16,-34 0-16,0 8 15,-4 12-15,0 13 16,6 5-16,7 9 16,7 5-16,9 10 15,10 9-15,9 1 16,13 5-16,6-8 15,9 0 1,6-4-16,5-1 16,-4-10-16,-4-7 15,-3-8-15,-9-4 16,-6-8-16,-6-3 16,-14 7-16,-8 7 15,-13 4-15,-14 2 16,-16-5-16,-8-8 15,2-7 1,4-14-16,5-8 16,2-6-16,4-3 15,5-3-15,9-1 16,6-2-16,5-1 16,7-3-16,5-8 15,11-8-15,7-7 16</inkml:trace>
  <inkml:trace contextRef="#ctx0" brushRef="#br1" timeOffset="110365.53">3471 7076 0,'0'0'0,"0"0"0,0 0 16,0 0-16,0 0 16,0 0-16,-2 10 15,-4 18-15,-7 33 16,-4 19-16,2-5 15,1-4-15,0-2 16,1-6-16,1-3 16,3-11-1,2-14-15,1-14 16</inkml:trace>
  <inkml:trace contextRef="#ctx0" brushRef="#br1" timeOffset="110516.26">3386 6692 0,'0'0'0,"0"0"0,0 0 15,0 0-15,0 0 16</inkml:trace>
  <inkml:trace contextRef="#ctx0" brushRef="#br1" timeOffset="111183.62">3926 7216 0,'0'0'0,"0"0"0,0 0 16,0 0-16,0 0 16,-1-5-16,1 5 15,0 0 1,-24-17-16,4 9 16,-1 5-16,-4 4 15,0 6-15,0 5 16,7 5-16,4 0 15,7 2-15,4 1 16,9 4-16,5-3 16,8-3-16,7-4 15,5-9 1,7-11-16,4-5 16,-4-4-16,-7 2 15,-8 3-15,-7 5 16,-1 1-16,1 13 15,0 18-15,0 27 16,-6 23-16,-7 14 16,-10 5-1,-3-2-15,-5 1 16,-4-3-16,-13 10 31,-14-12-31,2-17 16,6-26-16,13-25 15,6-14-15,-1-9 16,2-8-16,1-13 16,2-6-1,3-17-15,9-10 16,6-5-16,10-2 16,9 4-16,4 0 15,2 3-15,4-4 16,-1 7-16,-3 4 15,-6 13-15,-4 15 16,-7 6-16,-11 14 16</inkml:trace>
  <inkml:trace contextRef="#ctx0" brushRef="#br1" timeOffset="112016.24">4525 6929 0,'0'0'0,"0"0"16,0 0-16,0 0 15,0 0-15,0 0 16,0 0-16,0 0 16,-5 13-16,-13 18 15,-8 24 1,-2 3-16,5-8 16,9 5-16,4 17 15,0-3-15,5 5 16,1-4-16,7 2 15,5 1-15,4-6 16,3-9-16,2 0 16,1-7-16,-3-10 15,-1-7 1,-4-9-16,4-8 16,3-11-16,-17-6 15</inkml:trace>
  <inkml:trace contextRef="#ctx0" brushRef="#br1" timeOffset="112415.79">4870 7401 0,'0'0'0,"0"0"16,0 0-16,0 0 15,-2 3-15,-4 16 16,-5 17-16,-2 14 16,-2-2-16,5-15 15,5-12 1,1-9-16,4-12 16,0 0-16,-5-16 15,4-25-15,2-11 16,4-13-16,2-6 15,1 3-15,2 6 16,0 12-16,0 14 16,1 8-16,2 6 15,1 3-15,3 4 16,1 2 0,6 3-16,0 3 15,4 4-15,-1 6 16,1 3-16,-4 6 15</inkml:trace>
  <inkml:trace contextRef="#ctx0" brushRef="#br1" timeOffset="112599.11">4682 7535 0,'0'0'0,"0"0"15,0 0-15,0 0 16,0 0-16,16-1 16,16-5-16,18-13 15,11-14-15,6-3 16</inkml:trace>
  <inkml:trace contextRef="#ctx0" brushRef="#br1" timeOffset="112865.47">5208 7198 0,'0'0'0,"0"0"0,0 0 0,-4 13 16,-9 24-16,-8 26 15,5-4-15,11-6 16,3 7-16,2 7 16,4-2-16,1-11 15,3-15-15,3-10 16</inkml:trace>
  <inkml:trace contextRef="#ctx0" brushRef="#br1" timeOffset="113282.23">5408 7492 0,'0'0'0,"0"0"16,0 0 0,0 0-16,8 0 15,-8 0-15,29 0 16,-13 2-16,-16-2 15,22 13-15,-15 2 16,-4 2-16,-5 3 16,-4 2-16,1 1 15,-3-2-15,8-21 16,0 0-16,0 0 16,0 0-1,20-24-15,0-6 16,8-7-16,-2 6 15,-5 6-15,-5 8 16,-1 5-16,-15 12 16,28-9-16,-12 16 15,-1 4-15,-1 7 16,-2 1-16,-3 8 16,-1 5-1,-4 0-15,-2-4 16,-1-17-16,-1-11 15,0 0-15</inkml:trace>
  <inkml:trace contextRef="#ctx0" brushRef="#br1" timeOffset="113481.97">5956 7066 0,'0'0'0,"0"0"16,0 0-16,0 0 15,0 16-15,-4 30 16,-2 48-16,-5 21 16,-3-1-16,-11 3 15,-9 15 1,-2-17 0</inkml:trace>
  <inkml:trace contextRef="#ctx0" brushRef="#br1" timeOffset="114550.16">1573 8614 0,'0'0'0,"0"0"15,11 0-15,29 0 16,41 0-16,23-4 16,15-6-16,15-6 15,-3-2-15,2-1 16,-7 0-16,-6 0 16,-13 2-1,-16 3-15,-15 2 16,-15 5-16,-13 6 15,-12 4-15,-14 4 16</inkml:trace>
  <inkml:trace contextRef="#ctx0" brushRef="#br1" timeOffset="114898.95">1905 8998 0,'0'0'0,"0"0"15,0 2-15,0 20 16,0 56-16,0 46 16,0-12-16,0 0 15,-7-15 1,-5-14-16,-22 5 31,-11-18-31,4-17 16,-2-20-16,17-22 15,0-13-15,5-13 16,4-15-16,10-28 16,18-27-1,12-14-15,12 2 16,-1 11-16</inkml:trace>
  <inkml:trace contextRef="#ctx0" brushRef="#br1" timeOffset="115298.81">2440 9226 0,'1'7'0,"3"10"0,1 7 16,4 24-16,0-2 15,0-6-15,-3-9 16,-3-7-16,-1-10 16,-2-14-16,2 12 15,-2-12 1,0 0-16,2-26 15,8-22-15,5-10 16,0 4-16,-2 11 16,-1 9-16,-2 12 15,1 8-15,0 3 16,-11 11-16,16-3 16,-4 16-16,7 18 15,6 18 1,0 3-16,-3-6 15,15-2-15</inkml:trace>
  <inkml:trace contextRef="#ctx0" brushRef="#br1" timeOffset="115715.02">5959 8054 0,'0'0'0,"0"0"16,0 0-16,4-2 15,-4 2 1,46-8-16,5 4 0,6 4 15,-6 3 1,-2 1-16,-12 0 16,-5 2-16,-14-4 15</inkml:trace>
  <inkml:trace contextRef="#ctx0" brushRef="#br1" timeOffset="115881.95">5849 8520 0,'0'0'0,"0"0"0,4 0 15,13-1-15,25-1 16,27-2-16,20-8 16,1-8-16,-8-14 15</inkml:trace>
  <inkml:trace contextRef="#ctx0" brushRef="#br1" timeOffset="116231.97">7369 7489 0,'0'0'0,"-1"-4"15,1 4 1,-11-13-16,2 3 16,9 10-16,-17-15 15,17 15-15,-37 19 16,3 26-16,0 20 16,8 11-16,5 13 15,1 0-15,0 23 16,-2-5-16,2-3 15,-11 17 17,-12-24-32,4-13 15,4-33-15,10-34 16,1-24-16</inkml:trace>
  <inkml:trace contextRef="#ctx0" brushRef="#br1" timeOffset="116448.97">7226 7496 0,'0'0'0,"3"-2"16,-3 2-16,40-24 15,9-4-15,6 7 16,-13 8-1,-9 4-15,-8 6 16,-25 3-16,22 3 16</inkml:trace>
  <inkml:trace contextRef="#ctx0" brushRef="#br1" timeOffset="116615.28">6862 8059 0,'0'0'0,"0"0"16,0 0-16,6 2 16,14 2-16,28-4 15,28-22-15,12-20 16,-1-13-16,-3-22 16</inkml:trace>
  <inkml:trace contextRef="#ctx0" brushRef="#br1" timeOffset="116832.46">7833 7516 0,'0'0'0,"-11"12"0,11-12 0,-20 22 0,-27 36 16,-8 13-16,11-5 15,5 2-15,7 3 16,10 4-16,5-8 15,9-12 1,3-6-16,18-5 31</inkml:trace>
  <inkml:trace contextRef="#ctx0" brushRef="#br1" timeOffset="117281.93">7990 7679 0,'0'0'0,"0"0"15,7 4-15,9 7 16,9 17-16,-8 22 16,-7 9-16,-14 5 15,-12-1-15,-4-8 16,-9-7-16,6-11 15,2-10 1,8-14-16,13-13 16,-13 12-16,13-12 15,0 0-15,9-34 16,14-11-16,14-7 16,-5 9-16,-3 9 15,-6 8-15,-7 10 16,-3 5-16,-13 11 15,21-12 1,-21 12-16,20 23 16,-10 17-16,-3 15 15,-7-3-15,-2-11 16,-3-4-16,2-11 16,0-10-16,3-16 15,0 12-15,0-12 16,30-26-16,10-13 15</inkml:trace>
  <inkml:trace contextRef="#ctx0" brushRef="#br1" timeOffset="117515.27">8494 7557 0,'0'0'0,"0"0"15,0 0-15,2 6 16,4 9-16,9 21 15,0 15-15,-2 8 16,-5 4 0,-8 14-16,-10 1 15,-9 4-15,-35 32 32,-10 0-32,-10-3 15,4-10-15,18-44 16</inkml:trace>
  <inkml:trace contextRef="#ctx0" brushRef="#br1" timeOffset="117953.47">9109 7409 0,'0'0'0,"0"0"0,-2 4 15,-15 25-15,-24 57 16,-3 41-16,7-10 16,1 11-16,7 2 15,2 2-15,17 25 31,15-41-31,17-23 16,16-33-16,-10-37 16,3-13-1,11-20-15</inkml:trace>
  <inkml:trace contextRef="#ctx0" brushRef="#br1" timeOffset="118199.09">9338 7869 0,'-3'11'0,"-7"18"0,-3 13 16,-16 47-16,2 0 15,2-7-15,2-9 16,5-12-16,5-16 15,5-14-15,2-15 16,6-16 15</inkml:trace>
  <inkml:trace contextRef="#ctx0" brushRef="#br1" timeOffset="118332.22">9353 8227 0,'0'0'0,"0"0"16,4 0-16,-4 0 15,30 0-15,2 0 16,11 0-16,3-3 16,-3-9-1,-4-4-15</inkml:trace>
  <inkml:trace contextRef="#ctx0" brushRef="#br1" timeOffset="118581.84">9998 7903 0,'0'0'0,"0"0"0,0 5 15,2 5-15,1 19 16,-1 16-16,0 6 16,-2-1-16,-3 7 15,-4-2-15,0-1 16,2-9-16,0-15 15,2-9-15,1-5 16,2-16-16,-2 9 16</inkml:trace>
  <inkml:trace contextRef="#ctx0" brushRef="#br1" timeOffset="118784.58">10028 7761 0,'0'0'0,"7"-8"16,2-4 0,13-13-16,13-8 15,6 2-15,1 4 16,-3 7-16,-2 4 16,-5 7-16,-3 7 15,-8 5-15,-7 9 16,-8 10-16,-12 15 15,-22 14-15</inkml:trace>
  <inkml:trace contextRef="#ctx0" brushRef="#br1" timeOffset="118915.81">9883 8220 0,'0'0'0,"0"0"15,5 0-15,-5 0 16,50-8-16,19-6 15,24-20 1,9-19-16</inkml:trace>
  <inkml:trace contextRef="#ctx0" brushRef="#br1" timeOffset="119132.41">10687 7580 0,'0'0'0,"0"0"15,0 0-15,0 0 16,-1 3-16,-5 19 15,-12 29-15,-13 30 16,-3 10 0,-1-3-16,1 0 15,4-3-15,6-1 16,10 9 0,17-10-1,14-24-15</inkml:trace>
  <inkml:trace contextRef="#ctx0" brushRef="#br1" timeOffset="119566.18">10905 7879 0,'0'0'0,"0"0"0,0 0 16,5 13-16,3 22 15,2 26-15,-14 12 16,-4-5 0,-4-9-16,1-8 0,1-19 15,0-9 1,6-10-16,4-13 16,0 0-16,-4-13 15,8-24-15,16-17 16,8 1-16,1 9 15,1 9 17,-3 12-32,-6 9 0,-21 14 15,24-1 1,-18 15-16,-5 14 16,2 12-16,-6 0 15,2-4-15,0-9 16,0-4-16,1-8 15,0-15-15,16 12 16,6-18-16,20-13 16</inkml:trace>
  <inkml:trace contextRef="#ctx0" brushRef="#br1" timeOffset="119783.23">11401 7774 0,'0'0'0,"0"0"0,0 0 16,0 11-16,0 19 16,0 26-16,2 9 15,3 3 1,-1-5-16,-4 6 16,-23 8-16,-11 3 15,-21 15 1,3-25-1,1-11-15</inkml:trace>
  <inkml:trace contextRef="#ctx0" brushRef="#br1" timeOffset="120148.75">11507 7110 0,'0'0'0,"0"0"0,0 0 16,0 0-16,2 4 15,7 8-15,13 17 16,11 26-16,-1 22 15,-4 13-15,-7-1 16,-5 1-16,-3 2 16,-6 1-16,-9 0 15,-12 7-15,-8 9 16,-8 11 0,-5 1-16,-19 53 31,1-35-31</inkml:trace>
  <inkml:trace contextRef="#ctx0" brushRef="#br1" timeOffset="121815.26">1146 6346 0,'0'0'0,"11"-2"16,23-1-16,79-11 15,71-7-15,25-1 16,37-6-16,22-2 16,26-2-1,16-2-15,11 2 16,17-3-16,8 1 15,11 1-15,15-1 16,11 6-16,3 4 16,14 7-16,13 8 15,12 12-15,3 6 16,-8 5 0,-10 8-16,-16 2 15,-7 1-15,-13-3 16,-8 0-16,-7 1 15,-14 2-15,-19 4 16,-27 12-16,-53-5 16,-2 16-16,-48 4 15,-22 11-15,-28 6 16,-24 9-16,-19 0 16,-21 8-1,-15-1-15,-13 4 16,-13 4-16,-5 22 15,-11 7-15,-9 14 16,-5 7-16,-4-4 16,0 13-16,-1-5 15,-1-2-15,5-9 16,2 0-16,1-13 16,-3-7-16,-3-14 15,-14-14 1,-18-5-16,-5-11 15,-26 3-15,-23 1 16,-19 2-16,-41 2 16,-10-8-16,-31-5 15,-9-4-15,-19-4 16,-14 2-16,-6-8 16,-17-6-1,-10-11-15,-9-2 16,-4-1-16,-7-3 15,-4-2-15,-19 3 16,-3-1-16,-10 3 16,-10-2-16,-2 5 15,2-3-15,2 0 16,-1 0-16,7 0 16,5-4-1,3-8-15,12-8 16,4-9-16,9-4 15,7-6-15,14-2 16,2-5-16,10 3 16,4 1-16,5-1 15,-1 5-15,15 4 16,6-3-16,24 1 16,-4-5-1,23-12-15,1-4 16,21-2-16,9-7 15,11-6-15,16-10 16,11-17-16,13-12 16,11-25-16,17-24 15,12-15-15,16-31 16,11-7-16,7-13 16,9-12-16,2 1 15,4-2 1,0 9-16,1 1 15,0 4-15,1 7 16,2 11-16,6 8 16,2 6-16,4 8 15,5 9-15,3 13 16,5 4-16,2 13 16,0 10-16,0 7 15,1 9 1,-1 11-16,5 7 15,6 12-15,6 6 16</inkml:trace>
  <inkml:trace contextRef="#ctx0" brushRef="#br1" timeOffset="122882.16">11719 6988 0,'0'0'0,"5"-5"16,15-9-16,42-22 16,41-2-16,0 9 15,6 12-15,6 9 16,-4 1-16,5 6 16,-5 4-1,-6 4-15,-1 9 16,-9 3-16,-4 7 15,-8 5-15,-11 2 16,-6 3-16,-10-2 16,-6 1-16,-7-2 15,-6-7-15,-7-3 16,-7-5-16,-4-5 16,-4-2-1,-15-11-15,31 8 16,-15-15-16,0-5 15,-2-9-15,-4-8 16,-5-7-16,-5-8 16,-9-7-16,-5 1 15,-6-2-15,-2 5 16,-3 2-16,0 2 16,-1 4-1,1 6-15,4 5 16,2 8-16,4 4 15,15 16-15,-15-15 16,15 15-16,0 0 16,0 0-16,0 0 15,0 0-15,11 21 16,33 27-16,18 7 16,9 4-16,2 5 15,-1-5 1,-14-2-16,-15-4 15,-16-8-15,-11-11 16,-6-6-16,-6-4 16,-2-9-16,-4-3 15,-9 3-15,-36 15 16,-43 28-16,-27 4 16,20-15-16</inkml:trace>
  <inkml:trace contextRef="#ctx0" brushRef="#br1" timeOffset="131582.17">13148 10028 0,'0'0'0,"0"0"0,0 0 0,0 0 15,0 0-15,0 0 16,0 0-16,0 0 16,0 2-16,0-2 15,-1 16-15,-1 12 16,-2 19-1,-1 17-15,-2 10 16,-1-4-16,0-3 16,1-8-16,1-3 15,2-7-15,7-8 16,5-6-16,9-6 16,6-5-16,8-8 15,6-15-15,6-18 16,4-15-16,4-15 15,-1-9 1,-5-4-16,-6-1 16,-5 0-16,-12 10 15,-6 11-15,-6 12 16,-5 9-16,-3 7 16,-2 12-16,3-11 15,-3 11-15,0 0 16,0 0-1,0 0-15,-16 11 16,-2 32-16,-4 21 16,6 7-16,0 5 15,5 6-15,1 8 16,2-6-16,1 1 16,0-1-16,-3 25 31,-3-1-31,-7-19 15,2-20 1,4-29-16,-3-9 16,-1-4-16,-4-7 15,-7-1-15,-13-1 16,-5-9-16,2-3 16,10-8-16,7-3 15,6-5-15,5-7 16,1-14-1,3-10-15,7-15 16,8-1-16,18 0 16,9 0-16,10 0 15,10 2-15,-4 9 16,4 5-16,-3 10 16,-3 10-16,4 3 15,-8 5-15,-7 5 16,-10 1-16,-7 3 15,-15 4 1,21-5-16,-21 5 16,21-5-16,-21 5 15</inkml:trace>
  <inkml:trace contextRef="#ctx0" brushRef="#br1" timeOffset="132764.84">11107 10183 0,'0'0'0,"0"0"0,0 0 16,0 0-16,0 0 15,-4 2-15,2 11 16,-2 27-16,-6 29 15,3 12 1,-1 5-16,2 1 16,-2-2-16,2-7 15,1-4-15,-2-6 16,1-10-16,-6-10 16,1-7-16,0-8 15</inkml:trace>
  <inkml:trace contextRef="#ctx0" brushRef="#br1" timeOffset="133148.92">11362 9753 0,'0'0'0,"0"0"0,0 0 0,0 0 16,4 2-1,-4-2-15,24 31 16,5 12-16,2 28 16,-5 21-16,-7 26 15,-8 11-15,-8 13 16,-6 0-16,-7 15 15,-6 4-15,-10-4 16,-15 13 0,-10-18-16,-9 5 15,1-23-15,-7-15 16,-5-18-16,0-21 16,-3-20-16,15-23 15,6-17-15,8-16 16,0-19-16</inkml:trace>
  <inkml:trace contextRef="#ctx0" brushRef="#br1" timeOffset="134798.82">13330 9637 0,'0'0'0,"0"0"0,0 0 15,0 0-15,0 0 16,0 0-16,0 0 15,0 0-15,0 0 16,-9 14-16,-14 16 16,-10 15-1,1 0-15,4-8 16,4-6-16,5-6 16,6-8-16,5-7 15,8-10-15,-12 15 16,12-15-16,0 0 15,0 0-15,0 0 16,0 0-16,0 0 16,-5-27-1,19-23-15,9-8 0,6-2 16,4 1 0,-1 7-16,-1 11 15,-3 10-15,-4 7 16,-3 9-16,-3 6 15,1 6-15,2 9 16,4 8-16,4 14 16,-2 8-16,-4 4 15,-3 0 1,-4-7-16,-3-2 16,-3-8-16,-1-5 15,-2-3-15,-1 0 16,-1-2-16,5-3 15</inkml:trace>
  <inkml:trace contextRef="#ctx0" brushRef="#br1" timeOffset="135398.74">14072 10476 0,'0'0'0,"0"0"0,0 0 16,0 0-16,4 2 15,-4-2-15,36 7 16,5 0-16,10-6 15,10-7-15,5-2 16,1-5-16,-3 1 16,-6 2-16,-3 1 15,-10-1 1,-7 5-16,-7-1 16,-8 2-16,-5 2 15,-18 2-15,18-3 16,-18 3-16,0 0 15</inkml:trace>
  <inkml:trace contextRef="#ctx0" brushRef="#br1" timeOffset="136849.01">14141 10655 0,'0'0'0,"-2"-4"15,2 4-15,-5-11 16,5 11-16,-4-19 16,2 4-1,8-5-15,4-1 16,4 1-16,7-1 15,5-1-15,5 3 16,3 2-16,-1 4 16,3 5-16,-1 7 15,3 3-15,-4 6 16,-1 0 0,2 2-16,1 2 15,3 2-15,3-2 16,0 1-16,-4-4 15,1-4-15,2-10 16,6-6-16,6-10 16,-3-7-16,-2-3 15,-6 0-15,-5 0 16,-5 1-16,-2 4 16,-5 2-1,-6 6-15,-1 6 16,-1 4-16,-2 4 15,-15 4-15,30 6 16,-14 4-16,1 10 16,-1 6-16,-2 6 15,-6 1-15</inkml:trace>
  <inkml:trace contextRef="#ctx0" brushRef="#br1" timeOffset="137348.79">14295 11023 0,'0'0'0,"0"0"0,0 0 15,0 0-15,0 0 16,0 0-16,13 3 16,17 2-16,19-4 15,15-10-15,5-3 16,3-5-16,-2-5 16,-5 3-16,-1 0 15,-6 2 1,0 0-16,-5 1 15,-6 2-15,-6 3 16,-7 2-16,2 3 16,-2 6-16,6 3 15,-7 2-15</inkml:trace>
  <inkml:trace contextRef="#ctx0" brushRef="#br1" timeOffset="137948.56">16197 10455 0,'0'0'0,"0"0"15,0 0-15,-8-4 16,8 4-16,-24-12 16,3 2-16,1 5 15,-5 2-15,-7 6 16,-4 6-16,-6 11 16,-1 9-16,3 9 15,3 7 1,2 3-16,7 0 15,5-2-15,5-1 16,11-2-16,10-2 16,8-2-16,7-6 15,9-5-15,7-3 16,11-14-16,4-6 16,5-19-16,3-13 15,-3-6 1,1-8-16,-13-2 15,-7-5-15,-8-9 16,-9-8-16,-7 6 16,-11 6-16,-9 5 15,-11-2-15,-7 1 16,-8 5-16,-5 5 16,-7 5-16,-4 11 15,-4 7-15,2 10 16,9 11-1,6 3-15,7 6 16,3 5-16,3 6 16</inkml:trace>
  <inkml:trace contextRef="#ctx0" brushRef="#br1" timeOffset="145148.79">16884 9652 0,'0'0'0,"0"0"0,0 0 15,5 0-15,-5 0 16,31 5-16,0 6 15,6 13-15,-1 6 16,-5 4-16,0 10 16,-5 9-16,-1 11 15,-7 3-15,-5-2 16,-9 11-16,-8 6 16,-6 0-1,-4 6-15,-1-3 16,-1-4-16,0-2 15,-1-10-15,2-6 16,0-7-16,0 0 16,4-8-16,2-8 15,2-9-15,4-12 16,2-4-16,1-15 16,-1 12-16,1-12 15,0 0 1,5-16-16,-2-1 15,-6-7-15,-4-6 16,-4 2-16,3 4 16,-2 7-16,-1 4 15,2 2-15,9 11 16,-19-8-16,2 15 16,0 9-1,-3 12-15,7 7 16,7-3-16,6-2 15,6-4-15,3-7 16,2-3-16,5-4 16,11-12-16,9-8 15,4-5-15,1-9 16,-8 3-16,-2-5 16,-4-1-1,-9 6-15,-8 7 16</inkml:trace>
  <inkml:trace contextRef="#ctx0" brushRef="#br1" timeOffset="145598.79">16595 11782 0,'0'0'0,"0"0"0,0 0 0,0 0 16,0 0-16,9-2 16,-9 2-16,43-7 15,-5 0 1,11-1-16,-3-3 15,-5-2-15,-7 1 16,-3 1-16,7-4 16,-1 0-16,-3-5 15,-9 4-15</inkml:trace>
  <inkml:trace contextRef="#ctx0" brushRef="#br1" timeOffset="146065.94">17199 11498 0,'0'0'0,"0"0"16,0 0-16,0 0 15,3-4-15,-3 4 16,21-15-16,3 5 16,5 0-16,3 2 15,4 5 1,-7 3-16,-6 3 15,-6 5-15,-4 3 16,-8 13-16,-4 5 16,-12 14-16,-11 6 15,-4 0-15,-3-5 16,2-7-16,6-9 16,2-4-16,3-7 15,4-4 1,12-13-16,-12 14 15,12-14-15,0 0 16,0 0-16,0 0 16,0 0-16,40 4 15,-4-9-15,9-4 16,-4-2-16,-5 3 16,-7-1-16,-9 5 15,-5 0 1,-15 4-16,23-6 15,-23 6-15,18-3 16,-18 3-16,16-2 16</inkml:trace>
  <inkml:trace contextRef="#ctx0" brushRef="#br1" timeOffset="146432.45">18194 11107 0,'0'0'0,"0"0"0,-5 6 0,-11 19 0,-14 32 16,-9 23-16,-1 7 15,6-1 1,-2 3-16,6-6 16,3-14-16,3 6 15,11-6-15,8 1 16,5-6-16,4-19 16,12-6-16,24-3 31,17-12-16,1-12-15,3-11 16,-11-2-16,-7-15 16</inkml:trace>
  <inkml:trace contextRef="#ctx0" brushRef="#br1" timeOffset="147381.76">18557 11489 0,'0'0'0,"0"0"15,0 0-15,0 0 16,0 7-16,2 7 16,1 17-16,2 7 15,0 1-15,1-2 16,3-3-1,7-6-15,-1-4 16,1-6-16,-2-6 16,2-3-16,3-7 15,4-6-15,4-9 16,8-13-16,2-8 16,-5-1-16,-10 7 15,-8 7-15,-5 6 16,-4 3-1,-5 12-15,7-15 16,-7 15-16,0 0 16,4-10-16,-4 10 15,0 0-15,-4 19 16,-1 16-16,-5 14 16,-2 6-16,-2 17 15,1-9-15,1 4 16,-1 2 15,6-17-31,1-10 16,3-9-16,0-9 15,-15 1-15,2-3 16,-1-3-16,1-4 16,16-15-16,-18 11 15,18-11-15,0 0 16,-16-14-16,12-4 15,3-8 1,4-9-16,3-14 16,8-12-16,2 0 15,5 8-15,16 17 16,-5 7-16,7 4 16,-1 7-16,-4 4 15,-18 8-15</inkml:trace>
  <inkml:trace contextRef="#ctx0" brushRef="#br1" timeOffset="147781.75">19135 11375 0,'5'2'0,"-5"-2"0,26 4 0,7 3 16,2 3-16,4 10 16,1 17-16,-9 16 15,-5 9-15,-14-5 16,0-4-16,-6 8 31,-12 15-15,-10 5-16,-15-1 15,11-26-15,-4-15 16,-6-1-16,-4-8 16,1-3-16,2-4 15,9-6-15,3-4 16,4 0-16,15-13 15</inkml:trace>
  <inkml:trace contextRef="#ctx0" brushRef="#br1" timeOffset="149949.79">19943 11455 0,'0'0'0,"0"0"15,0 0-15,0 4 16,0-4-16,-3 12 16,0 1-1,0 7-15,-4 6 16,0 4-16,0 1 16,2 2-16,3-4 15,4 0-15,1-6 16,2-3-16,3-3 15,3-5-15,7 0 16,7-5-16,7-9 16,4-11-1,-2-14-15,-5-2 16,-2-5-16,-2 1 16,-7 4-16,-3 5 15,-7 11-15,-8 13 16,8-16-16,-8 16 15,0 0-15,0 0 16,-11 14-16,-10 28 16,2 18-1,-2 10-15,5-1 16,1-3-16,4-8 16,0-9-16,1 2 31,2-19-31,2-1 15,4-11-15,1-7 16,2 1-16,-1-14 16,3 19-16,-3-19 15,0 0 1,0 0-16,0 0 16,0 0-16,0 0 15,17-13-15,-17 13 16,0 0-16,0 0 15,3-15-15,0 5 16,-3 10-16,7-20 16,-4 7-16,-2-9 15</inkml:trace>
  <inkml:trace contextRef="#ctx0" brushRef="#br1" timeOffset="150966.1">20266 11745 0,'0'0'0,"0"0"0,-5-4 16,5 4-16,-21-24 15,9 7-15,-1 0 16,-1-1 0,-4-3-16,-4 0 15,-3 3-15,-5 2 16,-1 9-16,-7 13 15,-6 7-15,0 10 16,1 9-16,1 10 16,4 8-16,3 4 15,6 13-15,19-9 16,11 11 0,13-8-16,6-15 15,7-13-15,11-12 16,9-6-16,8-9 15,7-1-15,4-15 16,-9-6-16,-2-16 16,-12-17-16,-11 2 15,-9-8-15,-14 14 16,-11-11-16,-5 2 16,-14-1-1,-13 1-15,-9 6 16,-21 4-1,5 14 1,5 18-16,20 14 16,15 10-16,8 9 15,9 5 1,15 3-16</inkml:trace>
  <inkml:trace contextRef="#ctx0" brushRef="#br1" timeOffset="151448.69">20875 11814 0,'0'0'0,"0"0"16,6 2 0,17 2-16,30 7 15,19-8-15,5-4 16,7-4-16,-3-3 15,-5 0-15,-17-1 16,-15 5-16,-15 0 16,-5 1-16,-4 0 15</inkml:trace>
  <inkml:trace contextRef="#ctx0" brushRef="#br1" timeOffset="151698.63">20670 12252 0,'0'0'0,"0"0"15,10 0-15,19-2 16,39-5 0,33-10-16,-1-1 15,1-1-15,6-2 16,-10 3-16,-15 2 15,-10 4-15,-14 1 16,-8 3-16,-4-1 16,-21 6-16,-25 3 15</inkml:trace>
  <inkml:trace contextRef="#ctx0" brushRef="#br1" timeOffset="152182.24">22265 11659 0,'0'0'0,"-5"-6"0,5 6 16,-31-14-16,-4 12 15,-7 10-15,4 11 16,4 6-16,2 7 16,1 5-16,5 2 15,5-2-15,12 2 16,12 0-16,7 5 16,9 4-1,2-11-15,40-7 31,10-20-31,4-17 16,-4-7-16,-35-5 16,15-3-16,-7-6 15,-13-4-15,-6-8 16,-19-13-16,-6 10 16,-16-7-1,-27 0-15,-28 9 16,-27 18-16,-17 25 15,5-2-15,21 22 16,-6-11-16</inkml:trace>
  <inkml:trace contextRef="#ctx0" brushRef="#br1" timeOffset="154498.79">10573 12536 0,'0'0'0,"0"0"16,0 0-16,0 0 15,0 0-15,0 0 16,0 0 0,0-2-16,0 2 15,0 0-15,23-10 16,-23 10-16,27-10 16,-27 10-16,28-2 15,-28 2-15,22 1 16,-22-1-16,0 0 15,19 12 1,-16 4-16,-1 11 16,-11 18-16,-6 7 15,-10 2-15,-2-2 16,-4 0-16,2-4 16,-1-2-16,3-11 15,3-6-15,6-7 16,5-8-1,5-3-15,8-11 0,-10 10 16,10-10 0,0 0-16,0 0 15,0 0-15,0 0 16,0 0-16,38-7 16,-3-3-16,0-1 15,6-4-15,-3 0 16,-3 1-16,-2 0 15,-5 3 1,-4-1-16,1 1 16,-5 0-16,-3 2 15,-1 1-15,-16 8 16,25-11-16,-25 11 16</inkml:trace>
  <inkml:trace contextRef="#ctx0" brushRef="#br1" timeOffset="154999.57">10968 12264 0,'0'0'0,"0"0"0,0 0 16,0 0 0,8 2-16,8 5 15,10 8-15,6 13 16,0 10-16,-3 12 16,-4 10-16,-3 5 15,-7-1-15,-5-7 16,-2 0-16,-3 7 15,-8 8 1,-4 3-16,-4-6 16,-8-5-16,-6 1 15,-5-5-15,-5-3 16,-1-8-16,0-4 16,2-4-16,5-11 15,3-4-15,4-5 16,-2-5-16,3-5 15,1-2-15,0-4 16,20-5 0,-24 4-16,24-4 15,0 0-15,-15-11 16,17-2-16,2-10 16,2-5-16</inkml:trace>
  <inkml:trace contextRef="#ctx0" brushRef="#br1" timeOffset="156935.29">12575 12464 0,'0'0'0,"0"0"0,0 0 16,0 0-16,-6 0 16,6 0-16,0 0 15,0-757-15,0 1514 16,0-757-16,-10 24 15,6 13-15,8 13 16,2-5 0,1-4-16,1-8 15,2-7-15,0-5 16,3-6-16,2-5 16,2-3-16,3-9 15,6-8-15,6-14 16,4-11-16,-5-8 15,-7 0-15,-7 9 16,-6 8 0,-4 8-16,-2 5 15,-1 2-15,-4 11 16,2-13-16,-2 13 16,0 0-16,-1 12 15,-3 41-15,-3 27 16,0 3-16,1-2 15,2 5-15,0-1 16,1-2 0,1-9-16,1-5 15,0-6-15,-5-10 16,-6-5-16,-7-1 16,-5-2-16,-1-4 15,-2-7-15,2-12 16,0-6-16,-4-6 15,2-5-15,1-8 16,-1-8-16,0-8 16,6-11-16,5-8 15,11-12 1,12-14-16,10-11 16,16-10-16,6 7 15,8 2-15,-2 9 16,-1 7-16,-3 6 15,-3 11-15,-2 6 16</inkml:trace>
  <inkml:trace contextRef="#ctx0" brushRef="#br1" timeOffset="157649.29">12600 11801 0,'0'0'0,"0"0"15,0 0 1,-1 5-16,-3 14 16,-4 16-16,0 14 15,-3-4-15,-2-3 16,-4-2-16,0-8 15,-2-6-15,3-6 16,3-7-16,13-13 16,-14 12-16,14-12 15,0 0-15,0 0 16,-3-30 0,17-13-16,16-14 15,8-1-15,5 5 16,2 8-16,0 9 15,-4 11-15,-5 9 16,-7 9-16,-2 7 16,3 15-1,2 17-15,5 20 16,-2 9-16,-6-4 16,-3-9-16,-5-6 15,10 0-15</inkml:trace>
  <inkml:trace contextRef="#ctx0" brushRef="#br1" timeOffset="158632.06">13363 12917 0,'0'0'0,"0"0"16,0 0-16,0 0 16,1-3-16,4-7 15,7-14-15,10-11 16,9 0 0,4-1-16,-1 8 15,-4 6-15,-1 1 16,-4 5-16,0-1 15,-1 8-15,-2 5 16,2 8-16,-2 10 16,2 5-16,3 8 15,-2 1-15,0-2 16,-3 0 0,-3-6-16,-1-1 15,-2-2-15,4-4 16,7-9-16,9-4 15,7-8-15,-2-11 16,-2-5-16,-6-2 16,-6 0-16,-4 1 15,-8 7-15,-4 5 16,-11 13 0,9-12-16,-9 12 15</inkml:trace>
  <inkml:trace contextRef="#ctx0" brushRef="#br1" timeOffset="158932">13474 13405 0,'0'0'0,"0"2"0,0-2 0,0 0 16,22 2-16,8-2 16,14-11-16,8-8 15,2-5-15,3-4 16,-4 2-16,-5 0 16,-6 5-1,-6 3-15,-3 1 16,-2 6-16,0 7 15,-3 2-15,0 2 16,1 2-16</inkml:trace>
  <inkml:trace contextRef="#ctx0" brushRef="#br1" timeOffset="159248.72">14832 12554 0,'0'0'0,"0"0"0,0 0 16,0 0-1,0 6-15,0 16 16,-5 34-16,-2 17 15,-6 11-15,-1-2 16,-2 3-16,2-6 16,-1-4-16,0-2 15,1-10-15,2-5 16,-1 7 15</inkml:trace>
  <inkml:trace contextRef="#ctx0" brushRef="#br1" timeOffset="165748.42">15671 13099 0,'0'0'0,"0"0"0,-4 0 16,4 0-16,0 0 15,0 0-15,0 0 16,0 0-16,0 0 15,22-18-15,23 1 16,10 0-16,3 2 16,-7 6-16,-10 1 15,-1 3-15,-5-1 16,0 1 0,-2 1-16,-7-1 15,-7 2-15,-19 3 31,20-4-31,-20 4 16,0 0-16,7-12 16,-12-7-16,-7-8 15,-5-4 1,-4 5-16,2 3 16,1 5-16,0 1 15,-2 4-15,2 0 16,2 2-16,16 11 15,-18-12-15,18 12 16,0 0-16,0 0 16,0 0-16,10 13 15,8 8-15,9 6 16,5 3-16,2-2 16,-7-5-1,0-6-15,-6-2 16,-5-4-16,-16-11 15,19 11-15,-19-11 16,-4 21-16,-16 7 16,-15 7-16,-1-1 15,0-3-15,-2 1 16,4-3-16,6-7 16,14-9-1</inkml:trace>
  <inkml:trace contextRef="#ctx0" brushRef="#br1" timeOffset="166181.98">16699 13047 0,'0'0'0,"0"0"16,0 0-16,0 0 16,9-2-1,13 0-15,20-3 16,1-1-16,1 2 15,-2-3-15,6-1 16,6-12-16,-5-2 16</inkml:trace>
  <inkml:trace contextRef="#ctx0" brushRef="#br1" timeOffset="166681">17328 12629 0,'0'0'0,"0"0"16,0 0-16,5-2 15,-5 2-15,25-5 16,0 2-16,7 4 16,1 4-1,-5 4-15,-2 6 16,-6 4-16,-5 5 15,-10 33 1,-20 27 0,-14 11-16,-12-8 15,12-28-15,3-11 16,6-11 0,6-13-16,4-9 15,10-15-15,-9 17 16,9-17-16,4 12 15,11-12-15,16-8 16,15-9-16,1-4 16,-8-1-16,-3 2 15,1 1-15,-2 2 16,-9 2-16,-4 3 16,-5 7-1,-17 5-15,26-6 16,-26 6-16,0 0 15,19 0-15,-19 0 16,0 0-16</inkml:trace>
  <inkml:trace contextRef="#ctx0" brushRef="#br1" timeOffset="167066.94">18258 12418 0,'0'0'0,"-4"4"0,4-4 0,-20 23 16,-4 6-16,-12 21 15,5 18 1,0 12-16,4-6 15,1-4-15,1-1 16,-2 1-16,6-8 16,-1 0-16,6-7 15,12-13-15,4 5 16,2-16-16,10 2 16,7 1-1,10-8-15,2-2 16,-5-14-16,6-8 15,11-14-15,14-16 16,-8-1-16</inkml:trace>
  <inkml:trace contextRef="#ctx0" brushRef="#br1" timeOffset="168031.17">18541 12785 0,'0'0'0,"0"0"16,0 0-16,0 0 15,0 2-15,0-2 16,8 19-16,1 1 16,0 0-1,-2 2-15,1-1 16,-1-1-16,0 2 15,0 2-15,3 2 16,3-3-16,0-6 16,-1-6-16,-12-11 15,30 9-15,-2-16 16,-1-14-16,-1-13 16,-7-6-16,-8 10 15,-1 9 1,-2 4-16,-4 5 15,-4 12-15,6-15 16,-6 15-16,0 0 16,0 0-16,0 0 15,17 30-15,-7 27 16,-9 2-16,-7-2 16,1 1-16,-5 9 15,-2-2 1,0-1-16,1-21 15,1-6 1,-3 1 0,-1-5-16,1 0 15,4-12-15,-1-5 16,0-7-16,10-9 16,-30 13-16,10-10 15,0-5-15,4-2 16,16 4-1,-8-12-15,10-3 16,5-11-16,8-14 16,3-14-16,5-8 15,1 4-15,1 8 16,0 18-16,0 8 16,7 9-16,0 6 15,-5 3 1,-5 6-16,-22 0 15</inkml:trace>
  <inkml:trace contextRef="#ctx0" brushRef="#br1" timeOffset="168364.65">19089 13122 0,'0'0'0,"0"0"16,0 0-16,0 0 15,0 0 1,21-2-16,15-1 15,9-3-15,-4 0 16,-12 0-16,-4-2 16,-2 0-16,-3 0 15,-2 1-15,0-1 16,5-4-16,2-5 16</inkml:trace>
  <inkml:trace contextRef="#ctx0" brushRef="#br1" timeOffset="168631.33">19565 12868 0,'0'0'0,"0"0"16,0 0-16,-4 5 15,-3 7-15,-3 7 16,-2 10-16,-4 9 15,0 5 1,1-1-16,5-7 16,4-4-16,4-3 15,-1 3-15,-1 4 16,1-4-16,0-1 16,7-4-16,4-3 15,-2-10 1</inkml:trace>
  <inkml:trace contextRef="#ctx0" brushRef="#br1" timeOffset="169030.86">19767 12701 0,'0'0'0,"0"0"16,0 0-16,0 0 15,15 8-15,12 8 16,7 4-16,-2 0 16,-1 3-1,-3 20-15,-6 12 0,-4 9 16,-12 17 15,-4-12-31,-8 18 16,-10-9-16,3-25 15,-6-9-15,-10-10 16,5-6-16,-17-2 16,9-8-16,5-7 15,3-1 1,24-10-16,-24 9 15,24-9-15</inkml:trace>
  <inkml:trace contextRef="#ctx0" brushRef="#br1" timeOffset="170015.96">20655 12716 0,'0'0'0,"0"0"16,0 0-16,-7 0 15,7 0-15,-15 0 16,15 0-16,-26 21 16,7 19-16,-3 18 15,5 1 1,4 2-16,5-12 0,4-9 15,3 4 1,3-5-16,0 1 16,2 6-16,3-9 15,1-3-15,6-12 16,6-3-16,9-8 16,9-7-16,-5-8 15,-2-16-15,-5-3 16</inkml:trace>
  <inkml:trace contextRef="#ctx0" brushRef="#br1" timeOffset="170215.68">20822 13096 0,'0'0'0,"0"0"15,0 0-15,0 0 16,0 0-16,0 0 15,7 0 1,-7 0-16,22 0 16,-1-3-16,11-2 15,3-6-15,-8 2 16</inkml:trace>
  <inkml:trace contextRef="#ctx0" brushRef="#br1" timeOffset="170498.7">21140 12857 0,'0'0'0,"0"0"0,0 0 16,-5 9-16,-1 10 16,-4 5-16,1-2 15,1-1-15,2-2 16,0 5-16,1-2 15,-2-1 1,4-2-16,1 0 16,3-1-16,2-2 15,2-4-15,-1-1 16,-4-11-16</inkml:trace>
  <inkml:trace contextRef="#ctx0" brushRef="#br1" timeOffset="170802.67">21370 12734 0,'0'0'0,"0"0"0,-5 1 16,5-1-16,0 0 15,0 0-15,18 6 16,1 5-16,-5 7 15,3 24 1,2 8-16,-3 13 16,-2-1-16,-7-12 15,-1-8-15,-5-2 16,-2-2-16,-2-10 16,-2 2-16,-1 0 15,-4 2-15,1-3 16,0-5-16,0-7 15,-4-1-15,-5 0 16,-12-7 0</inkml:trace>
  <inkml:trace contextRef="#ctx0" brushRef="#br1" timeOffset="171248.26">22134 12514 0,'1'5'0,"-1"-5"15,-5 17-15,-10 20 16,-10 24-16,-11 33 16,4-14-16,5-11 15,0-8-15,5-8 16,1-5-16,7-13 15,9-4 1,9-3-16,9 4 16,1 3-16,-1-7 15,5-9-15,6-10 16,16-9-16,8 0 16,-3-4-16,-8 1 15</inkml:trace>
  <inkml:trace contextRef="#ctx0" brushRef="#br1" timeOffset="171598.88">22547 12687 0,'0'0'0,"0"-3"16,0 3-16,0 0 16,-2 10-16,-2 12 15,-1 12-15,-4 11 16,2-5-16,0 2 15,0-1-15,0-2 16,-1 1-16,-1-11 16,5-10 15,3-8-31</inkml:trace>
  <inkml:trace contextRef="#ctx0" brushRef="#br1" timeOffset="171865.11">22779 12937 0,'0'0'0,"0"0"0,0 0 16,0 0-16,0 0 15,8 0-15,-8 0 16,0 0-16,26-1 15,-10 0-15,0 1 16,3-2-16,5 2 16,0-5-1,2-2-15,-7 0 16,0 0-16,-19 7 16,25-9-16</inkml:trace>
  <inkml:trace contextRef="#ctx0" brushRef="#br1" timeOffset="172182.8">23289 12779 0,'0'0'0,"0"0"0,0 0 16,0 5-16,0-5 15,0 0 1,0 11-16,0-11 16,0 11-16,0-1 15,2 10-15,1 18 16,-1 9-16,1-2 15,-2-12 1,-1-8-16,0-4 0,0-2 16</inkml:trace>
  <inkml:trace contextRef="#ctx0" brushRef="#br1" timeOffset="172631.77">23485 12531 0,'0'0'0,"0"0"0,0 0 16,0 0-16,10-3 16,-10 3-1,29-3-15,-6 10 16,5 15-16,2 3 16,-5 2-16,-3 3 15,-2 4-15,-3 4 16,0 0-16,-8-3 15,-4-2-15,-6 5 16,-9 13-16,-6 1 16,-2-4-1,0-10-15,-7 11 32,-8 10-32,-9 13 15,7-11-15</inkml:trace>
  <inkml:trace contextRef="#ctx0" brushRef="#br1" timeOffset="173798.27">22168 13727 0,'0'0'0,"11"-7"0,-1-6 16,6-36-16,13-19 15,-3 0-15,25-26 16,19 6-16,1-11 15,10-11-15,-1 2 16,1-1-16,-14 20 16,3 7-16,0 0 15,-4 8-15,-2 1 16,3 5 0,1 6-16,-4 4 15,14-14 1,-9 9-1,-14 12-15,-16 16 16,-18 17-16,-8 6 16,-13 12-16,19-17 15,-19 17 1,11-12-16,-11 12 16,0 0-16,8-10 15,-8 10-15,0 0 16,3-10-16,-3 10 15,0 0-15,0-12 16,0 12-16,0-12 16,0 12-16,1-13 15,-1 13-15,0 0 16,0-11 0,0 11-16,0 0 15,0 0-15,0 0 16,0 0-16,0-11 15,0 11-15,0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</inkml:trace>
  <inkml:trace contextRef="#ctx0" brushRef="#br1" timeOffset="174764.77">23880 12847 0,'0'0'0,"0"0"16,0 0-16,0 0 15,0 0-15,9 6 16,7 3-16,16 5 16,11-9-16,8-5 15,-3-7 1,-8-3-16,-6 2 0,-6 1 16,1 0-1,0 0-15,-4 0 16,-8 4-16</inkml:trace>
  <inkml:trace contextRef="#ctx0" brushRef="#br1" timeOffset="175381.34">24591 12874 0,'0'0'0,"0"0"0,0 0 16,0 0-1,-10-1-15,10 1 16,-29 7-16,6 14 15,2 13-15,7-7 16,2 4-16,4-1 16,2-6-16,2-3 15,4-5-15,3-1 16,1-4-16,7 1 16,10-1-16,9-5 15,1-4-15,0-13 16,-4-8-1,-4-10-15,3-15 16,-8 1-16,-13 2 16,-10 8-16,-17 4 15,-3 1-15,3 6 16,4 8-16,1 9 16,0 4-16,1 10 15,0 7-15</inkml:trace>
  <inkml:trace contextRef="#ctx0" brushRef="#br1" timeOffset="175881.85">24020 13258 0,'0'0'0,"0"0"0,0 0 15,0 0-15,0 0 16,0 0-16,0 0 16,0 0-16,5 0 15,-5 0-15,18-7 16,-2 1-1,3 0-15,1-3 16,-1 5-16,1-2 16,5 1-16,1 0 15,0-1-15,0 2 16,4-2-16,-7 5 16</inkml:trace>
  <inkml:trace contextRef="#ctx0" brushRef="#br1" timeOffset="177281.89">13740 9731 0,'0'0'0,"0"0"16,0 0-16,0 0 15,0 0-15,1 7 16,2 5-16,1 10 15,2 9 1,5 10-16,3 1 16,3-3-16,3-1 15,1-5-15,3-8 16,4-4-16,7-9 16,13-10-16,15-19 15,12-24-15,9-13 16,-4-9-1,-5-1-15,-7 4 16,-6 5-16,-7 6 16,-3 4-16,-7 4 15,-5 8-15,-6 8 16,-7 10-16,-4 5 16,-6 3-16,-1 4 15,-16 3-15</inkml:trace>
  <inkml:trace contextRef="#ctx0" brushRef="#br1" timeOffset="178464.55">13538 11961 0,'0'0'0,"0"0"0,0 0 0,0 0 15,1 6-15,2 11 16,3 16-16,1 6 16,0-3-1,1-1-15,1-8 16,4-4-16,5-8 16,9-11-16,19-22 15,22-32-15,15-27 16,3-13-16,-4-5 15,-3 5-15,-7 8 16,-8 8 0,-9 14-16,0 10 15,-6 19-15,-4 9 16</inkml:trace>
  <inkml:trace contextRef="#ctx0" brushRef="#br1" timeOffset="180232.61">16456 9181 0,'0'0'0,"0"0"0,0 0 0,0 0 0,0 0 15,0 0-15,0 0 16,0 0-16,6 0 16,12 0-16,19 0 15,14 0-15,15 0 16,-1-4 0,2-3-16,2-3 15,-7-1-15,-3-1 16,-11 2-16,-8 2 15,-6 1-15,-7 3 16,-5 0-16,-6 0 16,-16 4-16,21-5 15,-21 5-15,0 0 16,0 0 0</inkml:trace>
  <inkml:trace contextRef="#ctx0" brushRef="#br1" timeOffset="180583.11">16203 9348 0,'0'0'0,"0"0"0,0 0 16,5-1-16,-5 1 15,50-11-15,18-2 16,16-2 0,7-1-16,5 0 0,0 0 15,4-1-15,-2 1 16,-13 1 0,-5-3-16,-9 1 15,-13 2-15,-12 2 16,-14 4-16,-11 4 15,-21 5-15,20-6 16,-20 6-16,0 0 16,0 0-16</inkml:trace>
  <inkml:trace contextRef="#ctx0" brushRef="#br1" timeOffset="181065.4">19190 9405 0,'0'0'0,"0"0"0,0 0 0,0 0 15,0 0-15,0 0 16,12 5-16,24 8 16,43 4-16,31-4 15,6-7-15,-5-8 16,-1-2 0,-13-6-16,-11-1 15,-7-1-15,-16-2 16,-9 0-16,-8 3 15,-9 3-15,-5 0 16,2 0-16,0 0 16</inkml:trace>
  <inkml:trace contextRef="#ctx0" brushRef="#br1" timeOffset="181514.52">21557 9461 0,'0'0'0,"0"0"0,0 0 0,0 0 16,10 2 0,29 3-16,60 4 15,48-8-15,7-6 16,8-7-16,-6 0 15,-11-8-15,-13 1 16,-20-4-16,-14 0 16,-29 4-16,-21 3 15,-19 6 1,-14 3-16,-15 7 0,0 0 16,0 0-1</inkml:trace>
  <inkml:trace contextRef="#ctx0" brushRef="#br1" timeOffset="186215.51">23370 11118 0,'0'0'0,"0"0"0,0 0 16,0 0-16,4 0 16,-4 0-16,35 5 15,6-3-15,15 0 16,9-4-16,9-2 15,6-3 1,4 0-16,7-4 16,-7 3-16,1-1 15,-4 1-15,-4 0 16,-7 1-16,-8 5 16,-13 4-16,-8 2 15,-3 5-15,1 4 16,-1 4-16,-2 5 15,-5 3 1,2 5-16,0 3 16,-4-3-16,-5 3 15,-3-2-15,-4 0 16,-2 1-16,-4-7 16,-2 0-16,0-1 15,-1 5-15,-1 3 16,-1 3-16,1 4 15,-1-2-15,0 0 16,1 3 0,-1-4-16,0 3 15,2 9-15,1 6 16,-3 2-16,-5-4 16,-2-5-16,0-6 15,-3 13-15,-1 10 16,0 4-16,1-7 15,0-12-15,1 0 16,0 5 0,-1 7-16,2 4 15,-2-6-15,1-5 16,1-5-16,-2 7 16,3 5-16,-1-1 15,0-6-15,1-14 16,-1-3-16,1 2 15,-1 6-15,2 6 16,0-4 0,0-13-16,0-10 15,-2-2-15,2 1 16,-5 1-16,2-1 16,-5-3-16,-3 4 15,-3-5-15,-3 2 16,-1 1-16,-3-3 15,1-1 1,1-2-16,6-5 16,13-11-16,-18 14 15,18-14-15,-17 11 16,17-11-16,0 0 16,-19 9-16,19-9 15,0 0-15,-19 4 16,19-4-16,-19 3 15,19-3 1,-32 0-16,4 0 0,-3 0 16,-4 0-1,0 0-15,1 0 16,-12 0-16,-5 0 16,-15 0-16,1 0 15,-5 1-15,-2 1 16,2 2-16,-2 4 15,0 2-15,6 4 16,1 3-16,4 0 16,7-3-1,-9 1-15,0 2 16,4-4-16,7-2 16,5-3-16,4-4 15,4 1-15,6-1 16,3-2-16,1 1 15,2-1-15,6-1 16,6-1-16,15 0 16,-20 0-1,20 0-15,0 0 16,-18 0-16,18 0 16,0 0-16,0 0 15,-20-3-15,20 3 16,-18-6-16,18 6 15,-29-12 1,9 4-16,3 1 0,-1 1 16,-4-1-1,-1 1-15,-5 0 16,-5 1-16,-1 1 16,3 0-16,3 2 15,1-1-15,-3 1 16,-1 2-16,3 0 15,0 1-15,1 1 16,-2 1 0,2 0-16,3-1 15,7 0-15,1-2 16,16 0-16,-22 0 16,22 0-16,0 0 15,-19-2-15,19 2 16,0 0-16,0 0 15,0 0-15,0 0 16,-15-6-16,15 6 16,0 0-1,0 0-15</inkml:trace>
  <inkml:trace contextRef="#ctx0" brushRef="#br1" timeOffset="188781.79">18790 10255 0,'0'0'0,"-3"-2"0,3 2 15,0 0-15,-19-8 16,19 8 0,0 0-16,-21-7 15,21 7-15,0 0 16,-18-9-16,18 9 15,0 0-15,0 0 16,0 0-16,0 0 16,0 0-16,1 10 15,9 8-15,6 15 16,6 9 0,7 9-16,-1 1 15,2-1-15,-2 0 16,-2-6-16,0-2 15,-3-8-15,-2-7 16,-4-5-16,-3-10 16,0-3-16,-14-10 15,24 11-15,-24-11 16,34-5 0,-2-24-16,11-21 15,8-29-15,3-10 16,3-10-16,-3 4 15,-4 9-15,-5 9 16,-9 12-16,0 3 16,-5 10-16,-8 11 15,-5 9-15,-7 14 16,-6 8 0,-5 10-16,7-11 15,-7 11-15,0 0 16</inkml:trace>
  <inkml:trace contextRef="#ctx0" brushRef="#br1" timeOffset="189965.31">19787 10441 0,'0'0'0,"0"0"15,-2-2-15,2 2 16,-8-11-16,8 11 15,-12-12-15,12 12 16,-14-11-16,14 11 16,-16-8-16,16 8 15,0 0-15,-23-3 16,23 3-16,-29 24 16,4 11-1,0 12-15,5 2 16,6-2-16,5-10 15,5-9-15,6-5 16,0-4-16,3-6 16,-5-13-16,11 12 15,-11-12-15,31-19 16,-3-8-16,-1-13 16,-6 2-1,-7 9-15,-4 3 16,-3 9-16,-3 4 15,-4 13-15,6-15 16,-6 15-16,0 0 16,0 0-16,0 0 15,15 20-15,-3 1 16,-2-1-16,-1 0 16,3-2-1,4-5-15,10-11 16,4-12-16,8-10 15,5-8-15,2-2 16,-5 2-16,-5 4 16,-9 4-16,-6 6 15,-4 4-15,-16 10 16,25-7-16,-25 7 16,23 8-1,-23-8-15,21 16 16,-21-16-16,17 19 15,-17-19-15,13 14 16,-13-14-16,16 12 16,4-10-16,4-2 15,5-2-15,-3-2 16,-5-1-16,-1 3 16,-2 0-1,2 1-15,2 2 16,-1 2-16,0 3 15,1-2-15,3 0 16,10 0-16,14-8 16,8-12-16,-9-9 15,-11 3-15,-12 3 16,-10 6-16,-15 13 16,18-15-1,-18 15-15,0 0 16,23 4-16,-13 7 15,0 2-15,1-2 16,-4-1-16,-7-10 16,14 17-16,-14-17 15,0 0-15,23 7 16,-23-7-16,19-7 16,-19 7-16,16-5 15,-16 5 1,0 0-16,0 0 15,17 15-15,-7 13 16,-3 6-16,-4-6 16,0-5-16,-4-1 15,-1-11-15</inkml:trace>
  <inkml:trace contextRef="#ctx0" brushRef="#br1" timeOffset="190115.44">20998 10159 0,'0'0'0,"0"0"15,0 0-15,0 0 16,0 0-16,4 0 16</inkml:trace>
  <inkml:trace contextRef="#ctx0" brushRef="#br1" timeOffset="191198.06">21524 10255 0,'0'0'0,"2"-5"0,-2 5 15,11-28-15,3 1 16,0 0-16,-2 3 16,-2 6-16,-5 2 15,-5 0-15,-6 4 16,-11 5-16,-7 7 16,-5 7-16,0 7 15,3 9 1,2 11-16,9 9 15,10 7-15,10 5 16,8 0-16,4 5 16,4-2-16,1 4 15,-1-4-15,-9-4 16,-10-7-16,-2-14 16,-4-7-16,-2-7 15,-1-7 16,-3-2-31,10-10 16,0 0-16,-16 0 16,23-38-16,29-63 15,34-64-15,15 8 16,1 19-16,0 3 16,-12 22-16,-13 17 15,-18 28 1,-6 12-16,-7 11 15,-12 17-15,-5 9 16,-8 8-16,-5 11 16,0 0-16,0 0 15,8 14-15,-4 21 16,0 26-16,-11 23 16,-8 4-16,-5 5 15,-1-11 1,-1 14-16,1-13 15,0 7-15,0-6 16,3-27-16,2-15 16,9-29-16,7-13 15,0 0-15,0-13 16,16-28-16,14-31 16,10 20-16,-3 11 15,3 6-15,3 5 16,-3 6-1,-10 11-15,-6 6 16,-6 4-16,-18 3 16,39 4-16,-8 5 15,1 0-15,2 3 16,-4-3-16,-1 1 16,-3-3-16,-1-3 15,-7-7-15,5-7 16,1-4-1,1-3-15,6-8 16,0-3-16,1-7 16,3-7-16,-7 2 15,-5 6-15,-10 11 16,-6 6-16,-2 8 16,-5 9-1,0 0-15,5-13 16,-5 13-16,0 0 15,-13 21-15,-1 9 16,0 8-16,6-3 16,2 0-16,5-9 15</inkml:trace>
  <inkml:trace contextRef="#ctx0" brushRef="#br1" timeOffset="191381.78">22754 9642 0,'0'0'0,"0"0"0,0 0 16,0 0-16,3 3 16,-3-3-16,19 4 15</inkml:trace>
  <inkml:trace contextRef="#ctx0" brushRef="#br1" timeOffset="191982.33">23078 9800 0,'0'0'0,"0"0"0,0 0 16,7 8-16,6 8 15,8 18-15,-2 20 16,-2 11-1,-4 1-15,-4-15 16,-3-15-16,-4-15 16,-2-21-16,33 2 31,31-49-31,11-14 16,-8-3-16,-28 26 15,-7 9-15,-8 7 16,-5 9-1,3 8-15,0 5 16,1 3-16,-1-1 16,-3 0-16,-1-2 15,9-16-15,1-13 16,-3-4-16,-6-5 16,-8 6-16,-2 8 15,-6 9-15,-3 15 16,0 0-1,0 0-15,35 57 16,-14 40-16,-9 8 16,-11 5-16,-3-5 15,-5-7-15,-8-5 16,-3-23-16,-7-10 16,0-13-16,7-21 15,5-6-15,13-20 16,0 0-1,0 0-15,-6-24 16,44-60-16,19-26 16,7 12-16,1 7 15,-10 24-15,-12 10 16,-12 19-16,-18 17 16</inkml:trace>
  <inkml:trace contextRef="#ctx0" brushRef="#br1" timeOffset="192464.4">20177 11314 0,'0'0'0,"0"0"0,5 0 15,21 0 1,53-4-16,43-15 15,30-18-15,24-15 16,10-5-16,23-11 16,10-3-16,7-1 15,13-4-15,-7 15 16,18 13-16,-4 2 16,-2 0-16,-11 3 15,-21 4-15,-25 3 16,-20 4-16,-35 8 15,-18 7 1,-14 9-16,-24 5 16,-14 3-16,-19 0 15,-4-1-15</inkml:trace>
  <inkml:trace contextRef="#ctx0" brushRef="#br1" timeOffset="212214.77">1646 11065 0,'0'0'0,"0"0"0,0 0 0,0 0 15,0 0-15,-7 4 16,-3 11-16,-15 22 16,-9 34-16,5 10 15,6-1-15,6 0 16,6-3 0,6-11-16,5-13 15,3-16-15,0-11 16,2-7-16,1-5 15,-6-14-15,31 6 16,6-22-16,10-14 16,3-15-16,-7 2 15,-7 4-15,-8 8 16,-6 6 0,-3 6-16,-1 3 15,1 8-15,-1 8 16,0 9-16,0 16 15,2 9-15,3 9 16,-5-2-16,-4-8 16,-1-8-16,-4-5 15,3-8-15,3-8 16,10-18-16,11-28 16,12-31-1,-2-9-15,-9-3 16,-7-1-16,-6 7 15,-6 9-15,-8 17 16,-2 16-16,-6 11 16,-1 9-16,-1 6 15,0 11-15,0 0 16</inkml:trace>
  <inkml:trace contextRef="#ctx0" brushRef="#br1" timeOffset="212481.88">2681 11323 0,'0'0'0,"0"0"0,0 0 15,8-4-15,12-5 16,16-5-16,5 0 15,3 4-15,0 2 16,6-2-16,1 4 16,-5 3-16,-2 2 15,-3 0-15,-14-1 16</inkml:trace>
  <inkml:trace contextRef="#ctx0" brushRef="#br1" timeOffset="212698.16">2800 11687 0,'0'0'0,"0"0"0,0 0 16,0 0 0,0 0-16,0 0 15,8-2-15,-8 2 16,48-19-16,-5 1 15,10-7-15,1-1 16,0-1-16,3 0 16,0-1-16,-3 0 15</inkml:trace>
  <inkml:trace contextRef="#ctx0" brushRef="#br1" timeOffset="213215.55">3616 11003 0,'0'0'0,"0"0"0,0 0 15,0 0-15,0 0 16,0 10-16,0 14 16,0 34-16,0 17 15,0-6 1,2-15-16,0-20 15,0-11-15,1-7 16,0-7-16,-3-9 16,0 0-16,0 0 15,26-13-15,-3-15 16,-3-3-16,-9 9 16,-4 8-1,-7 14-15,6-10 16,-6 10-16,12 15 15,5 15-15,3 12 16,0 0-16,-3-8 16,-3-8-16,2-9 15,2-9-15,2-5 16,9-14-16,8-16 16,6-14-1,-5-10-15,-8 2 16,-7-6-16,-4 0 15,-6 6-15,-6 8 16,-3 12-16,-4 10 16,0 8-16,0 11 15</inkml:trace>
  <inkml:trace contextRef="#ctx0" brushRef="#br1" timeOffset="213414.45">4373 11284 0,'0'0'0,"0"0"0,0 0 15,5 0-15,-5 0 16,32-3-16,-3 2 16,2-3-16,0 1 15,1 1 1,-5 0-16,0-2 15,1 3-15,3 1 16</inkml:trace>
  <inkml:trace contextRef="#ctx0" brushRef="#br1" timeOffset="213981.11">5734 10544 0,'0'0'0,"0"0"16,0 0-16,0 0 15,1 2-15,2 13 16,-1 30-16,-27 55 16,-17 28-1,-19 1-15,-3 7 16,8-22-16,-6 4 15,2-6-15,-1-14 16,1-18-16,13-20 16,8-15-16,-2-12 15,-1-7-15,-3-10 16,2-13-16,11-8 16,4-21-16,4-19 15,13-30 1,8-22-16,14 1 15,8 11-15,10 6 32,7 16-32,-2 24 15,-1 18-15,1 21 16,6 21-16,11 29 16,15 16-16,-9 5 15,0 1 1,-4-3-16,-4-4 15,-4-6-15,-1-9 16,1-11-16,-7-9 16,-2-6-16,-1-5 15,1-8-15,16-7 16,-7-25-16</inkml:trace>
  <inkml:trace contextRef="#ctx0" brushRef="#br1" timeOffset="214464.8">6628 10368 0,'0'0'0,"0"0"0,0 0 15,0 0 1,0 0-16,17 9 15,16 12-15,13 16 16,3 24-16,-1 15 16,-6 3-16,-8 4 15,-10 11-15,-7 2 16,-15 12-16,1 0 16,-10-5-16,-43 44 31,-6-20-16,-15-26-15,0-33 16,29-47-16,-10-17 16,-3-19-16,0-20 15,10-15-15,12-18 16,11-20-16,10-5 16,23-12-16,10 3 15,14 11-15,12 6 16,-4 18-1,-1 17-15,-4 12 16,2 12-16,-1 9 16,8 10-16,-2 11 15,-2 16-15</inkml:trace>
  <inkml:trace contextRef="#ctx0" brushRef="#br1" timeOffset="-214215.99">7489 10750 0,'0'0'0,"0"0"16,0 0-16,0 0 16,4-4-16,11-6 15,37-13-15,30-7 16,10-2-1,-8 3-15,-1 1 16,-9 5-16,-10 1 16,-10 5-16,-12 4 15,-12 4-15,-10 3 16,-20 6-16,16-4 16,-16 4-16,0 0 15,-52 7-15,0 7 16,9 1-16,7-3 15,2 5 1,0 6-16,1 10 16,3 14-16,6 15 15,5 14-15,6 8 16,8 3-16,7-10 16,6 9-16,1 6 31,-1-5-31,-1-14 15,-11-13 1,-12-16-16,-7-7 16,-4-7-16,-6-16 15,-3-9-15,-5-10 16,0-9-16,8-4 16,5-2-16,8-1 15,4 0-15,2-10 16,-5-8-16</inkml:trace>
  <inkml:trace contextRef="#ctx0" brushRef="#br1" timeOffset="-213865.95">6571 12088 0,'0'0'0,"8"2"0,10-1 16,48-4-16,51-21 16,16-10-16,10-7 15,1 0-15,2 0 16,-3 0-16,-11 3 15,-8 3 1,-15 5-16,-11 1 16,-20 8-16,-13 6 15,-11 3-15,-12 3 16,-14 2-16,-12 5 16,-16 2-16</inkml:trace>
  <inkml:trace contextRef="#ctx0" brushRef="#br1" timeOffset="-213465.96">6969 12174 0,'0'0'0,"0"3"15,0-3-15,-2 17 16,1 10-16,9 28 15,11 11-15,7 8 16,3-9 0,-4-5-16,0-2 15,-3-7-15,-10 3 16,-15 8-16,-10 3 16,-13-2-16,-8-5 15,-10-7-15,-5-13 16,4-10-16,4-13 15,0-9-15,6-13 16,0-19 0,6-17-16,14-14 15,10-10-15,11-1 16,16-6-16,3 1 16,9 7-16,-1 14 15,0 9-15,-2 11 16,-3 7-16,-2 10 15</inkml:trace>
  <inkml:trace contextRef="#ctx0" brushRef="#br1" timeOffset="-212865.98">7539 12239 0,'0'0'0,"0"0"16,0 0-16,-4 17 15,-3 31-15,5 18 16,4-15-16,5-7 16,4-2-1,-1-17-15,0-6 16,-10-19-16,19 13 16,-19-13-16,31-6 15,-11-9-15,4-9 16,-2 1-16,-2 3 15,-6 6-15,-14 14 16,29-12 0,-9 24-16,5 21 15,9 13-15,-2 12 16,-8-11-16,-3-12 16,-4-8-16,6-9 15,6-9-15,-5-3 16,-3-14-16,-4-14 15,3-25-15,2-21 16,-8-14-16,-10-21 16,-12 13-1,-2 13-15,-1 20 16,0 27-16,-11 11 16</inkml:trace>
  <inkml:trace contextRef="#ctx0" brushRef="#br1" timeOffset="-209148.8">5959 12971 0,'0'0'0,"0"0"15,0 0-15,0 0 16,7-14-16,16-25 16,30-35-16,22-14 15,17-14-15,16-14 16,20-24-16,1 0 16,9-10-16,2 1 15,-2-1 1,11-6-16,-8 16 15,9-7-15,-8 7 16,-5 9-16,-6 8 16,2 2-16,-9 12 15,0 3-15,-5 9 16,-20 19-16,-4 6 16,-11 7-16,-8 7 15,-7 3 1,-11 3-16,-8 3 15,-8 5-15,-8 4 16,-8 3-16,-9 6 16,-7 8-16,-4 0 15,-4 5-15,-3 1 16,-3 0-16,-5 1 16,-5 1-16,-9 0 15,-9 4 1,-9 3-16,-7 3 15,2 5-15,5 2 16,4 5-16,-3 4 16,-4 7-16,5-2 15,13-2-15,8-5 16,18-9-16,0 0 16,-15 12-16,15-12 15,0 0 1,0 0-16,0 0 15,60 0-15,26-10 16,7-10-16,3-5 16,-5 0-16,-7 2 15,-2 2-15,-13 3 16,-8 9-16,-13 9 16,-6 9-16,-11 2 15,-7 2 1,-8 0-16,-8 6 15,-5 12-15,-13 19 16,-19 25-16,-17 16 16,-13 2-16,1-6 15</inkml:trace>
  <inkml:trace contextRef="#ctx0" brushRef="#br1" timeOffset="-207648.84">4549 10222 0,'0'0'0,"-4"0"16,4 0-16,-21-11 15,-5-4-15,-12-1 16,-10 2-16,-1 1 16,-9 2-16,-8-1 15,-9 0-15,-5 2 16,-5 1-16,-6-2 16,0 2-16,-11-1 15,-4 1-15,-5 3 16,-10-1-1,-1 5-15,-1 3 16,-9 5-16,3 3 16,-2 4-16,8 1 15,1 1-15,1 1 16,-2 1-16,1 3 16,7 3-16,-1 5 15,7 1-15,3 4 16,4 1-1,9 6-15,7 1 16,3 4-16,1 10 16,3 7-16,9 2 15,3 4-15,12-3 16,2 11-16,6 3 16,4 2-16,6 3 15,4 2-15,7 4 16,5 4-1,16-5-15,13 2 16,10-7-16,15-5 16,4-1-16,9-1 15,10 1-15,15-6 16,3-12-16,10-9 16,11-5-16,5-10 15,10 1-15,5-5 16,-1-6-16,15-3 15,7-6 1,4-5-16,-3 1 16,5-5-16,-5-1 15,17-2-15,8-5 16,-11-3-16,14-7 16,-31-3-16,2-6 15,-3-11-15,-6-6 16,4-11-16,-6-5 15,-6-4 1,5-13-16,-2-4 16,-11-7-16,-4-13 15,-15 3-15,-6-4 16,-8-1-16,-1-11 16,-15 0-1,-12-4-15,-15 0 0,-13 14 16,-10-10-1,-9-2-15,-10 13 16,-17-2-16,-5 11 16,-15 6-16,-11-3 15,-3 10-15,-16 1 16,-5 10-16,-13 7 16,-7 8-16,1 6 15,-17 14-15,4 10 16,-14 11-1,-4 20-15,-3 12 16,-12 17-16,4 10 16,-11 21-16,5 19 15,-16 24-15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2:45:46.37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6815 10562 0,'0'0'0,"0"0"0,0-2 16,0 2-16,0 0 15,0 0-15</inkml:trace>
  <inkml:trace contextRef="#ctx0" brushRef="#br0" timeOffset="2783.96">4508 861 0,'0'0'0,"0"0"0,-3 0 0,3 0 15,-7 17 1,-11 34-16,-8 36 16,-8 19-16,-4 18 15,-6 2-15,-7-8 16,-1-4-16,-1-12 16,3-10-16,3-7 15,10-14-15,2-9 16,10-16-1,8-4-15,9-5 16,8-3-16,9 0 16,10-7-16,12-3 15,11-3-15,12-4 16,9-10-16,-1-9 16,-1-12-16,-3-2 15,-2-7 1,-2-1-16,1-5 15,-5-7-15</inkml:trace>
  <inkml:trace contextRef="#ctx0" brushRef="#br0" timeOffset="3000.95">4851 2018 0,'0'0'0,"0"0"0,0 0 16,0 5-16,0 20 16,-2 34-16,-5 22 15,-6 4-15,-4 2 16,3-9-16,-4-5 16,5-3-16,-1-11 15,6-7-15,2-13 16</inkml:trace>
  <inkml:trace contextRef="#ctx0" brushRef="#br0" timeOffset="3583.81">4855 1956 0,'0'0'0,"0"-2"16,0 2-1,0 0-15,2-10 16,-2 10-16,15-14 16,5-5-16,13-6 15,8 0-15,-2 6 16,-3 8-16,3 4 16,-8 7-16,-5 2 15,-7 5-15,-5 4 16,-6 17-1,-11 30-15,-16 24 16,-15 6-16,-2-8 16,1-14-16,7-9 15,6-15-15,8-13 16,6-14-16,8-15 16,-5 16-16,5-16 15,16 23-15,8-7 16,19 0-1,17-1-15,-3-3 16,-9-5-16,-15 2 16,-8-6-16,-8 0 15,-17-3-15,13 16 16,-22 8-16,-24 22 16,-17 13-16,-16-4 15,2-14-15,-1-9 16,4-7-16,0-8 15,6-5-15,13-7 16,10-2 0,10-8-16,7-14 15</inkml:trace>
  <inkml:trace contextRef="#ctx0" brushRef="#br0" timeOffset="4766.63">6038 1868 0,'0'0'0,"0"0"0,0 0 16,0 0-16,0 0 15,-10 4 1,-11 10-16,-23 14 16,-10 5-16,5 2 15,-1 1-15,1 5 16,6 0-16,11-4 16,8 2-16,8 2 15,8 2-15,9 2 16,7-2-16,11 2 15,9-2-15,16-4 16,1-6 0,9-7-16,2-9 15,1-7-15,0-7 16,-4-8-16,2-7 16,-4-5-16,1-2 15,-2-2-15,-9-4 16,2-2-16,-1-3 15,24-21 17,9-8-32,-10 7 15,-9 7-15,-26 21 16,-8 6-16,-7 7 16,-15 11-16,16-14 15,-16 14 1,0 0-16,0 0 0,0 0 15,0 0 1,-22-4-16,-8 7 16,9 1-16,21-4 15,-19 6-15,19-6 16,0 0-16,-20 13 16,20-13-16,-7 13 15,7-13-15,0 23 16,2-4-16,0 5 15,-1 7 1,-1 0-16,-1 1 16,-1 0-16,0-7 15,1-1-15,2-4 16,10 3-16,7 0 16,10 0-16,6-4 15,6-7-15,3-3 16,-1-3-16,-9-4 15,-9 0 1,-9-2-16,-15 0 16,16 0-16,-16 0 15,0 0-15,0 0 16,0 0-16,0 0 16,16 4-16,-16-4 15,7 16-15,-3-3 16,-2 0-16,1-2 15,0-2-15,-1 2 16,-2-11 0,5 18-16,-5-18 15,2 12-15,-2-12 16,0 15-16,-15 9 16,-13 19-16,-9 4 15,-2-3-15,5-6 16,1 0-16,6-7 15,7-7-15,5-5 16,7-2 0,7 5-16,9-1 15,11 1-15,14-1 16,18-4-16,19-8 16,14-8-16,-1-12 15,0-7-15,-4-9 16,-2-4-16,-4-4 15</inkml:trace>
  <inkml:trace contextRef="#ctx0" brushRef="#br0" timeOffset="5188.74">7765 1777 0,'0'0'0,"0"0"0,0 0 16,0 0-16,0 0 16,5 0-16,15 4 15,28 1-15,22-5 16,4-5-16,-6-4 15,-6-1-15,-8 0 16,-8 2 0,-6 2-16,-6 2 15,-13 3-15</inkml:trace>
  <inkml:trace contextRef="#ctx0" brushRef="#br0" timeOffset="5416.86">7596 2383 0,'0'0'0,"0"0"0,0 0 16,5 1-16,25 6 16,41 0-16,31-9 15,6-12-15,-7-6 16,-7-3-16,-16-4 15,-6-1 1,-11 4-16,-16 5 0</inkml:trace>
  <inkml:trace contextRef="#ctx0" brushRef="#br0" timeOffset="6000.93">8787 1733 0,'0'0'0,"0"0"15,0 0-15,4 2 16,12 6-16,21 9 16,27-4-16,11-9 15,6-7 1,-3-5-16,-6-3 16,-10-6-16,-5-2 15,-3-1-15,-3-2 16,-9-3-16</inkml:trace>
  <inkml:trace contextRef="#ctx0" brushRef="#br0" timeOffset="6734.03">9962 1096 0,'0'0'0,"0"0"15,0 0-15,4 11 16,10 21-16,10 27 16,4 17-16,-1 3 15,-3-11 1,0-4-16,-3-9 16,11-7-16,9-13 15,4-12-15,5-16 16,5-12-16,0-10 15,-4-7-15,-10-1 16,-11 3-16,-11 7 16,-19 13-1,18-15-15,-18 15 16,0 0-16,0 0 16,0 0-16,0 0 15,0 0-15,0 0 16,0 0-16,20 32 15,-5 37-15,1 20 16,-4 17-16,-6 12 16,-9 9-16,0 7 15,-4-1 1,-3 5-16,-3-9 16,-15 27-1,-21-10 1,0-35-16,-3-24 15,16-46-15,2-13 16,-9-8-16,-8-8 16,-8-12-16,-4-15 15,7-13-15,9-15 16,6-11 0,7-13-16,9-3 15,8-8-15,14-6 16,13-1-16,20-7 15,23-5-15,9 2 16,14 3-16,1 12 16,-6 15-1,-5 9-15,-3 2 16,-10 11-16,-12 5 16,-7 9-16,-11 2 15</inkml:trace>
  <inkml:trace contextRef="#ctx0" brushRef="#br0" timeOffset="7550.07">9476 9 0,'0'0'0,"0"0"16,-4 0-16,4 0 16,-20 3-16,-1 2 15,-8 1-15,-7 7 16,-8 5 0,0 7-16,-1 7 15,2 4-15,2 9 16,2 8-16,1 13 15,6 1-15,8 7 16,7 14-16,6-2 16,13 28-16,1 1 15,9-4-15,5 3 16,1-14-16,5 6 16,-2 11-1,3 4-15,-2 4 16,-9-1-16,-8-4 15,-4-3-15,-2-1 16,1-6-16,0-7 16,0-6-16,3 2 15,8-15-15,4-10 16,3-18 0,5-9-16,7-7 15,9-4-15,9-3 16,11-17-16,11-9 15,9-21-15,13-16 16</inkml:trace>
  <inkml:trace contextRef="#ctx0" brushRef="#br0" timeOffset="12068.01">8422 1944 0,'0'0'0,"0"0"0,-2-3 15,2 3-15,0 0 16,0 0-16,0 0 15,0 0 1,0-11-16,0 11 16,17-16-16,15-2 15,16-3-15,-1 2 16,0 5-16,0 3 16,-6 2-16,-2 1 15,-8 2-15,-9 3 16,-3-1-16,-19 4 15,18-3 1,-18 3-16,0 0 16,0 0-16,0 0 15,0 0-15,0 0 16,0 0-16,-38 11 16,-10 0-16,10-4 15,19-3 1,19-4-16,-19 3 0,19-3 15,0 0 1,0 0-16,0 0 16,0 0-16,0 0 15,51 14-15,16-9 16,11-6-16,-6-3 16,0-2-16,-9 1 15,-15 2-15,-17-2 16,-10 4-16,-21 1 15,18-1 1,-18 1-16,0 0 16,0 0-16,0 0 15,-17 0-15,-55 9 16,-10 6-16,24-5 16,27-5-16,-6 1 15,-11 4-15,-2-1 16,12-2-1,19-4-15,19-3 16,-15 2-16,15-2 16,0 0-16,0 0 15,0 0-15,52 8 16,14-10-16,5-5 16,-7-1-16,-10 1 15,-10 3-15,-16 1 16,-8 1-16,-20 2 15,19-3-15,-19 3 16,0 0 0,0 0-16,0 0 15,0 0-15,-64 11 16,-39 14-16,18-2 16,24-8-16,-2 2 15,-9 3-15,5-4 16,24-9-16,24-3 15,19-4 1,-19 3-16,19-3 16,0 0-16,0 0 15,0 0-15,0 0 16,0 0-16,47-26 16,27 2-16,8 5 15,-13 4-15,-3 4 16,-3 3-16,-4 1 15,-12 2-15,-13 2 16,-13-1 0,-21 4-16,21-2 15,-21 2-15,0 0 16,0 0-16,0 0 16,0 0-16,-33-6 15,-43 11-15,2 2 16,18 1-16,2-1 15,-2 0-15,2-1 16,19-4 0,17-2-16,18 0 15,-20 0-15,20 0 16,0 0-16,0 0 16,0 0-16,0 0 15,0 0-15,9-13 16,45-4-16,28-7 15,-10 8 1,-9 8-16,-5 2 16,-10 3-16,-12 1 15,-15 2-15,-21 0 16,16 0-16,-16 0 16,0 0-16,0 0 15,0 0-15,-31 17 16,-73 19-16,-3-4 15,32-11-15,29-14 16,0 1 0,-12 0-16,5-1 15,12-2-15,22-1 16,19-4-16,0 0 16,-16 1-16,16-1 15,0 0-15,24-14 16,49-12-16,28-2 15,-17 9-15,-15 6 16,-11 4-16,-8 3 16,-13 2-1,-10 3-15,-27 1 16,23 0-16,-23 0 16,0 0-16,0 0 15,5 10-15,-5-10 16,-28 18-16,-46 12 15,-21 5 1,16-13-16,37-13 16,17-8-16,25-1 15,-23-1-15,23 1 16,0 0-16,0 0 16,0 0-16,0 0 15,0 0-15,0 0 16,18 0-16,31-3 15,23-4-15,1-1 16,1 0 0,-2 1-16,2-1 15</inkml:trace>
  <inkml:trace contextRef="#ctx0" brushRef="#br0" timeOffset="13016.89">10709 1120 0,'0'0'0,"0"0"15,0 0-15,0 0 16,0 0-16,0 0 16,-2 6-1,-2 7-15,-6 19 16,-6 18-16,-2 10 16,1-2-16,3 1 15,0 4-15,7 9 16,6 9-16,3-1 15</inkml:trace>
  <inkml:trace contextRef="#ctx0" brushRef="#br0" timeOffset="13633.88">11780 626 0,'0'0'0,"0"0"0,0 0 0,0 0 15,1 9 1,2 27-16,-4 33 16,-12 30-16,-8 3 15,-7 9-15,-1-2 16,1-8-16,2-5 15,2-11-15,5-7 16,7 2-16,12-3 16,12-3-16,8-4 15,10-5 1,12-1-16,10-7 16,6-12-16,6-10 15,8-12-15,9-25 16,10-20-16</inkml:trace>
  <inkml:trace contextRef="#ctx0" brushRef="#br0" timeOffset="14383.69">12639 1416 0,'0'0'0,"0"0"16,0 0-16,-8 3 15,-13 6-15,-18 10 16,3 3-16,11-6 16,10-2-16,3-3 15,12-11-15,-11 17 16,11-17 0,14 17-16,20-8 15,12-6-15,10-17 16,-5-9-16,-5-9 15,-8-3-15,-14-1 16,-12 2-16,-9 2 16,-10 2-16,-6 4 15,-4 7 1,-1 6-16,18 13 16,-25-11-16,25 11 15,0 0-15,0 0 16,11 22-16,52-7 15,41-24-15,9-10 16,-11-13-16,-8-6 16,-19 3-16,-17 8 15,-18 6 1,-14 8-16,-26 13 16,20-10-16,-20 10 15,9 13-15,-9 29 16,-11 48-16,-21 34 15,-9 17-15,-3-9 16,-2 6-16,4-17 16,3-5-16,-1-4 15,3-2-15,3-15 16,1 2 15,8-24-31,7-27 16,5-23-16,13-23 15,0 0-15,5-46 16,21-50-16,21-19 16,7 3-16,-1 15 15,3 8-15,-11 17 16,0 11 0,0 12-16,-2 6 15,-2 9-15,-1 7 16,-4 9-16</inkml:trace>
  <inkml:trace contextRef="#ctx0" brushRef="#br0" timeOffset="14967.25">14294 1207 0,'0'2'0,"0"-2"0,3 29 15,3 23-15,1 12 16,5-10-16,5-13 15,6-15-15,8-12 16,8-13-16,4-9 16,-4-5-16,-9 0 15,-12 4-15,-18 9 16,17-7 0,-17 7-16,11 21 15,-2 48-15,-3 53 16,-22 24-16,-1 5 15,-6 2-15,3-19 16,-2 0 0,0-32-1,-8-23-15,-4-21 16,2-24 0,-1-11-16,3-11 15,0-11-15,2-13 16,2-10-16,7-8 15,7-26-15,4-17 16,12-19-16,9 1 16,9 3-16,7-3 15,3 0-15,6-5 16,4-4-16</inkml:trace>
  <inkml:trace contextRef="#ctx0" brushRef="#br0" timeOffset="15367.15">14300 624 0,'0'0'0,"0"0"0,0 0 16,-8 4-16,-9 3 15,-6 5-15,3-2 16,20-10-16,-15 11 16,15-11-16,0 0 15,0 0-15,0 0 16,20-14 0,32-21-16,11-5 15,-3-1-15,-15 12 16,-13 10-16,-11 5 15,-3 7-15,1 2 16,6 10-16,6 8 16,3 13-16,3 18 15,1 8-15,0 8 16,-2 1-16,-4-4 16,2 3-1,4 3-15</inkml:trace>
  <inkml:trace contextRef="#ctx0" brushRef="#br0" timeOffset="15583.76">15244 1669 0,'3'-2'0,"-3"2"0,40-13 15,20-5-15,16 4 16,3 6-16,1 1 16,-7 2-16,-3 0 15,-7-1-15,7-21 16</inkml:trace>
  <inkml:trace contextRef="#ctx0" brushRef="#br0" timeOffset="15850.23">15470 1346 0,'0'0'0,"-1"7"16,-3 9-16,-10 39 16,-1 39-1,6 4-15,9 3 16,2 4-16,2 1 15,2-11-15,3 2 16,4-13-16,5-7 16,10-8-16,7-23 15,0-14-15,5-14 16</inkml:trace>
  <inkml:trace contextRef="#ctx0" brushRef="#br0" timeOffset="16149.61">16821 975 0,'0'0'0,"0"0"0,-1 4 16,-4 8-16,-11 28 15,-19 44-15,-10 27 16,-1 2-16,5-7 16,3-2-16,16-7 15,12-2-15,6-7 16,10-7 0,16-5-16,10-14 0,20-6 15,15-16 1,16-11-16,10-26 15,4-26-15</inkml:trace>
  <inkml:trace contextRef="#ctx0" brushRef="#br0" timeOffset="16401.78">17537 1169 0,'0'0'0,"-1"2"0,-1 8 16,-12 26-16,-10 36 16,-6 13-16,-1 3 15,6 2-15,7-5 16,7-10-16,6-14 16,4-12-1,6-3-15,4-8 16,7-7-16,4-16 15</inkml:trace>
  <inkml:trace contextRef="#ctx0" brushRef="#br0" timeOffset="17033.93">17881 1561 0,'0'0'0,"0"0"0,0 0 0,0 0 0,0 0 15,7-2-15,9 0 16,20-4-1,10-4-15,2-10 16,-4-17-16,-4-6 16,-4 0-16,-5 7 15,-6 7-15,-9 7 16,-5 9-16,-11 13 16,0 0-16,0 0 15,22 24 1,-3 36-16,-6 18 15,-6-5-15,-2-2 16,-1-17-16,-1-13 16,-1-17-16,4-12 15,10-6-15,13-13 16,13-8-16,7-16 16,-7 0-16,-6 0 15,-11 11-15,-10 8 16,-15 12-1,21-10-15,-3 21 16,7 12-16,-3 28 16,-2 22-16,-5 22 15,-22 20-15,-9 5 16,-15 9-16,-5-6 16,4-9-16,-2 1 15,4-14-15,-5-8 16,-52-4 15,2-30-31,1-13 16,9-27-16,38-25 15,8-19-15,4-28 16,16-42-16,19-23 16,14 0-16,23 0 15,8 18-15,5 9 16,3 7-1,2 6-15,6-8 16</inkml:trace>
  <inkml:trace contextRef="#ctx0" brushRef="#br0" timeOffset="17367">19090 1114 0,'4'4'0,"10"8"16,8 12-16,25 47 16,-1 30-16,-3 9 15,-14 6-15,-11 1 16,-9-2-1,-20 2-15,-8-15 16,-12-7-16,-7-11 16,-1-14-16,-3-10 15,6-13-15,6-17 16,10-10-16,20-20 16,-18 8-16,14-21 15</inkml:trace>
  <inkml:trace contextRef="#ctx0" brushRef="#br0" timeOffset="17667.54">20030 1038 0,'0'0'0,"0"0"0,0 0 16,0 11-16,0 27 15,-6 33 1,-16 18-16,-5 1 16,1-3-16,0-7 15,5-9-15,2-7 16,9-15-16,5-4 16,14-4-16,16-1 15,13-3 1,18-8-16,8-15 15,7-14-15,56-66 32</inkml:trace>
  <inkml:trace contextRef="#ctx0" brushRef="#br0" timeOffset="18299.8">20731 1272 0,'0'0'0,"0"0"0,0 0 0,0 0 0,-1 3 16,-6 16-1,-14 35-15,-11 27 16,2-7-16,5-9 16,1-5-16,7-12 15,11-7-15,9-3 16,7-9-16,5-5 16,9-8-16,0-7 15,3-8-15,2-11 16,-2-9-1,-2-12-15,-11-8 16,-9-3-16,-7-1 16,-6 4-16,1 12 15,3 7-15,-2 8 16,6 12-16,-4-12 16,4 12-16,0 0 15,18-15-15,41-14 16,38-11-1,-3 1-15,-10 5 16,-5-1-16,-24 5 16,-18 8-16,-15 9 15,-22 13-15,15-10 16,-15 10-16,0 0 16,6 23-16,-6 32 15,-20 30-15,-5 6 16,-8 11-16,3-8 15,-1 1 1,1-3-16,6-9 16,-5 7-16,-8 7 31,-20 4-31,11-19 16,11-36-16,19-34 15,16-12-15,-19-11 16,14-20-1,18-32-15,15-42 16,13-1-16,18-24 16</inkml:trace>
  <inkml:trace contextRef="#ctx0" brushRef="#br0" timeOffset="18566.75">21829 994 0,'0'0'0,"-1"7"16,-1 4-16,-8 34 15,-7 17-15,-8-5 16,-5 8-16,0 1 16,-5 11-16,10-7 15,16-1-15,10 5 16,14-2-1,14 9-15,7-21 16,8-18-16,-1-16 16,15-19-16</inkml:trace>
  <inkml:trace contextRef="#ctx0" brushRef="#br0" timeOffset="18816.82">22441 1056 0,'0'0'0,"0"-1"15,0 1-15,-2 13 16,-12 35-16,-4 24 16,-4 8-16,-2-6 15,0 0-15,4-12 16,5-18-1,5-7-15,4-1 16,7-7-16,4-3 16,-2-11-16,-3-15 15,0 0-15</inkml:trace>
  <inkml:trace contextRef="#ctx0" brushRef="#br0" timeOffset="19433.63">22592 1323 0,'0'0'0,"0"0"15,0 0-15,-4 0 16,4 0-16,0 0 16,28 0-16,18 0 15,0-5-15,5-10 16,-1-11-16,-3-3 16,-11 2-16,-16 7 15,-5 5-15,-15 15 16,13-15-16,-13 15 15,0 0 1,0 0-16,0 0 16,0 0-16,9 32 15,-5 3-15,-2 0 16,3-8-16,-2-7 16,2-7-16,-5-13 15,7 12-15,-7-12 16,0 0-16,0 0 15,13 10 1,-13-10-16,0 0 16,20 8-16,-2-1 15,5 9-15,5 15 16,-5 18-16,0 26 16,-12 17-16,-9 21 15,-15 15-15,-8-5 16,-15 37 15,3-43-31,2-39 16,-2-24-16,-1-37 15,2-17-15,7-12 16,3-23-16,12-34 16,18-27-16,8-10 15,12 2-15,5 12 16,1 12-16,7 9 15,5 8-15,7 4 16,-3 7 0,-1 1-16</inkml:trace>
  <inkml:trace contextRef="#ctx0" brushRef="#br0" timeOffset="19816.43">23169 870 0,'0'0'0,"0"0"15,0 0-15,0 0 16,-6 2-16,-14 3 16,-23 14-16,-3 7 15,10-1-15,12-6 16,8-5-16,16-14 15,-14 15-15,14-15 16,0 0 0,0 0-16,45 10 15,10-22-15,8-10 16,2-3-16,-1 0 16,-6 4-16,-12 5 15,-7 12-15,-2 18 16,-2 15-16,-4 19 15,-7 14-15,-3 15 16,-6 3 0,-6-6-16,-2-12 15,-3-27-15</inkml:trace>
  <inkml:trace contextRef="#ctx0" brushRef="#br0" timeOffset="20153.75">23939 816 0,'0'0'0,"0"0"15,1 4-15,4 5 16,10 25-16,11 33 15,-5 17-15,-10 13 16,-5 2 0,-11 1-16,-17 7 15,-10 1-15,-21 7 16,-10-7-16,-7-3 16,-3-9-16,-3-11 15,-8-6 1,15-28-1,21-18-15,30-22 16</inkml:trace>
  <inkml:trace contextRef="#ctx0" brushRef="#br0" timeOffset="20699.75">24191 311 0,'0'0'0,"0"0"0,0 0 15,0 0-15,0 0 16,18 1-16,33 2 15,31 2-15,-5 0 16,-14 3 0,-9-1-16,-10 6 15,-8 2-15,-7 6 16,0 9-16,-1 18 16,-6 25-16,-7 22 15,-6 21-15,-15 19 16,3 10-16,-6 19 15,1-8-15,0 2 16,0-2-16,4-11 16,4-4-1,7-7-15,0 4 16,-1-8-16,-2 4 16,-11-17-16,-33-2 15,-13-5-15,-16-9 16,-28-2-16,-29-11 15,-20-13-15,-24-23 16,-5-11-16,-18-23 16,-3-18-16,-25-10 15,0-17 1</inkml:trace>
  <inkml:trace contextRef="#ctx0" brushRef="#br0" timeOffset="23033.66">8654 3824 0,'0'0'0,"0"0"0,0 0 15,0 0 1,2-3-16,-2 3 0,29-2 16,18 16-1,20 15-15,-7 23 16,-10 6-16,-7 6 15,-12 6-15,-7-12 16,-6 3-16,-13 8 16,-14-2-16,-20 17 15,-13 19 1,-27 10-16,-21 12 16,-4-10-16,0-28 15,12-20-15,15-21 16,13-27-16,6-15 15,7-11-15,8-16 16,12-18-16,21-24 16,36-41-16,43-25 15,5 12-15,8 6 16,9 4 0,-19 32-16,-4 5 15,-17 19-15,-15 23 16,-12 10-16,-7 11 15,-7 11-15,-1 16 16</inkml:trace>
  <inkml:trace contextRef="#ctx0" brushRef="#br0" timeOffset="23433.6">10015 3716 0,'0'0'0,"0"0"16,0 0-16,0 0 15,0 11-15,0 25 16,-11 46-16,-43 42 16,-10 22-1,-11-4-15,1-13 16,1-5-16,14-26 15,7-13-15,10-17 16,18-16-16,10-2 16,10-5-16,19 0 15,12-6-15,29 0 16,31-15-16,11-7 16,11-12-1,-3-14-15,-3-6 16,-8-3-16,-11-1 15,-23 3-15,-12 4 16,-15 2-16,-13 5 16,-21 5-16</inkml:trace>
  <inkml:trace contextRef="#ctx0" brushRef="#br0" timeOffset="23849.7">7671 5694 0,'0'0'0,"13"0"0,19 0 15,74-3-15,54-9 16,10-3-16,23-6 16,4-3-16,10-2 15,-4-1-15,7-4 16,5-8-16,9-4 16,6-1-16,-12 0 15,-21 7 1,-14 11-16,-23 15 15,-17 9-15,-24 5 16,-18 7-16,-27 1 16,-20 0-16,-21-2 15,-15-3-15,-18-6 16,0 0-16,-3 24 16</inkml:trace>
  <inkml:trace contextRef="#ctx0" brushRef="#br0" timeOffset="24399.71">8497 5599 0,'0'0'0,"0"0"0,0-2 16,0 2-16,0 0 15,45 29-15,13 35 16,5 24-16,-7 3 16,1 13-1,-9-3-15,-7-1 16,-13-6-16,-14-1 15,-7-3-15,-15 0 16,-14 1-16,-3 2 16,-17-1-16,-5-15 15,-8-12-15,-5-13 16,6-17-16,2-15 16,7-12-16,6-11 15,3-16 1,7-12-16,8-18 15,12-19-15,20-11 16,26-19-16,12-6 16,16 5-16,5 7 15,3 10-15,4 9 16,-13 19-16,-7 10 16,-12 12-16,-5 13 15,-6 11-15,-4 8 16,-1 8-1</inkml:trace>
  <inkml:trace contextRef="#ctx0" brushRef="#br0" timeOffset="25033.7">9623 6029 0,'0'0'0,"0"0"0,0 0 16,0 0-16,0 0 16,10-2-16,7 1 15,13-1-15,25-2 16,15-1-16,15-1 16,15-9-16,6-6 15,11-2 1,-1 0-16,-2 2 15,-8-1-15,-7 4 16,-13 2-16,-14 9 16,-15 7-16,-17 2 15,-12 3-15,-12 1 16,-16-6-16,14 10 16,-15 3-16,-31 41 15,-54 61 1,-28 14-16,9-19 15,1-11-15,-5 4 16,2 1-16,4-6 16,17-17-16,11-10 15,16-13-15,17-10 16,12-8-16,15-15 16,5-8-16,9-5 15,1-12-15,35 12 16,38-24-1,23-17-15,14-15 16,3-3-16,3-3 16,-3 2-16,-6 2 15,-7 5-15,-10 2 16,-18 10-16,-13 4 16,-17 8-16,-13 6 15,-12 4 1,-17 7-16,17-6 15,-17 6-15,0 0 16</inkml:trace>
  <inkml:trace contextRef="#ctx0" brushRef="#br0" timeOffset="25834.54">11917 4428 0,'0'0'0,"0"0"15,0 0-15,4 0 16,13 1-16,30 1 16,33 3-16,14 2 15,9-1-15,-8 1 16,-3-5-16,-5-4 15,-7-1-15,-7-1 16,-10 2 0,-7 0-16,-9 1 15,-5 0-15,-15 0 16</inkml:trace>
  <inkml:trace contextRef="#ctx0" brushRef="#br0" timeOffset="26166.89">11662 5399 0,'0'0'0,"0"0"0,0 0 15,0 0-15,0 0 16,14 2-16,29 2 15,44 0 1,27-11-16,13-9 16,1-6-16,-6-5 15,-5 1-15,-10 0 16,-8 0-16,-15 6 16,-16 4-16,-13 2 15,-14 6-15,-12 4 16,-9 4-16,-20 0 15</inkml:trace>
  <inkml:trace contextRef="#ctx0" brushRef="#br0" timeOffset="30350.56">14432 4053 0,'0'0'0,"0"0"16,0 0-16,0 0 15,0 10-15,0 23 16,0 41 0,0 17-16,0 0 15,-1 6-15,1-12 16,1-11-16,8-11 15,8-21-15,8-8 16,2-13-16,15-15 16,21-23-16,18-32 15,5-10 1,-14-9-16,-16 9 16,-18 16-16,-14 11 15,-11 13-15,-6 6 16,-7 13-16,7-9 15,-7 9-15,0 0 16,0 0-16,0 0 16,1 13-16,-1 49 15,0 44-15,0 19 16,0 17 0,0 0-16,0 17 15,0 2-15,-6 9 16,-10-17-16,-14 6 15,-63 54 1,-11-43 0,-27-10-16,7-72 15,38-60-15,-4-25 16,12-25 0,13-24-16,15-25 15,23-32-15,37-35 16,40-35-16,38-17 15,13 2-15,19 8 16,-3 20-16,-5 15 16,-17 27-16,-16 22 15,-24 25-15,-17 25 16,-16 18 0,-12 11-16,-10 17 15</inkml:trace>
  <inkml:trace contextRef="#ctx0" brushRef="#br0" timeOffset="30819.06">14777 3099 0,'0'0'0,"0"0"0,0 0 16,0 0-16,-20 12 15,-34 25-15,-25 31 16,6-3-16,22-15 16,16-16-1,13-11-15,9-10 16,13-13-16,-12 13 15,12-13-15,0 0 16,0 0-16,0 0 16,51-9-16,34-25 15,11-9-15,-7 5 16,-11 5-16,-8 5 16,-3 18-1,-6 18-15,-5 12 16,-2 21-16,-7 6 15,-5 15-15,-1 14 16,-10 4-16,-6 3 16,0 6-16,-3-5 15,2 4-15</inkml:trace>
  <inkml:trace contextRef="#ctx0" brushRef="#br0" timeOffset="31049.9">16175 4903 0,'0'0'0,"0"0"15,0 0-15,0 0 16,6 3-16,13 5 15,25 12-15,29 1 16,16-8-16,-2-17 16</inkml:trace>
  <inkml:trace contextRef="#ctx0" brushRef="#br0" timeOffset="31716.29">17553 4333 0,'0'0'0,"0"3"16,-2 7-16,0 31 16,-4 38-1,5 9-15,12-7 16,11-12-16,4-12 15,8-16-15,6-10 16,11-14-16,5-11 16,4-14-16,-3-16 15,-7-6-15,-7-3 16,-9 3-16,-14 8 16,-9 10-1,-11 12-15,9-11 16,-9 11-16,0 0 15,0 0-15,0 0 16,9 26-16,4 33 16,4 31-16,5 21 15,1 14-15,4 26 16,-9 23-16,-11-15 16,-19 138 15,-6-101-31,-19 19 15,-25-78-15,11-83 16,-31 3-16,5-16 16,0-29-16,-1-21 15,11-26-15,7-26 16,22-21-16,16-32 16,28-13-16,23-4 15,21-16-15,24 7 16,11 4-1,15 12-15,-4 13 16,1 11-16,-8 13 16,-19 24-16,-16 18 15,-18 17-15,-18 14 16,-18 14-16</inkml:trace>
  <inkml:trace contextRef="#ctx0" brushRef="#br0" timeOffset="41499.87">13617 7360 0,'0'0'0,"0"0"0,0 0 0,10 6 16,21 14-16,46 9 16,34-8-16,22-2 15,29-6-15,17-7 16,24-2-16,18-6 16,27-4-16,29-6 15,12-6-15,15-3 16,2-4-16,7-7 15,6-4 1,-5-12-16,-5 1 16,-27-1-16,-29 4 15,-12-4-15,-27-5 16,-18-11-16,-29 0 16,-25-1-16,-10-19 15,-30 5-15,-14-16 16,-22-6-1,-28-5-15,-2 4 16,-3-22-16,-9 3 16,-9-6-16,-8-18 15,-18 14-15,0-13 16,-7 1-16,-16-3 16,2 5-16,-18-7 15,6 19-15,-17-18 16,-18 6-16,2 13 15,-21-8 1,2 16-16,-8 1 16,-10 0-16,-4 7 15,1 7-15,-17-1 16,-4 11-16,-11 1 16,-2 9-16,-10 8 15,-3 6-15,-15 11 16,-11 3-16,-2 10 15,3 8 1,0 7-16,-7 10 16,1 9-16,-15 11 15,11 4-15,-2 7 16,7 0-16,18 5 16,3 6-16,7 3 15,4 4-15,9 1 16,15 2-16,7 2 15,18-1 1,16 3-16,12-1 16,15 5-16,14 8 15,8 14-15,7 7 16,7 14-16,6 15 16,7 17-16,3 21 15,7 10-15,2 22 16,2 13-16,-3 11 15,0 24 1,1-5-16,0 25 16,-4 3-16,-1 5 15,3-8-15,-1 2 16,4-15-16,10-13 16,11-3-16,10-35 15,11-17-15,6-16 16,7-34-16,4-19 15,-5-21-15,-2-29 16,-6-8 0,-2-9-16,-3-5 15,-4-5-15,-4-7 16,-3-7-16,0-9 16,2-3-16,-1-4 15</inkml:trace>
  <inkml:trace contextRef="#ctx0" brushRef="#br0" timeOffset="43716.8">12662 8326 0,'0'0'0,"0"0"0,0 0 0,0 0 16,0 0-16,-2 10 15,0 16-15,-3 26 16,-2 28-16,-1 12 15,-4 16-15,-6 8 16,-5 1 0,-1-10-16,-2-5 15,1-16-15</inkml:trace>
  <inkml:trace contextRef="#ctx0" brushRef="#br0" timeOffset="44083.63">13151 7731 0,'0'0'0,"5"4"0,6 6 16,25 25-16,28 34 15,-2 24 1,-8 28-16,-10 6 0,-12 20 16,-12 10-1,-11 3-15,-14 4 16,-9-14-16,-15 10 16,-14-19-16,-9 2 15,-7-13-15,-4-23 16,-1-13-16,1-20 15,6-17-15,4-11 16,7-13-16,3-5 16,5-11-16,19-15 15</inkml:trace>
  <inkml:trace contextRef="#ctx0" brushRef="#br0" timeOffset="45153.14">15110 8511 0,'1'2'0,"-1"-2"15,9 28 1,5 22-16,7 25 16,3 12-16,-1 7 15,2-2-15,-4-3 16,0-13-16,6-12 15,5-21-15,4-23 16,10-16-16,16-36 16,41-83 15,-6-50-31,-19 11 16,-24 43-16,-32 59 15,-9 22-15,-5 13 16,-8 17-16,4-12 15,-4 12-15,6 19 16,6 44-16,-14 54 16,-10 24-16,-12 27 15,-3-1 1,-2 10-16,4-18 16,1-3-16,4-12 15,4-30-15,4-18 16,-7-13-16,-20-14 15,-6-11-15,-6-6 16,-3-27-16,-3-15 16,-1-9-16,-1-24 15,11-12-15,11-19 16,12-29 0,22-14-16,23-20 15,10-5-15,13 9 16,6 7-16,2 9 15,-2 17-15,-2-3 16</inkml:trace>
  <inkml:trace contextRef="#ctx0" brushRef="#br0" timeOffset="45534.5">15585 7911 0,'0'0'0,"0"0"0,0 0 15,0 0 1,0 0-16,-6 9 16,-11 22-16,-6 19 15,4-3-15,6-13 16,6-7-16,0-10 15,3-5-15,4-12 16,3 12-16,-3-12 16,41-3-16,6-17 15,8-9 1,-4-2-16,-6 5 16,-7 4-16,-1 5 15,2 13-15,0 5 16,1 12-16,0 10 15,4 13-15,2 12 16,8 4-16</inkml:trace>
  <inkml:trace contextRef="#ctx0" brushRef="#br0" timeOffset="45833.43">16622 9011 0,'0'0'0,"0"0"0,0 0 15,0 0-15,15 6 16,12 5-16,17 6 15,10-3-15,1-10 16,3-4-16,-4-4 16,-1-3-16,-7-1 15,-14 3-15,-14 1 16</inkml:trace>
  <inkml:trace contextRef="#ctx0" brushRef="#br0" timeOffset="46051.68">16403 9491 0,'0'0'0,"0"0"16,0 0-16,17-1 16,19-2-1,25-1-15,15-3 16,4-2-16,0-4 15,-6 1-15,-5-1 16,-4 0-16,-2 2 16,-16 2-16</inkml:trace>
  <inkml:trace contextRef="#ctx0" brushRef="#br0" timeOffset="46533.3">17637 9224 0,'2'-4'0,"-2"4"15,2-20-15,4-3 16,-2-2-16,-2 0 16,-4 4-1,-1 3-15,-2 3 16,-1 3-16,6 12 15,-24-11-15,7 16 16,-7 11-16,-3 14 16,2 17-16,1 8 15,13 9-15,8-5 16,8-6 0,11 0-16,3-8 15,10-4-15,3-7 16,6-12-16,5-13 15,-2-12-15,3-13 16,-2-8-16,-6-10 16,-1-13-16,-8-7 15,-8-6-15,-11-3 16,-11 3 0,-9 4-16,-6 2 15,-7 11-15,-6 5 16,-11 11-16,-11 14 15,-14 21-15</inkml:trace>
  <inkml:trace contextRef="#ctx0" brushRef="#br0" timeOffset="48333.69">20002 8322 0,'0'0'0,"0"0"15,1 8-15,4 18 16,1 41-16,-6 34 15,-14 15 1,-7 12-16,-9-4 16,-9 2-16,-3-4 15,-3-11-15,4-15 16,5-18-16,5-7 16,6-13-16,5-12 15,11-11-15,6-10 16,8-4-16,17 0 15,18-4 1,24-6-16,20-11 16,-6-11-16,-1-10 15,2-9-15,0 1 16,6-6-16</inkml:trace>
  <inkml:trace contextRef="#ctx0" brushRef="#br0" timeOffset="48583.36">20806 9118 0,'0'0'0,"0"0"15,0 0-15,5 1 16,10 3-1,19 4-15,14-1 16,14-1-16,-5-6 16,-7-3-16,-6-1 15,-10 1-15,-2-2 16</inkml:trace>
  <inkml:trace contextRef="#ctx0" brushRef="#br0" timeOffset="48815.84">20689 9657 0,'0'0'0,"0"0"16,0 0-16,4 0 16,-4 0-16,50 14 15,13-8-15,13-13 16,8-12-1,-9-7-15,-10 0 16,4-2-16,-7 5 16,-11 3-16</inkml:trace>
  <inkml:trace contextRef="#ctx0" brushRef="#br0" timeOffset="49266.41">21979 9247 0,'0'0'0,"0"0"16,0 0-16,6 0 16,12 0-16,22 0 15,18 0-15,9-1 16,1-6-16,-6-3 16,-7-1-16,0-5 15,-1-5-15</inkml:trace>
  <inkml:trace contextRef="#ctx0" brushRef="#br0" timeOffset="49900.47">22908 8776 0,'0'0'0,"-2"2"15,2-2-15,-7 40 16,-4 23-16,0 15 16,2-1-16,5-4 15,8-12-15,10-9 16,7-22-16,9-13 16,8-15-16,14-21 15,7-11-15,6-26 16,-7-10-1,-6-2-15,-14 9 16,-8 11-16,-10 15 16,-8 12-16,-5 8 15,-7 13-15,0 0 16,0 0-16,17 13 16,-5 38-16,-16 36 15,-4 15-15,-9 1 16,-4-4-16,1 0 15,-1 5 1,-7 33 0,-3 18-1,7-29-15,-3-30 16,-4-33-16,0-12 16,-7 0-16,-4-8 15,8-15-15,1-13 16,-2-6-16,-1-15 15,1-5 1,12-9-16,14-22 16,22-40-16,37-43 15,34-26-15,3 7 16,15 21-16,5 4 16,-16 25-16,-9 17 15,-17 20-15,-17 21 16,-20 14-16,-11 9 15</inkml:trace>
  <inkml:trace contextRef="#ctx0" brushRef="#br0" timeOffset="51683.24">12679 11256 0,'0'0'0,"0"0"16,0 0-16,10-2 15,13 0 1,17 2-16,5 6 16,0 9-16,-4 8 15,-10 6-15,-7 6 16,-14 19-16,-13 19 15,-14 9-15,-17 4 16,-1-15-16,-3-12 16,3-7-1,8-15-15,6-8 16,6-10-16,9-6 16,6-13-16,5 20 15,19-10-15,23-12 16,20-25-16,12-24 15,1-31-15,5-16 16,-11-30-16</inkml:trace>
  <inkml:trace contextRef="#ctx0" brushRef="#br0" timeOffset="51949.38">13363 10541 0,'0'0'0,"0"0"0,0 0 0,0 0 15,1 3-15,5 9 16,12 23-16,18 36 16,12 28-1,7 15-15,-2 37 16,-8 6-16,-4 0 16,-4-9-16,-7-13 15,-8-2-15,-10 1 16,-18 12-16,-11 1 15,-16-9-15,-6-3 16,4-31-16,3-18 16,5-30-1,2-23-15,6-14 16</inkml:trace>
  <inkml:trace contextRef="#ctx0" brushRef="#br0" timeOffset="52536.24">14788 11080 0,'0'0'0,"0"0"0,0 0 16,2 6-16,9 21 15,6 52-15,1 31 16,0 7-16,-4-26 16,3-25-1,15-21-15,0-24 16,5-15-16,8-23 16,2-26-16,2-26 15,3-7-15,-6-9 16,-7 3-16,-9 21 15,-7 14-15,-7 19 16,-2 15-16,-14 13 16,29 3-16,-8 31 15,0 41 1,-6 52-16,-9 17 16,-11 22-16,-4-6 15,-28 115 1,-4-44-1,-18-13-15,0-52 16,17-105-16,-4-15 16,1-16-16,-6-27 15,2-20 1,2-26-16,18-24 16,19-40-16,23-23 15,18-2-15,12 12 16,6 9-16,2 11 15,-3 15-15,0 8 16,-10 14-16</inkml:trace>
  <inkml:trace contextRef="#ctx0" brushRef="#br0" timeOffset="52949.38">14952 10503 0,'0'0'0,"0"0"0,0 0 15,-1 3-15,-2 7 16,-3 11-16,0 6 15,1-6-15,2-7 16,3-14-16,-1 13 16,1-13-16,0 0 15,0 0-15,33-11 16,1-12 0,3-1-16,-5 2 15,-4 5-15,-6 4 16,2 7-16,3 8 15,6 15-15,8 13 16,9 16-16,-1 9 16</inkml:trace>
  <inkml:trace contextRef="#ctx0" brushRef="#br0" timeOffset="53167.88">16200 11327 0,'0'0'0,"0"0"0,0 0 0,0 0 15,2 2 1,-2-2-16,37 18 15,6-6-15,15-11 16,8 1 0,-4-9-16</inkml:trace>
  <inkml:trace contextRef="#ctx0" brushRef="#br0" timeOffset="53366.95">16016 11948 0,'0'0'0,"-3"7"0,3-7 0,4 26 0,20-3 16,25-2 0,26-10-16,18-18 15,0-20-15,4-19 16</inkml:trace>
  <inkml:trace contextRef="#ctx0" brushRef="#br0" timeOffset="53583.29">17408 10970 0,'0'0'0,"0"0"16,0 0-16,-1 4 15,-1 11-15,-9 50 16,-10 90-16,-1 38 16,17-22-16,12-28 15</inkml:trace>
  <inkml:trace contextRef="#ctx0" brushRef="#br0" timeOffset="54849.67">19879 10966 0,'0'0'0,"0"0"0,-2-3 16,2 3-16,0 0 15,0 0-15,0 0 16,0 0-16,-19 21 16,-5 42-1,-10 54-15,3-5 16,-12 62-1,5-30 1,-1 9-16,12-47 16,11-43-16,1-8 15,3-17-15,4-13 16,3-13-16,2 0 16,3-12-16,-6 21 15,6-9 1,7-2-16,13 0 15,10-13-15,18-2 16,18-17-16,-3 1 16,-4-1-16,-14-2 15,-6 5-15,-6 1 16,2 0-16,-4 5 16</inkml:trace>
  <inkml:trace contextRef="#ctx0" brushRef="#br0" timeOffset="55131.85">20509 11726 0,'0'0'0,"0"0"16,6-5-16,12-7 16,20-10-16,11 1 15,9 8-15,4-1 16,-3 7-16,-12 0 16,-15 3-16,-4 1 15,-9 0-15</inkml:trace>
  <inkml:trace contextRef="#ctx0" brushRef="#br0" timeOffset="55399.33">20334 12168 0,'0'0'0,"0"0"0,0 0 15,0 0-15,0 0 16,19-11-16,24-8 16,17 10-16,1 2 15,8-1-15,-14 1 16,2-3-16,-2 3 16,-23 1-16,6 1 15,-14 5 1,-24 0-16,15 0 15,-15 0-15,0 0 16</inkml:trace>
  <inkml:trace contextRef="#ctx0" brushRef="#br0" timeOffset="55849.7">21599 11198 0,'0'-3'0,"0"3"0,0 0 15,0 0-15,0 0 16,0 0-16,-8 18 16,-6 49-16,-5 31 15,1 0 1,-14 79-1,9-11 1,9-26-16,5-15 16,9-61-16,2-1 15,3-10-15,3-18 16,1-20-16,-9-15 16</inkml:trace>
  <inkml:trace contextRef="#ctx0" brushRef="#br0" timeOffset="56183.49">21885 11726 0,'0'0'0,"1"2"0,-1-2 0,0 0 16,0 0-16,0 0 16,0 0-16,32 19 15,0-12-15,6-5 16,3-4-16,8-7 16,11-5-16,0-1 15,-4 1-15,-3 2 16,-3-1-16,-6 0 15,-10 2 1,-11 3-16,-3 1 16,1 1-16,-6 1 15</inkml:trace>
  <inkml:trace contextRef="#ctx0" brushRef="#br0" timeOffset="57133.23">22988 11244 0,'0'0'0,"0"0"0,0 0 0,0 0 16,-2 10-16,-6 24 16,-13 37-16,-3 22 15,-1-4-15,3-3 16,10 0-16,6-14 15,8-7 1,13-8 0,10-14-1,16-16-15,4-21 16,3-20-16,8-18 16,-9 0-16,-6-5 15,-6-11-15,-7 3 16,-6 4-1,-6 1-15,-4 10 0,-4 5 16,-2 7 0,-2 8-16,-4 10 15,4-10-15,-4 10 16,0 0-16,-15 22 16,-5 33-16,-6 32 15,6 10-15,7-8 16,1 11-16,1-15 15,1 0 1,-1-2-16,4-28 16,-3 7-16,-11 3 15,-4 7-15,-5 3 16,6-23-16,0-8 16,1-7-16,0-4 15,-15 20-15,-6-9 16,-8-2-16,-6-1 15,16-22 1,5-3-16,-2-9 16,16-15-16,10-18 15,10-16-15,17-15 16,-2-9-16,5-11 16,0 4-16,16 6 15,13 5-15,15 21 16,-18 3-16,-7 12 15,-3 8-15,13-2 16,11 9 0,1 2-16,-12 6 15,-5 2-15,-5-1 16,18-9-16,22-38 16,-4 1-16,-9-2 15,-15 6-15,-13-3 16,0-3-16</inkml:trace>
  <inkml:trace contextRef="#ctx0" brushRef="#br0" timeOffset="60401.79">23436 7759 0,'0'-3'0,"0"-11"0,-2-8 16,-7-34-16,-7-9 15,-12-5 1,-11-3-16,-15-1 0,-23-5 15,-4 9-15,-33 0 16,-9-3 0,-20 1-16,3 10 15,0 5-15,-4 11 16,-9 6-16,-18 4 16,-2 9-16,7 10 15,-10 8-15,19 10 16,9 3-16,-2 7 15,24 2-15,-15 9 16,-1 5-16,8 5 16,3 3-1,9 10-15,9 0 16,6 5-16,6 7 16,13-3-16,1 7 15,5 6-15,1 7 16,0 13-16,4 0 15,3 6-15,2-1 16,-5 16 0,13 2-16,4-7 15,3 14-15,-1-2 16,-3 6-16,4-4 16,3-6-16,6 0 15,13 4-15,1-8 16,-7 67-1,19-13 1,-1-5-16,17-21 16,9-48-1,5 2-15,6 2 16,4 5-16,1-17 16,0 3-16,1 4 15,-1-4-15,0 1 16,1 5-16,-1-9 15,1 8-15,-2-5 16,4 10 0,-4 4-16,-4 13 15,-9 3-15,-5 0 16,-4 9-16,-1 0 16,0-1-16,0-3 15,-3 10-15,3-14 16,-1 8-16,0-12 15,12-7-15,30 1 16,2-13-16,14 4 16,-3-9-1,-4-4-15,10 9 16,-1-12-16,6 1 16,-8-11-16,-10-14 15,-2-1-15,9 5 16,10-8-16,3 0 15,3-11-15,-20-10 16,17 6-16,8-6 16,-2-2-1,-3-7-15,-3-3 16,19-6-16,7-9 16,26-3-16,-10-13 15,17-2-15,14-15 16,-26-3-16,29-7 15,-27 8-15,6 4 16,16 19-16,-44 6 16,23 6-1,-6 5-15,-15 1 16,18 16-16,-27 4 16,3 3-16,15 3 15,-24-8-15,12-3 16,-16-3-16,9 4 15,0 3-15,-17-6 16,-6 1-16,-10-9 16,18-4-1,3-3-15,-17-3 16,-8-12-16,0-11 16,3-7-16,19-9 15,-2-2-15,-12 3 16,10-10-16,-14 9 15,11-3-15,12-4 16,-15 6-16,-4-12 16,-4-16-16,-6 15 15,-5 4 1,6 10-16,-2 1 16,3-4-16,0 1 15,2-9-15,-1 0 16,-2-2-16,2-2 15,-9 10-15,1 0 16,-4 3-16,-10-7 16,-6 0-1,-3-1-15,-4 5 16,-1 2-16,0-4 16,-4-2-16,1-18 15,0 5-15,4 1 16,6-7-16,3-8 15,0-6-15,1-2 16,-1-3-16,-6-4 16,-2-23-16,5-33 15,-4 12 1,3-28-16,1 1 16,-3 17-16,12-4 15,4 24-15,-2 5 16,-4 21-16,-16 10 15,-9 8-15,-3 8 16,-5 6-16,0 10 16,0-3-16,-2 0 15,-4-17 17,-3-4-32,-1 6 15,0 7-15,4 18 16,0-5-16,-4-6 15,2-1-15,2-1 16,7 8-16,1-1 16,2-2-16,1-5 15,3-1 1,2 3-16,0 5 16,0 4-16,0 5 15,-1-2-15,-2-1 16,-1-3-16,-3-5 15,-3 4-15,-1 0 16,-2-6-16,-2-3 16,-1 2-1,0-1-15,1-2 16,0-1-16,-2 2 16,-1-3-16,2 3 15,-2 3-15,-1-3 16,2 8-16,-1-1 15,-3 3-15,-6 0 16,-7 2-16,-5 7 16,-7 2-16,-6 3 15,-5 2 1,2 3-16,4 4 16,5 9-16,8 4 15,7 5-15,7 1 16,7 5-16,17 2 15,-19-1-15,19 1 16</inkml:trace>
  <inkml:trace contextRef="#ctx0" brushRef="#br0" timeOffset="60950.94">22764 8032 0,'0'0'0,"0"0"16,0 0-16,0 0 16,9 1-16,11 1 15,22 3 1,35-32-16,34-39 16,30-36-16,12-39 15,8-6-15,11-15 16,-6 8-16,-11 10 15,-18 17-15,-17 16 16,-26 24-16,-20 17 16,-23 22-16,-20 18 15</inkml:trace>
  <inkml:trace contextRef="#ctx0" brushRef="#br0" timeOffset="61333.51">22955 8487 0,'0'0'0,"2"-2"0,13-13 16,59-66-16,76-83 16,7-9-1,22-23-15,-9 10 16,-1 3-16,-10 15 15,-2 24-15,-11 18 16,-21 22-16,-19 20 16,-27 19-16,302-233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966F2-D852-4790-88BA-F937A7B6C53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7C2E1-0CBE-46AD-AE44-0D86F64F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6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114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114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7234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0290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3888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994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0434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082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7591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9874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3271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8441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7570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220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6772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510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1524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764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4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3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0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57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57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59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69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3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7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008A2-A931-4382-8B33-C6AE923D4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99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7D886-B426-46D5-8BC3-46F665546B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532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0330-F960-4901-99EA-CC400A81E5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17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96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442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907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413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9E449-369D-4FE9-8AA5-9136DD4E2B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46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77724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086100"/>
            <a:ext cx="77724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ED25419A-59E0-42FA-9A1B-2FCE03464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29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10DF35-9FB3-47F7-A182-11281F3453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02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0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6"/>
          <p:cNvSpPr txBox="1">
            <a:spLocks noGrp="1"/>
          </p:cNvSpPr>
          <p:nvPr>
            <p:ph type="title"/>
          </p:nvPr>
        </p:nvSpPr>
        <p:spPr>
          <a:xfrm>
            <a:off x="151136" y="145096"/>
            <a:ext cx="8841724" cy="41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5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6"/>
          <p:cNvSpPr txBox="1">
            <a:spLocks noGrp="1"/>
          </p:cNvSpPr>
          <p:nvPr>
            <p:ph type="body" idx="1"/>
          </p:nvPr>
        </p:nvSpPr>
        <p:spPr>
          <a:xfrm>
            <a:off x="615146" y="1401165"/>
            <a:ext cx="7913709" cy="256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4708" lvl="0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4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449415" lvl="1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4123" lvl="2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898831" lvl="3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3539" lvl="4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48246" lvl="5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2954" lvl="6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797662" lvl="7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2369" lvl="8" indent="-36235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6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608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6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12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0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644029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8384230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6.png"/><Relationship Id="rId7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slide" Target="slide21.xml"/><Relationship Id="rId4" Type="http://schemas.openxmlformats.org/officeDocument/2006/relationships/image" Target="../media/image7.png"/><Relationship Id="rId9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customXml" Target="../ink/ink3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customXml" Target="../ink/ink6.xml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47.png"/><Relationship Id="rId4" Type="http://schemas.openxmlformats.org/officeDocument/2006/relationships/customXml" Target="../ink/ink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Advanced Deep Learning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ZG513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Ghosal</a:t>
            </a:r>
            <a:endParaRPr dirty="0"/>
          </a:p>
          <a:p>
            <a:pPr marL="274320" indent="-192024" algn="r">
              <a:spcBef>
                <a:spcPts val="357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sugata.ghosal@pilani.bits-pilani.ac.in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1ED1C6-E45B-44A6-97B3-A31FCDCCF89D}"/>
                  </a:ext>
                </a:extLst>
              </p14:cNvPr>
              <p14:cNvContentPartPr/>
              <p14:nvPr/>
            </p14:nvContentPartPr>
            <p14:xfrm>
              <a:off x="2266920" y="13050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1ED1C6-E45B-44A6-97B3-A31FCDCCF8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7560" y="12956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77" name="Google Shape;77;p3"/>
          <p:cNvSpPr txBox="1"/>
          <p:nvPr/>
        </p:nvSpPr>
        <p:spPr>
          <a:xfrm>
            <a:off x="762000" y="1123950"/>
            <a:ext cx="6496691" cy="304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0" rIns="0" bIns="0" anchor="t" anchorCtr="0">
            <a:spAutoFit/>
          </a:bodyPr>
          <a:lstStyle/>
          <a:p>
            <a:pPr marL="363031" marR="8052" indent="-342900">
              <a:spcAft>
                <a:spcPts val="12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upervised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vs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U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nsupervised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L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earning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E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xperience</a:t>
            </a:r>
          </a:p>
          <a:p>
            <a:pPr marL="363031" marR="8052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utoencoders</a:t>
            </a:r>
            <a:endParaRPr sz="2219" kern="0" dirty="0">
              <a:latin typeface="Calibri"/>
              <a:ea typeface="Calibri"/>
              <a:cs typeface="Calibri"/>
              <a:sym typeface="Calibri"/>
            </a:endParaRP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ndercomplete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egularized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onvolutional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enoising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AE</a:t>
            </a:r>
          </a:p>
          <a:p>
            <a:pPr marL="820231" marR="2726711" lvl="1" indent="-342900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parse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AE</a:t>
            </a:r>
          </a:p>
          <a:p>
            <a:pPr marL="363031" indent="-342900">
              <a:spcBef>
                <a:spcPts val="1078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eep</a:t>
            </a:r>
            <a:r>
              <a:rPr lang="en-US" sz="2219" kern="0" dirty="0">
                <a:latin typeface="Calibri"/>
                <a:ea typeface="Calibri"/>
                <a:cs typeface="Calibri"/>
                <a:sym typeface="Calibri"/>
              </a:rPr>
              <a:t>  A</a:t>
            </a:r>
            <a:r>
              <a:rPr lang="en-US" sz="2219" kern="0" cap="small" dirty="0">
                <a:latin typeface="Calibri"/>
                <a:ea typeface="Calibri"/>
                <a:cs typeface="Calibri"/>
                <a:sym typeface="Calibri"/>
              </a:rPr>
              <a:t>utoencoders</a:t>
            </a:r>
            <a:endParaRPr sz="2219" kern="0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76FFAB-4C2E-394C-90E5-18A7396BE534}"/>
                  </a:ext>
                </a:extLst>
              </p14:cNvPr>
              <p14:cNvContentPartPr/>
              <p14:nvPr/>
            </p14:nvContentPartPr>
            <p14:xfrm>
              <a:off x="1718640" y="1412640"/>
              <a:ext cx="7356960" cy="338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76FFAB-4C2E-394C-90E5-18A7396BE5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9280" y="1403280"/>
                <a:ext cx="7375680" cy="340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>
            <a:spLocks noGrp="1"/>
          </p:cNvSpPr>
          <p:nvPr>
            <p:ph type="title"/>
          </p:nvPr>
        </p:nvSpPr>
        <p:spPr>
          <a:xfrm>
            <a:off x="153300" y="145096"/>
            <a:ext cx="2899887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/>
            <a:r>
              <a:rPr lang="en-US"/>
              <a:t>I</a:t>
            </a:r>
            <a:r>
              <a:rPr lang="en-US" cap="small"/>
              <a:t>n</a:t>
            </a:r>
            <a:r>
              <a:rPr lang="en-US"/>
              <a:t>  T</a:t>
            </a:r>
            <a:r>
              <a:rPr lang="en-US" cap="small"/>
              <a:t>his</a:t>
            </a:r>
            <a:r>
              <a:rPr lang="en-US"/>
              <a:t>  S</a:t>
            </a:r>
            <a:r>
              <a:rPr lang="en-US" cap="small"/>
              <a:t>egment</a:t>
            </a:r>
            <a:endParaRPr/>
          </a:p>
        </p:txBody>
      </p:sp>
      <p:pic>
        <p:nvPicPr>
          <p:cNvPr id="61" name="Google Shape;6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985" y="1063768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617201" y="1069583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85" y="1538661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617201" y="1544497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85" y="2013574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617201" y="2019390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85" y="2488486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617201" y="2494302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85" y="2963379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617201" y="2969216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64" y="3438293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617201" y="3444109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64" y="3913206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617201" y="3919022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64" y="4388099"/>
            <a:ext cx="269415" cy="26941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617201" y="4393934"/>
            <a:ext cx="128839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/>
            <a:r>
              <a:rPr lang="en-US" sz="1268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894709" y="833715"/>
            <a:ext cx="7259280" cy="2891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0" rIns="0" bIns="0" anchor="t" anchorCtr="0">
            <a:spAutoFit/>
          </a:bodyPr>
          <a:lstStyle/>
          <a:p>
            <a:pPr marL="20131" marR="8052">
              <a:lnSpc>
                <a:spcPct val="140400"/>
              </a:lnSpc>
            </a:pP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upervised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vs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U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nsupervised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L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r>
              <a:rPr lang="en-US" sz="2219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E</a:t>
            </a:r>
            <a:r>
              <a:rPr lang="en-US" sz="2219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xperience</a:t>
            </a:r>
            <a:r>
              <a:rPr lang="en-US" sz="2219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endParaRPr sz="2219">
              <a:latin typeface="Calibri"/>
              <a:ea typeface="Calibri"/>
              <a:cs typeface="Calibri"/>
              <a:sym typeface="Calibri"/>
            </a:endParaRPr>
          </a:p>
          <a:p>
            <a:pPr marL="20131" marR="2726711">
              <a:lnSpc>
                <a:spcPct val="140400"/>
              </a:lnSpc>
            </a:pP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ndercomplete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egularized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enoising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r>
              <a:rPr lang="en-US" sz="2219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parse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endParaRPr sz="2219">
              <a:latin typeface="Calibri"/>
              <a:ea typeface="Calibri"/>
              <a:cs typeface="Calibri"/>
              <a:sym typeface="Calibri"/>
            </a:endParaRPr>
          </a:p>
          <a:p>
            <a:pPr marL="20131">
              <a:spcBef>
                <a:spcPts val="1078"/>
              </a:spcBef>
            </a:pP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eep</a:t>
            </a:r>
            <a:r>
              <a:rPr lang="en-US" sz="2219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A</a:t>
            </a:r>
            <a:r>
              <a:rPr lang="en-US" sz="2219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utoencoders</a:t>
            </a:r>
            <a:endParaRPr sz="2219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cap="small" dirty="0"/>
              <a:t>upervised</a:t>
            </a:r>
            <a:r>
              <a:rPr lang="en-US" dirty="0"/>
              <a:t>  L</a:t>
            </a:r>
            <a:r>
              <a:rPr lang="en-US" cap="small" dirty="0"/>
              <a:t>earning</a:t>
            </a:r>
            <a:endParaRPr lang="en-IN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552742" y="1272174"/>
            <a:ext cx="3875240" cy="334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56" rIns="0" bIns="0" anchor="t" anchorCtr="0">
            <a:spAutoFit/>
          </a:bodyPr>
          <a:lstStyle/>
          <a:p>
            <a:pPr marL="1278304" marR="8052" indent="-793152">
              <a:lnSpc>
                <a:spcPct val="112700"/>
              </a:lnSpc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ata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m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examples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902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y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data and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y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label.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16105" indent="-819322">
              <a:spcBef>
                <a:spcPts val="531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oal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function to map data to the label.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y 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0131">
              <a:spcBef>
                <a:spcPts val="483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xample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asks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Classification,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633113">
              <a:lnSpc>
                <a:spcPct val="137142"/>
              </a:lnSpc>
              <a:spcBef>
                <a:spcPts val="87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regression, object  detection, semantic  segmentation,image  captioning,etc.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5105515" y="873811"/>
            <a:ext cx="2758465" cy="3650675"/>
            <a:chOff x="3219475" y="551256"/>
            <a:chExt cx="1740217" cy="2303080"/>
          </a:xfrm>
        </p:grpSpPr>
        <p:pic>
          <p:nvPicPr>
            <p:cNvPr id="85" name="Google Shape;85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19475" y="551256"/>
              <a:ext cx="1740217" cy="951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80219" y="1812778"/>
              <a:ext cx="1418748" cy="10415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4"/>
          <p:cNvSpPr txBox="1"/>
          <p:nvPr/>
        </p:nvSpPr>
        <p:spPr>
          <a:xfrm>
            <a:off x="4916020" y="2475319"/>
            <a:ext cx="3138441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 recognition: He: Faster R-CNN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5245688" y="4617672"/>
            <a:ext cx="2479147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OCR: Hui Li, Wang, &amp; Shen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cap="small" dirty="0"/>
              <a:t>upervised</a:t>
            </a:r>
            <a:r>
              <a:rPr lang="en-US" dirty="0"/>
              <a:t>  L</a:t>
            </a:r>
            <a:r>
              <a:rPr lang="en-US" cap="small" dirty="0"/>
              <a:t>earning</a:t>
            </a:r>
            <a:endParaRPr lang="en-IN" dirty="0"/>
          </a:p>
        </p:txBody>
      </p:sp>
      <p:sp>
        <p:nvSpPr>
          <p:cNvPr id="94" name="Google Shape;94;p5"/>
          <p:cNvSpPr txBox="1"/>
          <p:nvPr/>
        </p:nvSpPr>
        <p:spPr>
          <a:xfrm>
            <a:off x="552742" y="1281778"/>
            <a:ext cx="3875240" cy="334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56" rIns="0" bIns="0" anchor="t" anchorCtr="0">
            <a:spAutoFit/>
          </a:bodyPr>
          <a:lstStyle/>
          <a:p>
            <a:pPr marL="1278304" marR="8052" indent="-793152">
              <a:lnSpc>
                <a:spcPct val="112700"/>
              </a:lnSpc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ata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m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examples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902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y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data and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y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label.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16105" indent="-819322">
              <a:spcBef>
                <a:spcPts val="531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oal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function to map data to the label.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y 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0131">
              <a:spcBef>
                <a:spcPts val="483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xample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asks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Classification,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633113">
              <a:lnSpc>
                <a:spcPct val="137142"/>
              </a:lnSpc>
              <a:spcBef>
                <a:spcPts val="87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regression, object  detection, semantic  segmentation,image  captioning,etc.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5" name="Google Shape;95;p5"/>
          <p:cNvGrpSpPr/>
          <p:nvPr/>
        </p:nvGrpSpPr>
        <p:grpSpPr>
          <a:xfrm>
            <a:off x="5476955" y="835341"/>
            <a:ext cx="2015627" cy="3746843"/>
            <a:chOff x="3453803" y="526986"/>
            <a:chExt cx="1271587" cy="2363749"/>
          </a:xfrm>
        </p:grpSpPr>
        <p:pic>
          <p:nvPicPr>
            <p:cNvPr id="96" name="Google Shape;96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53803" y="526986"/>
              <a:ext cx="1271587" cy="923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053" y="1881085"/>
              <a:ext cx="981075" cy="1009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5"/>
          <p:cNvSpPr txBox="1"/>
          <p:nvPr/>
        </p:nvSpPr>
        <p:spPr>
          <a:xfrm>
            <a:off x="5547695" y="2377475"/>
            <a:ext cx="1874207" cy="41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080" rIns="0" bIns="0" anchor="t" anchorCtr="0">
            <a:spAutoFit/>
          </a:bodyPr>
          <a:lstStyle/>
          <a:p>
            <a:pPr marL="89580" marR="8052" indent="-70456">
              <a:lnSpc>
                <a:spcPct val="109000"/>
              </a:lnSpc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Captioning: Andrej Karpathy, Fei-Fei Li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5367120" y="4675367"/>
            <a:ext cx="2235560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Segmentation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cap="small" dirty="0"/>
              <a:t>nsupervised</a:t>
            </a:r>
            <a:r>
              <a:rPr lang="en-US" dirty="0"/>
              <a:t>  L</a:t>
            </a:r>
            <a:r>
              <a:rPr lang="en-US" cap="small" dirty="0"/>
              <a:t>earning</a:t>
            </a:r>
            <a:endParaRPr lang="en-IN" dirty="0"/>
          </a:p>
        </p:txBody>
      </p:sp>
      <p:sp>
        <p:nvSpPr>
          <p:cNvPr id="105" name="Google Shape;105;p6"/>
          <p:cNvSpPr txBox="1"/>
          <p:nvPr/>
        </p:nvSpPr>
        <p:spPr>
          <a:xfrm>
            <a:off x="552742" y="1396686"/>
            <a:ext cx="3875240" cy="2980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07" rIns="0" bIns="0" anchor="t" anchorCtr="0">
            <a:spAutoFit/>
          </a:bodyPr>
          <a:lstStyle/>
          <a:p>
            <a:pPr marL="486158" algn="just"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ata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m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examples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278304" algn="just">
              <a:spcBef>
                <a:spcPts val="246"/>
              </a:spcBef>
              <a:buClr>
                <a:srgbClr val="000000"/>
              </a:buClr>
            </a:pP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data. No Labels !!!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371413" indent="-819322" algn="just">
              <a:lnSpc>
                <a:spcPct val="112700"/>
              </a:lnSpc>
              <a:spcBef>
                <a:spcPts val="238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oal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some underlying hidden structure of the data.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>
              <a:spcBef>
                <a:spcPts val="523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xample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asks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Clustering,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199293">
              <a:lnSpc>
                <a:spcPct val="137142"/>
              </a:lnSpc>
              <a:spcBef>
                <a:spcPts val="87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dimensionality reduction,  feature learning, density  estimation,etc.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6" name="Google Shape;106;p6"/>
          <p:cNvGrpSpPr/>
          <p:nvPr/>
        </p:nvGrpSpPr>
        <p:grpSpPr>
          <a:xfrm>
            <a:off x="4959825" y="990048"/>
            <a:ext cx="3049864" cy="3360065"/>
            <a:chOff x="3127565" y="624585"/>
            <a:chExt cx="1924050" cy="2119745"/>
          </a:xfrm>
        </p:grpSpPr>
        <p:pic>
          <p:nvPicPr>
            <p:cNvPr id="107" name="Google Shape;107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63340" y="624585"/>
              <a:ext cx="1052512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7565" y="1868030"/>
              <a:ext cx="1924050" cy="87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6"/>
          <p:cNvSpPr txBox="1"/>
          <p:nvPr/>
        </p:nvSpPr>
        <p:spPr>
          <a:xfrm>
            <a:off x="5510654" y="2562870"/>
            <a:ext cx="1948692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k-means Clustering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5319106" y="4443297"/>
            <a:ext cx="2332190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Dimensionality Reduction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cap="small" dirty="0"/>
              <a:t>nsupervised</a:t>
            </a:r>
            <a:r>
              <a:rPr lang="en-US" dirty="0"/>
              <a:t>  L</a:t>
            </a:r>
            <a:r>
              <a:rPr lang="en-US" cap="small" dirty="0"/>
              <a:t>earning</a:t>
            </a:r>
            <a:endParaRPr lang="en-IN" dirty="0"/>
          </a:p>
        </p:txBody>
      </p:sp>
      <p:sp>
        <p:nvSpPr>
          <p:cNvPr id="116" name="Google Shape;116;p7"/>
          <p:cNvSpPr txBox="1"/>
          <p:nvPr/>
        </p:nvSpPr>
        <p:spPr>
          <a:xfrm>
            <a:off x="552742" y="1391435"/>
            <a:ext cx="3875240" cy="2980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07" rIns="0" bIns="0" anchor="t" anchorCtr="0">
            <a:spAutoFit/>
          </a:bodyPr>
          <a:lstStyle/>
          <a:p>
            <a:pPr marL="486158" algn="just"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ata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m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examples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278304" algn="just">
              <a:spcBef>
                <a:spcPts val="238"/>
              </a:spcBef>
              <a:buClr>
                <a:srgbClr val="000000"/>
              </a:buClr>
            </a:pP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data. No Labels !!!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371413" indent="-819322" algn="just">
              <a:lnSpc>
                <a:spcPct val="112700"/>
              </a:lnSpc>
              <a:spcBef>
                <a:spcPts val="246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oal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some underlying hidden structure of the data.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>
              <a:spcBef>
                <a:spcPts val="523"/>
              </a:spcBef>
              <a:buClr>
                <a:srgbClr val="000000"/>
              </a:buClr>
            </a:pP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xample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lang="en-US" sz="1902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asks</a:t>
            </a:r>
            <a:r>
              <a:rPr lang="en-US" sz="1902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Clustering,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8304" marR="199293">
              <a:lnSpc>
                <a:spcPct val="137142"/>
              </a:lnSpc>
              <a:spcBef>
                <a:spcPts val="87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dimensionality reduction,  feature learning, density  estimation,etc.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17" name="Google Shape;117;p7"/>
          <p:cNvGrpSpPr/>
          <p:nvPr/>
        </p:nvGrpSpPr>
        <p:grpSpPr>
          <a:xfrm>
            <a:off x="4888120" y="1011184"/>
            <a:ext cx="3193297" cy="3307219"/>
            <a:chOff x="3082328" y="637920"/>
            <a:chExt cx="2014537" cy="2086406"/>
          </a:xfrm>
        </p:grpSpPr>
        <p:pic>
          <p:nvPicPr>
            <p:cNvPr id="118" name="Google Shape;118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82328" y="637920"/>
              <a:ext cx="2014537" cy="490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256153" y="1438452"/>
              <a:ext cx="1666875" cy="1285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7"/>
          <p:cNvSpPr txBox="1"/>
          <p:nvPr/>
        </p:nvSpPr>
        <p:spPr>
          <a:xfrm>
            <a:off x="4928139" y="1881934"/>
            <a:ext cx="3113277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Learning using Autoencoders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5535776" y="4411590"/>
            <a:ext cx="1898364" cy="21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68" kern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igure</a:t>
            </a:r>
            <a:r>
              <a:rPr lang="en-US" sz="1268" kern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11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Density Estimation</a:t>
            </a:r>
            <a:endParaRPr sz="111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5563440" y="3466080"/>
              <a:ext cx="483120" cy="306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3720" y="3456360"/>
                <a:ext cx="500040" cy="32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A</a:t>
            </a:r>
            <a:r>
              <a:rPr lang="en-US" cap="small" dirty="0" err="1"/>
              <a:t>utoencoders</a:t>
            </a:r>
            <a:endParaRPr lang="en-IN" dirty="0"/>
          </a:p>
        </p:txBody>
      </p:sp>
      <p:grpSp>
        <p:nvGrpSpPr>
          <p:cNvPr id="149" name="Google Shape;149;p9"/>
          <p:cNvGrpSpPr/>
          <p:nvPr/>
        </p:nvGrpSpPr>
        <p:grpSpPr>
          <a:xfrm>
            <a:off x="816521" y="1714325"/>
            <a:ext cx="109835" cy="2095367"/>
            <a:chOff x="513702" y="1081506"/>
            <a:chExt cx="69291" cy="1321892"/>
          </a:xfrm>
        </p:grpSpPr>
        <p:pic>
          <p:nvPicPr>
            <p:cNvPr id="150" name="Google Shape;150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0815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029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7078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11269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3341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9"/>
          <p:cNvSpPr txBox="1"/>
          <p:nvPr/>
        </p:nvSpPr>
        <p:spPr>
          <a:xfrm>
            <a:off x="1024051" y="1500410"/>
            <a:ext cx="7182782" cy="238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75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664" b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Unsupervised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582786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Learns a lower-dimensional feature representation called </a:t>
            </a:r>
            <a:r>
              <a:rPr lang="en-US" sz="1664" b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code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from  unlabeled training data.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8052">
              <a:lnSpc>
                <a:spcPct val="114599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code can be used as features also. Autoencoders are efficient </a:t>
            </a:r>
            <a:r>
              <a:rPr lang="en-US" sz="1664" b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feature  detectors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2330137">
              <a:lnSpc>
                <a:spcPct val="138400"/>
              </a:lnSpc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Autoencoders perform </a:t>
            </a:r>
            <a:r>
              <a:rPr lang="en-US" sz="1664" b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dimensionality reduction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Trained to attempt to copy its input to its output.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E6D137-47F9-8BF0-5E6B-E057E8F99733}"/>
                  </a:ext>
                </a:extLst>
              </p14:cNvPr>
              <p14:cNvContentPartPr/>
              <p14:nvPr/>
            </p14:nvContentPartPr>
            <p14:xfrm>
              <a:off x="3594960" y="264960"/>
              <a:ext cx="5431680" cy="4443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E6D137-47F9-8BF0-5E6B-E057E8F997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85600" y="255600"/>
                <a:ext cx="5450400" cy="446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A</a:t>
            </a:r>
            <a:r>
              <a:rPr lang="en-US" cap="small" dirty="0" err="1"/>
              <a:t>utoencoder</a:t>
            </a:r>
            <a:r>
              <a:rPr lang="en-US" dirty="0"/>
              <a:t> A</a:t>
            </a:r>
            <a:r>
              <a:rPr lang="en-US" cap="small" dirty="0"/>
              <a:t>rchitecture</a:t>
            </a:r>
            <a:endParaRPr lang="en-IN" dirty="0"/>
          </a:p>
        </p:txBody>
      </p:sp>
      <p:grpSp>
        <p:nvGrpSpPr>
          <p:cNvPr id="161" name="Google Shape;161;p10"/>
          <p:cNvGrpSpPr/>
          <p:nvPr/>
        </p:nvGrpSpPr>
        <p:grpSpPr>
          <a:xfrm>
            <a:off x="1191506" y="1518753"/>
            <a:ext cx="306858" cy="820446"/>
            <a:chOff x="750267" y="958127"/>
            <a:chExt cx="193586" cy="517590"/>
          </a:xfrm>
        </p:grpSpPr>
        <p:pic>
          <p:nvPicPr>
            <p:cNvPr id="162" name="Google Shape;162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267" y="958127"/>
              <a:ext cx="193586" cy="193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267" y="1282131"/>
              <a:ext cx="193586" cy="193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10"/>
          <p:cNvSpPr txBox="1"/>
          <p:nvPr/>
        </p:nvSpPr>
        <p:spPr>
          <a:xfrm>
            <a:off x="1195166" y="2005175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5" name="Google Shape;16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506" y="2545928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1195166" y="2517678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506" y="3059516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 txBox="1"/>
          <p:nvPr/>
        </p:nvSpPr>
        <p:spPr>
          <a:xfrm>
            <a:off x="1195166" y="3032320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506" y="3573104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/>
          <p:nvPr/>
        </p:nvSpPr>
        <p:spPr>
          <a:xfrm>
            <a:off x="1195166" y="3544842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921566" y="1038562"/>
            <a:ext cx="847520" cy="731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Encoder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>
              <a:spcBef>
                <a:spcPts val="55"/>
              </a:spcBef>
              <a:buClr>
                <a:srgbClr val="000000"/>
              </a:buClr>
            </a:pP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2" name="Google Shape;17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475" y="2032341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 txBox="1"/>
          <p:nvPr/>
        </p:nvSpPr>
        <p:spPr>
          <a:xfrm>
            <a:off x="2478411" y="2037181"/>
            <a:ext cx="292908" cy="23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5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475" y="2545928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2478411" y="2550754"/>
            <a:ext cx="292908" cy="23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5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475" y="3059516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2518673" y="3063257"/>
            <a:ext cx="139911" cy="23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55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endParaRPr sz="1347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2617560" y="3140839"/>
            <a:ext cx="112734" cy="177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030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030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2317582" y="1007078"/>
            <a:ext cx="658287" cy="5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121791" marR="8052" indent="-102665">
              <a:lnSpc>
                <a:spcPct val="113999"/>
              </a:lnSpc>
              <a:buClr>
                <a:srgbClr val="000000"/>
              </a:buClr>
            </a:pP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Hidden  layer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80" name="Google Shape;180;p10"/>
          <p:cNvGrpSpPr/>
          <p:nvPr/>
        </p:nvGrpSpPr>
        <p:grpSpPr>
          <a:xfrm>
            <a:off x="1445463" y="1518754"/>
            <a:ext cx="2620840" cy="2149824"/>
            <a:chOff x="910480" y="958127"/>
            <a:chExt cx="1653394" cy="1356247"/>
          </a:xfrm>
        </p:grpSpPr>
        <p:sp>
          <p:nvSpPr>
            <p:cNvPr id="181" name="Google Shape;181;p10"/>
            <p:cNvSpPr/>
            <p:nvPr/>
          </p:nvSpPr>
          <p:spPr>
            <a:xfrm>
              <a:off x="939041" y="1091712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2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" name="Google Shape;182;p10"/>
            <p:cNvSpPr/>
            <p:nvPr/>
          </p:nvSpPr>
          <p:spPr>
            <a:xfrm>
              <a:off x="1530201" y="1313968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90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924417" y="1116807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" name="Google Shape;184;p10"/>
            <p:cNvSpPr/>
            <p:nvPr/>
          </p:nvSpPr>
          <p:spPr>
            <a:xfrm>
              <a:off x="1544682" y="1607895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910480" y="1131026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0"/>
                  </a:moveTo>
                  <a:lnTo>
                    <a:pt x="672527" y="80703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1560264" y="1915896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27992" y="0"/>
                  </a:moveTo>
                  <a:lnTo>
                    <a:pt x="23472" y="5248"/>
                  </a:lnTo>
                  <a:lnTo>
                    <a:pt x="23618" y="21431"/>
                  </a:lnTo>
                  <a:lnTo>
                    <a:pt x="24930" y="24784"/>
                  </a:lnTo>
                  <a:lnTo>
                    <a:pt x="21868" y="22889"/>
                  </a:lnTo>
                  <a:lnTo>
                    <a:pt x="5977" y="19827"/>
                  </a:lnTo>
                  <a:lnTo>
                    <a:pt x="0" y="2332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946131" y="1378925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1527709" y="1360705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939041" y="1415716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2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0" name="Google Shape;190;p10"/>
            <p:cNvSpPr/>
            <p:nvPr/>
          </p:nvSpPr>
          <p:spPr>
            <a:xfrm>
              <a:off x="1530201" y="1637972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1" name="Google Shape;191;p10"/>
            <p:cNvSpPr/>
            <p:nvPr/>
          </p:nvSpPr>
          <p:spPr>
            <a:xfrm>
              <a:off x="924417" y="1440810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1544682" y="1931900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939041" y="142189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1530201" y="1410049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90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946131" y="1702929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6" name="Google Shape;196;p10"/>
            <p:cNvSpPr/>
            <p:nvPr/>
          </p:nvSpPr>
          <p:spPr>
            <a:xfrm>
              <a:off x="1527709" y="1684709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939041" y="173972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2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8" name="Google Shape;198;p10"/>
            <p:cNvSpPr/>
            <p:nvPr/>
          </p:nvSpPr>
          <p:spPr>
            <a:xfrm>
              <a:off x="1530201" y="1961977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9" name="Google Shape;199;p10"/>
            <p:cNvSpPr/>
            <p:nvPr/>
          </p:nvSpPr>
          <p:spPr>
            <a:xfrm>
              <a:off x="924417" y="1451196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0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0" name="Google Shape;200;p10"/>
            <p:cNvSpPr/>
            <p:nvPr/>
          </p:nvSpPr>
          <p:spPr>
            <a:xfrm>
              <a:off x="1544682" y="1445506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939041" y="1745894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1530201" y="1734053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946131" y="2026933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1527709" y="2008713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910480" y="1467801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807030"/>
                  </a:moveTo>
                  <a:lnTo>
                    <a:pt x="67252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1560264" y="1465177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0" y="1457"/>
                  </a:moveTo>
                  <a:lnTo>
                    <a:pt x="5977" y="4956"/>
                  </a:lnTo>
                  <a:lnTo>
                    <a:pt x="21868" y="1895"/>
                  </a:lnTo>
                  <a:lnTo>
                    <a:pt x="24930" y="0"/>
                  </a:lnTo>
                  <a:lnTo>
                    <a:pt x="23618" y="3352"/>
                  </a:lnTo>
                  <a:lnTo>
                    <a:pt x="23472" y="19535"/>
                  </a:lnTo>
                  <a:lnTo>
                    <a:pt x="27992" y="2478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924417" y="1775200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1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1544682" y="1769510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939041" y="2069899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1530201" y="2058058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211" name="Google Shape;211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70288" y="958127"/>
              <a:ext cx="193586" cy="193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10"/>
          <p:cNvSpPr txBox="1"/>
          <p:nvPr/>
        </p:nvSpPr>
        <p:spPr>
          <a:xfrm>
            <a:off x="3763067" y="1496990"/>
            <a:ext cx="360670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3" name="Google Shape;21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9445" y="2032341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/>
        </p:nvSpPr>
        <p:spPr>
          <a:xfrm>
            <a:off x="3763067" y="2010581"/>
            <a:ext cx="352675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9445" y="2545928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3763067" y="2523086"/>
            <a:ext cx="352675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7" name="Google Shape;21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9445" y="3059516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 txBox="1"/>
          <p:nvPr/>
        </p:nvSpPr>
        <p:spPr>
          <a:xfrm>
            <a:off x="3853818" y="3058710"/>
            <a:ext cx="15199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endParaRPr sz="2497" kern="0" baseline="30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3970002" y="3154989"/>
            <a:ext cx="112734" cy="177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030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030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0" name="Google Shape;220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9445" y="3573104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/>
          <p:nvPr/>
        </p:nvSpPr>
        <p:spPr>
          <a:xfrm>
            <a:off x="3763067" y="3550250"/>
            <a:ext cx="360670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3524366" y="1038562"/>
            <a:ext cx="777061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Decoder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3" name="Google Shape;223;p10"/>
          <p:cNvGrpSpPr/>
          <p:nvPr/>
        </p:nvGrpSpPr>
        <p:grpSpPr>
          <a:xfrm>
            <a:off x="2729435" y="1411955"/>
            <a:ext cx="2351259" cy="2326009"/>
            <a:chOff x="1720491" y="890752"/>
            <a:chExt cx="1483325" cy="1467396"/>
          </a:xfrm>
        </p:grpSpPr>
        <p:sp>
          <p:nvSpPr>
            <p:cNvPr id="224" name="Google Shape;224;p10"/>
            <p:cNvSpPr/>
            <p:nvPr/>
          </p:nvSpPr>
          <p:spPr>
            <a:xfrm>
              <a:off x="1749051" y="1097886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2340211" y="1086045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90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1756141" y="1378925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2337720" y="1360705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1749051" y="1415716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3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2340211" y="1637972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1734427" y="1440810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2354692" y="1931900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1720491" y="1455029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0"/>
                  </a:moveTo>
                  <a:lnTo>
                    <a:pt x="672527" y="8070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2370274" y="2239900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27992" y="0"/>
                  </a:moveTo>
                  <a:lnTo>
                    <a:pt x="23472" y="5248"/>
                  </a:lnTo>
                  <a:lnTo>
                    <a:pt x="23618" y="21431"/>
                  </a:lnTo>
                  <a:lnTo>
                    <a:pt x="24930" y="24784"/>
                  </a:lnTo>
                  <a:lnTo>
                    <a:pt x="21868" y="22889"/>
                  </a:lnTo>
                  <a:lnTo>
                    <a:pt x="5977" y="19827"/>
                  </a:lnTo>
                  <a:lnTo>
                    <a:pt x="0" y="2332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1734427" y="1127192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0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2354692" y="1121501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1749051" y="142189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2340211" y="1410049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90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1756141" y="1702929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2337720" y="1684709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1749051" y="173972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3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2340211" y="1961977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1734427" y="1764815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2354692" y="2255904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720491" y="1143797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807030"/>
                  </a:moveTo>
                  <a:lnTo>
                    <a:pt x="67252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2370274" y="1141173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0" y="1457"/>
                  </a:moveTo>
                  <a:lnTo>
                    <a:pt x="5977" y="4956"/>
                  </a:lnTo>
                  <a:lnTo>
                    <a:pt x="21868" y="1895"/>
                  </a:lnTo>
                  <a:lnTo>
                    <a:pt x="24930" y="0"/>
                  </a:lnTo>
                  <a:lnTo>
                    <a:pt x="23618" y="3352"/>
                  </a:lnTo>
                  <a:lnTo>
                    <a:pt x="23472" y="19535"/>
                  </a:lnTo>
                  <a:lnTo>
                    <a:pt x="27992" y="2478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1734427" y="1451196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0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2354692" y="1445506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1749051" y="1745894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2340211" y="1734053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1756141" y="2026933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2337720" y="2008713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1749051" y="2063724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3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>
              <a:off x="2340211" y="2285981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254" name="Google Shape;254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34525" y="89075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34525" y="14790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34525" y="188398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34525" y="22888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10"/>
          <p:cNvSpPr txBox="1"/>
          <p:nvPr/>
        </p:nvSpPr>
        <p:spPr>
          <a:xfrm>
            <a:off x="1610954" y="4088450"/>
            <a:ext cx="2148469" cy="72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31" rIns="0" bIns="0" anchor="t" anchorCtr="0">
            <a:spAutoFit/>
          </a:bodyPr>
          <a:lstStyle/>
          <a:p>
            <a:pPr marL="60392" marR="48314" indent="38248">
              <a:lnSpc>
                <a:spcPct val="121100"/>
              </a:lnSpc>
              <a:buClr>
                <a:srgbClr val="000000"/>
              </a:buClr>
            </a:pP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e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i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b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i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g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d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5138127" y="1258172"/>
            <a:ext cx="3484696" cy="316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60392" marR="48314">
              <a:lnSpc>
                <a:spcPct val="114700"/>
              </a:lnSpc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autoencoder is a special type of  feed forward neural network which  does the following.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392" marR="178157">
              <a:lnSpc>
                <a:spcPct val="114700"/>
              </a:lnSpc>
              <a:spcBef>
                <a:spcPts val="468"/>
              </a:spcBef>
              <a:buClr>
                <a:srgbClr val="000000"/>
              </a:buClr>
            </a:pPr>
            <a:r>
              <a:rPr lang="en-US" sz="1664" b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Encodes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its input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>
                <a:solidFill>
                  <a:srgbClr val="000000"/>
                </a:solidFill>
                <a:ea typeface="Arial"/>
                <a:cs typeface="Arial"/>
                <a:sym typeface="Arial"/>
              </a:rPr>
              <a:t>i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a hidden  representation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392" marR="136889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b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Decodes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input again from this  hidden representation.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392" marR="118772">
              <a:lnSpc>
                <a:spcPct val="108700"/>
              </a:lnSpc>
              <a:spcBef>
                <a:spcPts val="594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model is trained to minimize a  certain loss function which will  ensure that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664" i="1" kern="0" baseline="-25000">
                <a:solidFill>
                  <a:srgbClr val="000000"/>
                </a:solidFill>
                <a:ea typeface="Arial"/>
                <a:cs typeface="Arial"/>
                <a:sym typeface="Arial"/>
              </a:rPr>
              <a:t>i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close to </a:t>
            </a: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>
                <a:solidFill>
                  <a:srgbClr val="000000"/>
                </a:solidFill>
                <a:ea typeface="Arial"/>
                <a:cs typeface="Arial"/>
                <a:sym typeface="Arial"/>
              </a:rPr>
              <a:t>i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DB294B-68B1-98AF-2578-5B0B76D69B32}"/>
                  </a:ext>
                </a:extLst>
              </p14:cNvPr>
              <p14:cNvContentPartPr/>
              <p14:nvPr/>
            </p14:nvContentPartPr>
            <p14:xfrm>
              <a:off x="1143720" y="1593360"/>
              <a:ext cx="6149520" cy="339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DB294B-68B1-98AF-2578-5B0B76D69B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4360" y="1584000"/>
                <a:ext cx="6168240" cy="341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A</a:t>
            </a:r>
            <a:r>
              <a:rPr lang="en-US" cap="small" dirty="0" err="1"/>
              <a:t>utoencoder</a:t>
            </a:r>
            <a:r>
              <a:rPr lang="en-US" dirty="0"/>
              <a:t> A</a:t>
            </a:r>
            <a:r>
              <a:rPr lang="en-US" cap="small" dirty="0"/>
              <a:t>rchitecture</a:t>
            </a:r>
            <a:endParaRPr lang="en-IN" dirty="0"/>
          </a:p>
        </p:txBody>
      </p:sp>
      <p:grpSp>
        <p:nvGrpSpPr>
          <p:cNvPr id="265" name="Google Shape;265;p11"/>
          <p:cNvGrpSpPr/>
          <p:nvPr/>
        </p:nvGrpSpPr>
        <p:grpSpPr>
          <a:xfrm>
            <a:off x="1191506" y="1521955"/>
            <a:ext cx="306858" cy="820446"/>
            <a:chOff x="750267" y="960147"/>
            <a:chExt cx="193586" cy="517590"/>
          </a:xfrm>
        </p:grpSpPr>
        <p:pic>
          <p:nvPicPr>
            <p:cNvPr id="266" name="Google Shape;266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267" y="960147"/>
              <a:ext cx="193586" cy="193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267" y="1284151"/>
              <a:ext cx="193586" cy="193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11"/>
          <p:cNvSpPr txBox="1"/>
          <p:nvPr/>
        </p:nvSpPr>
        <p:spPr>
          <a:xfrm>
            <a:off x="1195166" y="2008375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9" name="Google Shape;26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506" y="2549130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 txBox="1"/>
          <p:nvPr/>
        </p:nvSpPr>
        <p:spPr>
          <a:xfrm>
            <a:off x="1195166" y="2520878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1" name="Google Shape;27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506" y="3062718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1"/>
          <p:cNvSpPr txBox="1"/>
          <p:nvPr/>
        </p:nvSpPr>
        <p:spPr>
          <a:xfrm>
            <a:off x="1195166" y="3035539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3" name="Google Shape;27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506" y="3576306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 txBox="1"/>
          <p:nvPr/>
        </p:nvSpPr>
        <p:spPr>
          <a:xfrm>
            <a:off x="1195166" y="3548042"/>
            <a:ext cx="290895" cy="25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4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1067779" y="863852"/>
            <a:ext cx="554612" cy="894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60392" marR="48314" algn="ctr">
              <a:lnSpc>
                <a:spcPct val="113999"/>
              </a:lnSpc>
              <a:buClr>
                <a:srgbClr val="000000"/>
              </a:buClr>
            </a:pP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 layer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>
              <a:spcBef>
                <a:spcPts val="880"/>
              </a:spcBef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6" name="Google Shape;27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475" y="2035543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 txBox="1"/>
          <p:nvPr/>
        </p:nvSpPr>
        <p:spPr>
          <a:xfrm>
            <a:off x="2478411" y="2040381"/>
            <a:ext cx="292908" cy="23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5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8" name="Google Shape;27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475" y="2549130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 txBox="1"/>
          <p:nvPr/>
        </p:nvSpPr>
        <p:spPr>
          <a:xfrm>
            <a:off x="2478411" y="2553954"/>
            <a:ext cx="292908" cy="23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5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0" name="Google Shape;28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475" y="3062718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 txBox="1"/>
          <p:nvPr/>
        </p:nvSpPr>
        <p:spPr>
          <a:xfrm>
            <a:off x="2478411" y="3066477"/>
            <a:ext cx="292908" cy="23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5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2299969" y="863852"/>
            <a:ext cx="658287" cy="5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121791" marR="8052" indent="-102665">
              <a:lnSpc>
                <a:spcPct val="113999"/>
              </a:lnSpc>
              <a:buClr>
                <a:srgbClr val="000000"/>
              </a:buClr>
            </a:pP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Hidden  layer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83" name="Google Shape;283;p11"/>
          <p:cNvGrpSpPr/>
          <p:nvPr/>
        </p:nvGrpSpPr>
        <p:grpSpPr>
          <a:xfrm>
            <a:off x="1445463" y="1521955"/>
            <a:ext cx="2620840" cy="2149822"/>
            <a:chOff x="910480" y="960147"/>
            <a:chExt cx="1653394" cy="1356246"/>
          </a:xfrm>
        </p:grpSpPr>
        <p:sp>
          <p:nvSpPr>
            <p:cNvPr id="284" name="Google Shape;284;p11"/>
            <p:cNvSpPr/>
            <p:nvPr/>
          </p:nvSpPr>
          <p:spPr>
            <a:xfrm>
              <a:off x="939041" y="1093732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2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1530201" y="1315988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90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924417" y="1118826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1544682" y="1609915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910480" y="1133045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0"/>
                  </a:moveTo>
                  <a:lnTo>
                    <a:pt x="672527" y="80703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1560264" y="1917915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27992" y="0"/>
                  </a:moveTo>
                  <a:lnTo>
                    <a:pt x="23472" y="5248"/>
                  </a:lnTo>
                  <a:lnTo>
                    <a:pt x="23618" y="21431"/>
                  </a:lnTo>
                  <a:lnTo>
                    <a:pt x="24930" y="24784"/>
                  </a:lnTo>
                  <a:lnTo>
                    <a:pt x="21868" y="22889"/>
                  </a:lnTo>
                  <a:lnTo>
                    <a:pt x="5977" y="19827"/>
                  </a:lnTo>
                  <a:lnTo>
                    <a:pt x="0" y="2332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946131" y="1380944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1527709" y="1362724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939041" y="1417736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2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1530201" y="1639992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924417" y="1442830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1544682" y="1933919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939041" y="142391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1530201" y="1412069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90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946131" y="1704948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1527709" y="1686728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939041" y="174174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2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1530201" y="1963996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924417" y="1453215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0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1544682" y="1447525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939041" y="1747914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1530201" y="1736073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946131" y="2028952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1527709" y="2010732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910480" y="1469820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807030"/>
                  </a:moveTo>
                  <a:lnTo>
                    <a:pt x="67252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1560264" y="1467196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0" y="1457"/>
                  </a:moveTo>
                  <a:lnTo>
                    <a:pt x="5977" y="4956"/>
                  </a:lnTo>
                  <a:lnTo>
                    <a:pt x="21868" y="1895"/>
                  </a:lnTo>
                  <a:lnTo>
                    <a:pt x="24930" y="0"/>
                  </a:lnTo>
                  <a:lnTo>
                    <a:pt x="23618" y="3352"/>
                  </a:lnTo>
                  <a:lnTo>
                    <a:pt x="23472" y="19535"/>
                  </a:lnTo>
                  <a:lnTo>
                    <a:pt x="27992" y="2478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924417" y="1777219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1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1544682" y="1771529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5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939041" y="2071918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2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1530201" y="2060077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89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314" name="Google Shape;314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70288" y="960147"/>
              <a:ext cx="193586" cy="193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70288" y="1284151"/>
              <a:ext cx="193586" cy="193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6" name="Google Shape;316;p11"/>
          <p:cNvSpPr txBox="1"/>
          <p:nvPr/>
        </p:nvSpPr>
        <p:spPr>
          <a:xfrm>
            <a:off x="3763066" y="2013783"/>
            <a:ext cx="367897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7" name="Google Shape;31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9445" y="2549130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 txBox="1"/>
          <p:nvPr/>
        </p:nvSpPr>
        <p:spPr>
          <a:xfrm>
            <a:off x="3812063" y="2524680"/>
            <a:ext cx="330738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endParaRPr sz="2497" kern="0" baseline="30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3941163" y="2665465"/>
            <a:ext cx="112734" cy="177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030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030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0" name="Google Shape;320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9445" y="3062718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 txBox="1"/>
          <p:nvPr/>
        </p:nvSpPr>
        <p:spPr>
          <a:xfrm>
            <a:off x="3763067" y="3040947"/>
            <a:ext cx="367895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2" name="Google Shape;32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9445" y="3576306"/>
            <a:ext cx="306858" cy="30685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1"/>
          <p:cNvSpPr txBox="1"/>
          <p:nvPr/>
        </p:nvSpPr>
        <p:spPr>
          <a:xfrm>
            <a:off x="3763067" y="3553468"/>
            <a:ext cx="367895" cy="28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506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545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559838" y="865265"/>
            <a:ext cx="706602" cy="91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59386" marR="48314" algn="ctr">
              <a:lnSpc>
                <a:spcPct val="113999"/>
              </a:lnSpc>
              <a:buClr>
                <a:srgbClr val="000000"/>
              </a:buClr>
            </a:pPr>
            <a:r>
              <a:rPr lang="en-US" sz="1506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 layer</a:t>
            </a:r>
            <a:endParaRPr sz="1506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>
              <a:spcBef>
                <a:spcPts val="927"/>
              </a:spcBef>
              <a:buClr>
                <a:srgbClr val="000000"/>
              </a:buClr>
            </a:pPr>
            <a:r>
              <a:rPr lang="en-US" sz="1506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497" kern="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45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45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25" name="Google Shape;325;p11"/>
          <p:cNvGrpSpPr/>
          <p:nvPr/>
        </p:nvGrpSpPr>
        <p:grpSpPr>
          <a:xfrm>
            <a:off x="2729435" y="912040"/>
            <a:ext cx="2351259" cy="3318774"/>
            <a:chOff x="1720491" y="575373"/>
            <a:chExt cx="1483325" cy="2093696"/>
          </a:xfrm>
        </p:grpSpPr>
        <p:sp>
          <p:nvSpPr>
            <p:cNvPr id="326" name="Google Shape;326;p11"/>
            <p:cNvSpPr/>
            <p:nvPr/>
          </p:nvSpPr>
          <p:spPr>
            <a:xfrm>
              <a:off x="1749051" y="1099906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340211" y="1088065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90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1756141" y="1380944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2337720" y="1362724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1749051" y="1417736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3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2340211" y="1639992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1734427" y="1442830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2354692" y="1933919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1720491" y="1457049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0"/>
                  </a:moveTo>
                  <a:lnTo>
                    <a:pt x="672527" y="8070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2370274" y="2241919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27992" y="0"/>
                  </a:moveTo>
                  <a:lnTo>
                    <a:pt x="23472" y="5248"/>
                  </a:lnTo>
                  <a:lnTo>
                    <a:pt x="23618" y="21431"/>
                  </a:lnTo>
                  <a:lnTo>
                    <a:pt x="24930" y="24784"/>
                  </a:lnTo>
                  <a:lnTo>
                    <a:pt x="21868" y="22889"/>
                  </a:lnTo>
                  <a:lnTo>
                    <a:pt x="5977" y="19827"/>
                  </a:lnTo>
                  <a:lnTo>
                    <a:pt x="0" y="2332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1734427" y="1129211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0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2354692" y="1123521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1749051" y="142391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340211" y="1412069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90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1756141" y="1704948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2337720" y="1686729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1749051" y="1741740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3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2340211" y="1963996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1734427" y="1766834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0"/>
                  </a:moveTo>
                  <a:lnTo>
                    <a:pt x="642315" y="51385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2354692" y="2257923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22762" y="0"/>
                  </a:moveTo>
                  <a:lnTo>
                    <a:pt x="19383" y="6046"/>
                  </a:lnTo>
                  <a:lnTo>
                    <a:pt x="22761" y="21872"/>
                  </a:lnTo>
                  <a:lnTo>
                    <a:pt x="24717" y="24895"/>
                  </a:lnTo>
                  <a:lnTo>
                    <a:pt x="21339" y="23650"/>
                  </a:lnTo>
                  <a:lnTo>
                    <a:pt x="5157" y="23828"/>
                  </a:lnTo>
                  <a:lnTo>
                    <a:pt x="0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1720491" y="1145816"/>
              <a:ext cx="673100" cy="807085"/>
            </a:xfrm>
            <a:custGeom>
              <a:avLst/>
              <a:gdLst/>
              <a:ahLst/>
              <a:cxnLst/>
              <a:rect l="l" t="t" r="r" b="b"/>
              <a:pathLst>
                <a:path w="673100" h="807085" extrusionOk="0">
                  <a:moveTo>
                    <a:pt x="0" y="807030"/>
                  </a:moveTo>
                  <a:lnTo>
                    <a:pt x="672527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2370274" y="1143192"/>
              <a:ext cx="28575" cy="25400"/>
            </a:xfrm>
            <a:custGeom>
              <a:avLst/>
              <a:gdLst/>
              <a:ahLst/>
              <a:cxnLst/>
              <a:rect l="l" t="t" r="r" b="b"/>
              <a:pathLst>
                <a:path w="28575" h="25400" extrusionOk="0">
                  <a:moveTo>
                    <a:pt x="0" y="1457"/>
                  </a:moveTo>
                  <a:lnTo>
                    <a:pt x="5977" y="4956"/>
                  </a:lnTo>
                  <a:lnTo>
                    <a:pt x="21868" y="1895"/>
                  </a:lnTo>
                  <a:lnTo>
                    <a:pt x="24930" y="0"/>
                  </a:lnTo>
                  <a:lnTo>
                    <a:pt x="23618" y="3352"/>
                  </a:lnTo>
                  <a:lnTo>
                    <a:pt x="23472" y="19535"/>
                  </a:lnTo>
                  <a:lnTo>
                    <a:pt x="27992" y="2478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1734427" y="1453215"/>
              <a:ext cx="642620" cy="514350"/>
            </a:xfrm>
            <a:custGeom>
              <a:avLst/>
              <a:gdLst/>
              <a:ahLst/>
              <a:cxnLst/>
              <a:rect l="l" t="t" r="r" b="b"/>
              <a:pathLst>
                <a:path w="642619" h="514350" extrusionOk="0">
                  <a:moveTo>
                    <a:pt x="0" y="513850"/>
                  </a:moveTo>
                  <a:lnTo>
                    <a:pt x="642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2354692" y="1447525"/>
              <a:ext cx="24765" cy="28575"/>
            </a:xfrm>
            <a:custGeom>
              <a:avLst/>
              <a:gdLst/>
              <a:ahLst/>
              <a:cxnLst/>
              <a:rect l="l" t="t" r="r" b="b"/>
              <a:pathLst>
                <a:path w="24764" h="28575" extrusionOk="0">
                  <a:moveTo>
                    <a:pt x="0" y="0"/>
                  </a:moveTo>
                  <a:lnTo>
                    <a:pt x="5157" y="4623"/>
                  </a:lnTo>
                  <a:lnTo>
                    <a:pt x="21339" y="4801"/>
                  </a:lnTo>
                  <a:lnTo>
                    <a:pt x="24717" y="3556"/>
                  </a:lnTo>
                  <a:lnTo>
                    <a:pt x="22761" y="6579"/>
                  </a:lnTo>
                  <a:lnTo>
                    <a:pt x="19383" y="22406"/>
                  </a:lnTo>
                  <a:lnTo>
                    <a:pt x="22762" y="28452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1749051" y="1747914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244246"/>
                  </a:moveTo>
                  <a:lnTo>
                    <a:pt x="61061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2340211" y="1736073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0" y="0"/>
                  </a:moveTo>
                  <a:lnTo>
                    <a:pt x="3594" y="5920"/>
                  </a:lnTo>
                  <a:lnTo>
                    <a:pt x="19030" y="10784"/>
                  </a:lnTo>
                  <a:lnTo>
                    <a:pt x="22624" y="10572"/>
                  </a:lnTo>
                  <a:lnTo>
                    <a:pt x="19875" y="12898"/>
                  </a:lnTo>
                  <a:lnTo>
                    <a:pt x="12052" y="27065"/>
                  </a:lnTo>
                  <a:lnTo>
                    <a:pt x="13532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1756141" y="2028952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 h="120000" extrusionOk="0">
                  <a:moveTo>
                    <a:pt x="0" y="0"/>
                  </a:moveTo>
                  <a:lnTo>
                    <a:pt x="595243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2337720" y="2010732"/>
              <a:ext cx="17145" cy="36830"/>
            </a:xfrm>
            <a:custGeom>
              <a:avLst/>
              <a:gdLst/>
              <a:ahLst/>
              <a:cxnLst/>
              <a:rect l="l" t="t" r="r" b="b"/>
              <a:pathLst>
                <a:path w="17144" h="36830" extrusionOk="0">
                  <a:moveTo>
                    <a:pt x="0" y="0"/>
                  </a:moveTo>
                  <a:lnTo>
                    <a:pt x="1138" y="6832"/>
                  </a:lnTo>
                  <a:lnTo>
                    <a:pt x="13664" y="17080"/>
                  </a:lnTo>
                  <a:lnTo>
                    <a:pt x="17080" y="18219"/>
                  </a:lnTo>
                  <a:lnTo>
                    <a:pt x="13664" y="19358"/>
                  </a:lnTo>
                  <a:lnTo>
                    <a:pt x="1138" y="29606"/>
                  </a:lnTo>
                  <a:lnTo>
                    <a:pt x="0" y="3643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1749051" y="2065744"/>
              <a:ext cx="610870" cy="244475"/>
            </a:xfrm>
            <a:custGeom>
              <a:avLst/>
              <a:gdLst/>
              <a:ahLst/>
              <a:cxnLst/>
              <a:rect l="l" t="t" r="r" b="b"/>
              <a:pathLst>
                <a:path w="610869" h="244475" extrusionOk="0">
                  <a:moveTo>
                    <a:pt x="0" y="0"/>
                  </a:moveTo>
                  <a:lnTo>
                    <a:pt x="610613" y="244246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2340211" y="2288000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60" h="34289" extrusionOk="0">
                  <a:moveTo>
                    <a:pt x="13532" y="0"/>
                  </a:moveTo>
                  <a:lnTo>
                    <a:pt x="12052" y="6766"/>
                  </a:lnTo>
                  <a:lnTo>
                    <a:pt x="19875" y="20933"/>
                  </a:lnTo>
                  <a:lnTo>
                    <a:pt x="22624" y="23258"/>
                  </a:lnTo>
                  <a:lnTo>
                    <a:pt x="19030" y="23047"/>
                  </a:lnTo>
                  <a:lnTo>
                    <a:pt x="3594" y="27911"/>
                  </a:lnTo>
                  <a:lnTo>
                    <a:pt x="0" y="33831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356" name="Google Shape;356;p1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34525" y="5753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1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34525" y="79678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34525" y="12016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1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34525" y="179001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34525" y="21948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34525" y="25997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2" name="Google Shape;362;p11"/>
          <p:cNvSpPr txBox="1"/>
          <p:nvPr/>
        </p:nvSpPr>
        <p:spPr>
          <a:xfrm>
            <a:off x="1610955" y="4091628"/>
            <a:ext cx="1948884" cy="72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31" rIns="0" bIns="0" anchor="t" anchorCtr="0">
            <a:spAutoFit/>
          </a:bodyPr>
          <a:lstStyle/>
          <a:p>
            <a:pPr marL="60392" marR="48314" indent="38248">
              <a:lnSpc>
                <a:spcPct val="121100"/>
              </a:lnSpc>
              <a:buClr>
                <a:srgbClr val="000000"/>
              </a:buClr>
            </a:pP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e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i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b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i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g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664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d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11"/>
          <p:cNvSpPr txBox="1"/>
          <p:nvPr/>
        </p:nvSpPr>
        <p:spPr>
          <a:xfrm>
            <a:off x="5178389" y="698104"/>
            <a:ext cx="3375988" cy="422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75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Feedforward deep neural network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160040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Contains input layer, hidden layer  and output layers.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214393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number of output neurons is  exactly same as the number of  input neurons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175136">
              <a:lnSpc>
                <a:spcPct val="114700"/>
              </a:lnSpc>
              <a:spcBef>
                <a:spcPts val="468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hidden layer describes the  code used to represent the input.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8052">
              <a:lnSpc>
                <a:spcPct val="114599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techniques and optimizations of  DNN are applicable.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31" marR="312027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 the autoencoder such that  features can be used to  reconstruct original data.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U</a:t>
            </a:r>
            <a:r>
              <a:rPr lang="en-US" cap="small" dirty="0" err="1"/>
              <a:t>ndercomplete</a:t>
            </a:r>
            <a:r>
              <a:rPr lang="en-US" dirty="0"/>
              <a:t>  </a:t>
            </a:r>
            <a:r>
              <a:rPr lang="en-US" dirty="0" err="1"/>
              <a:t>A</a:t>
            </a:r>
            <a:r>
              <a:rPr lang="en-US" cap="small" dirty="0" err="1"/>
              <a:t>utoencoders</a:t>
            </a:r>
            <a:endParaRPr lang="en-IN" dirty="0"/>
          </a:p>
        </p:txBody>
      </p:sp>
      <p:grpSp>
        <p:nvGrpSpPr>
          <p:cNvPr id="391" name="Google Shape;391;p13"/>
          <p:cNvGrpSpPr/>
          <p:nvPr/>
        </p:nvGrpSpPr>
        <p:grpSpPr>
          <a:xfrm>
            <a:off x="758782" y="1067859"/>
            <a:ext cx="2833119" cy="2596890"/>
            <a:chOff x="513702" y="587908"/>
            <a:chExt cx="1787313" cy="1638285"/>
          </a:xfrm>
        </p:grpSpPr>
        <p:pic>
          <p:nvPicPr>
            <p:cNvPr id="392" name="Google Shape;392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879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16831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704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28939" y="2054117"/>
              <a:ext cx="172076" cy="172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6" name="Google Shape;396;p13"/>
          <p:cNvSpPr txBox="1"/>
          <p:nvPr/>
        </p:nvSpPr>
        <p:spPr>
          <a:xfrm>
            <a:off x="952138" y="962273"/>
            <a:ext cx="7319674" cy="1535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40262"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hidden layer which has lesser units than input layer.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77805" algn="ctr">
              <a:spcBef>
                <a:spcPts val="1387"/>
              </a:spcBef>
              <a:buClr>
                <a:srgbClr val="000000"/>
              </a:buClr>
            </a:pP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dim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2" i="1" kern="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dim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2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0262">
              <a:spcBef>
                <a:spcPts val="1576"/>
              </a:spcBef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and output layers have equal number of neurons.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262">
              <a:spcBef>
                <a:spcPts val="523"/>
              </a:spcBef>
              <a:buClr>
                <a:srgbClr val="000000"/>
              </a:buClr>
            </a:pP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loss-free encoding of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i 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It captures all important characteristics of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664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i </a:t>
            </a: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3343037" y="3374209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308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8" name="Google Shape;39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7896" y="3730511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3"/>
          <p:cNvSpPr txBox="1"/>
          <p:nvPr/>
        </p:nvSpPr>
        <p:spPr>
          <a:xfrm>
            <a:off x="3334439" y="3704119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0" name="Google Shape;400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7896" y="4187033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3"/>
          <p:cNvSpPr txBox="1"/>
          <p:nvPr/>
        </p:nvSpPr>
        <p:spPr>
          <a:xfrm>
            <a:off x="3334439" y="4159678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2" name="Google Shape;402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7896" y="4643556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3"/>
          <p:cNvSpPr txBox="1"/>
          <p:nvPr/>
        </p:nvSpPr>
        <p:spPr>
          <a:xfrm>
            <a:off x="3334439" y="4617154"/>
            <a:ext cx="271770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3131501" y="2616653"/>
            <a:ext cx="686471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34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Encoder</a:t>
            </a:r>
            <a:endParaRPr sz="134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5" name="Google Shape;405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9202" y="3502250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3"/>
          <p:cNvSpPr txBox="1"/>
          <p:nvPr/>
        </p:nvSpPr>
        <p:spPr>
          <a:xfrm>
            <a:off x="4475084" y="3504314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7" name="Google Shape;407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9202" y="3958771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3"/>
          <p:cNvSpPr txBox="1"/>
          <p:nvPr/>
        </p:nvSpPr>
        <p:spPr>
          <a:xfrm>
            <a:off x="4475084" y="3960823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9" name="Google Shape;409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9202" y="4415294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3"/>
          <p:cNvSpPr txBox="1"/>
          <p:nvPr/>
        </p:nvSpPr>
        <p:spPr>
          <a:xfrm>
            <a:off x="4475084" y="4416382"/>
            <a:ext cx="273783" cy="21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45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189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308" kern="0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308" kern="0" baseline="-25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4320960" y="2458494"/>
            <a:ext cx="589842" cy="48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110719" marR="8052" indent="-91595">
              <a:lnSpc>
                <a:spcPct val="113300"/>
              </a:lnSpc>
              <a:buClr>
                <a:srgbClr val="000000"/>
              </a:buClr>
            </a:pPr>
            <a:r>
              <a:rPr lang="en-US" sz="134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Hidden  layer</a:t>
            </a:r>
            <a:endParaRPr sz="134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12" name="Google Shape;412;p13"/>
          <p:cNvGrpSpPr/>
          <p:nvPr/>
        </p:nvGrpSpPr>
        <p:grpSpPr>
          <a:xfrm>
            <a:off x="3572983" y="3273989"/>
            <a:ext cx="2320287" cy="1478757"/>
            <a:chOff x="2252656" y="2065442"/>
            <a:chExt cx="1463786" cy="932895"/>
          </a:xfrm>
        </p:grpSpPr>
        <p:sp>
          <p:nvSpPr>
            <p:cNvPr id="413" name="Google Shape;413;p13"/>
            <p:cNvSpPr/>
            <p:nvPr/>
          </p:nvSpPr>
          <p:spPr>
            <a:xfrm>
              <a:off x="2276736" y="2168750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0"/>
                  </a:moveTo>
                  <a:lnTo>
                    <a:pt x="532819" y="10656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2794469" y="2257052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6351" y="0"/>
                  </a:moveTo>
                  <a:lnTo>
                    <a:pt x="6153" y="6153"/>
                  </a:lnTo>
                  <a:lnTo>
                    <a:pt x="15284" y="17269"/>
                  </a:lnTo>
                  <a:lnTo>
                    <a:pt x="18063" y="18857"/>
                  </a:lnTo>
                  <a:lnTo>
                    <a:pt x="14887" y="19254"/>
                  </a:lnTo>
                  <a:lnTo>
                    <a:pt x="2183" y="26003"/>
                  </a:lnTo>
                  <a:lnTo>
                    <a:pt x="0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2265897" y="2196788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4" h="334010" extrusionOk="0">
                  <a:moveTo>
                    <a:pt x="0" y="0"/>
                  </a:moveTo>
                  <a:lnTo>
                    <a:pt x="556315" y="333788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2803465" y="2510440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16664" y="0"/>
                  </a:moveTo>
                  <a:lnTo>
                    <a:pt x="14407" y="5728"/>
                  </a:lnTo>
                  <a:lnTo>
                    <a:pt x="19267" y="19268"/>
                  </a:lnTo>
                  <a:lnTo>
                    <a:pt x="21350" y="21698"/>
                  </a:lnTo>
                  <a:lnTo>
                    <a:pt x="18226" y="21003"/>
                  </a:lnTo>
                  <a:lnTo>
                    <a:pt x="3992" y="23086"/>
                  </a:lnTo>
                  <a:lnTo>
                    <a:pt x="0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2252656" y="2213750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 extrusionOk="0">
                  <a:moveTo>
                    <a:pt x="0" y="0"/>
                  </a:moveTo>
                  <a:lnTo>
                    <a:pt x="585019" y="58501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2817636" y="2778730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 extrusionOk="0">
                  <a:moveTo>
                    <a:pt x="22903" y="0"/>
                  </a:moveTo>
                  <a:lnTo>
                    <a:pt x="19324" y="5010"/>
                  </a:lnTo>
                  <a:lnTo>
                    <a:pt x="20755" y="19324"/>
                  </a:lnTo>
                  <a:lnTo>
                    <a:pt x="22187" y="22187"/>
                  </a:lnTo>
                  <a:lnTo>
                    <a:pt x="19324" y="20755"/>
                  </a:lnTo>
                  <a:lnTo>
                    <a:pt x="5010" y="19324"/>
                  </a:lnTo>
                  <a:lnTo>
                    <a:pt x="0" y="2290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2276736" y="2315650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106564"/>
                  </a:moveTo>
                  <a:lnTo>
                    <a:pt x="5328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2794469" y="2302152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0" y="0"/>
                  </a:moveTo>
                  <a:lnTo>
                    <a:pt x="2183" y="5756"/>
                  </a:lnTo>
                  <a:lnTo>
                    <a:pt x="14887" y="12505"/>
                  </a:lnTo>
                  <a:lnTo>
                    <a:pt x="18063" y="12902"/>
                  </a:lnTo>
                  <a:lnTo>
                    <a:pt x="15284" y="14490"/>
                  </a:lnTo>
                  <a:lnTo>
                    <a:pt x="6153" y="25606"/>
                  </a:lnTo>
                  <a:lnTo>
                    <a:pt x="6351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2276736" y="2456754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0"/>
                  </a:moveTo>
                  <a:lnTo>
                    <a:pt x="532819" y="10656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2794469" y="2545056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6351" y="0"/>
                  </a:moveTo>
                  <a:lnTo>
                    <a:pt x="6153" y="6153"/>
                  </a:lnTo>
                  <a:lnTo>
                    <a:pt x="15284" y="17269"/>
                  </a:lnTo>
                  <a:lnTo>
                    <a:pt x="18063" y="18857"/>
                  </a:lnTo>
                  <a:lnTo>
                    <a:pt x="14887" y="19254"/>
                  </a:lnTo>
                  <a:lnTo>
                    <a:pt x="2183" y="26003"/>
                  </a:lnTo>
                  <a:lnTo>
                    <a:pt x="0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2265897" y="2484792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4" h="334010" extrusionOk="0">
                  <a:moveTo>
                    <a:pt x="0" y="0"/>
                  </a:moveTo>
                  <a:lnTo>
                    <a:pt x="556315" y="333788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2803465" y="2798444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16664" y="0"/>
                  </a:moveTo>
                  <a:lnTo>
                    <a:pt x="14407" y="5728"/>
                  </a:lnTo>
                  <a:lnTo>
                    <a:pt x="19267" y="19268"/>
                  </a:lnTo>
                  <a:lnTo>
                    <a:pt x="21350" y="21698"/>
                  </a:lnTo>
                  <a:lnTo>
                    <a:pt x="18226" y="21003"/>
                  </a:lnTo>
                  <a:lnTo>
                    <a:pt x="3992" y="23086"/>
                  </a:lnTo>
                  <a:lnTo>
                    <a:pt x="0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2265897" y="2348392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4" h="334010" extrusionOk="0">
                  <a:moveTo>
                    <a:pt x="0" y="333787"/>
                  </a:moveTo>
                  <a:lnTo>
                    <a:pt x="556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2803465" y="2340754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0" y="0"/>
                  </a:moveTo>
                  <a:lnTo>
                    <a:pt x="3992" y="4686"/>
                  </a:lnTo>
                  <a:lnTo>
                    <a:pt x="18226" y="6769"/>
                  </a:lnTo>
                  <a:lnTo>
                    <a:pt x="21350" y="6075"/>
                  </a:lnTo>
                  <a:lnTo>
                    <a:pt x="19267" y="8505"/>
                  </a:lnTo>
                  <a:lnTo>
                    <a:pt x="14407" y="22045"/>
                  </a:lnTo>
                  <a:lnTo>
                    <a:pt x="16664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2276736" y="2603653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106564"/>
                  </a:moveTo>
                  <a:lnTo>
                    <a:pt x="5328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2794469" y="2590155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0" y="0"/>
                  </a:moveTo>
                  <a:lnTo>
                    <a:pt x="2183" y="5756"/>
                  </a:lnTo>
                  <a:lnTo>
                    <a:pt x="14887" y="12505"/>
                  </a:lnTo>
                  <a:lnTo>
                    <a:pt x="18063" y="12902"/>
                  </a:lnTo>
                  <a:lnTo>
                    <a:pt x="15284" y="14490"/>
                  </a:lnTo>
                  <a:lnTo>
                    <a:pt x="6153" y="25606"/>
                  </a:lnTo>
                  <a:lnTo>
                    <a:pt x="6351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2276736" y="2744757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0"/>
                  </a:moveTo>
                  <a:lnTo>
                    <a:pt x="532819" y="10656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2794469" y="2833060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6351" y="0"/>
                  </a:moveTo>
                  <a:lnTo>
                    <a:pt x="6153" y="6153"/>
                  </a:lnTo>
                  <a:lnTo>
                    <a:pt x="15284" y="17269"/>
                  </a:lnTo>
                  <a:lnTo>
                    <a:pt x="18063" y="18857"/>
                  </a:lnTo>
                  <a:lnTo>
                    <a:pt x="14887" y="19254"/>
                  </a:lnTo>
                  <a:lnTo>
                    <a:pt x="2183" y="26003"/>
                  </a:lnTo>
                  <a:lnTo>
                    <a:pt x="0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2252656" y="236820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69" h="585469" extrusionOk="0">
                  <a:moveTo>
                    <a:pt x="0" y="585019"/>
                  </a:moveTo>
                  <a:lnTo>
                    <a:pt x="5850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2817636" y="2365339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 extrusionOk="0">
                  <a:moveTo>
                    <a:pt x="0" y="0"/>
                  </a:moveTo>
                  <a:lnTo>
                    <a:pt x="5010" y="3578"/>
                  </a:lnTo>
                  <a:lnTo>
                    <a:pt x="19324" y="2147"/>
                  </a:lnTo>
                  <a:lnTo>
                    <a:pt x="22187" y="715"/>
                  </a:lnTo>
                  <a:lnTo>
                    <a:pt x="20755" y="3578"/>
                  </a:lnTo>
                  <a:lnTo>
                    <a:pt x="19324" y="17893"/>
                  </a:lnTo>
                  <a:lnTo>
                    <a:pt x="22903" y="2290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2265897" y="2636395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4" h="334010" extrusionOk="0">
                  <a:moveTo>
                    <a:pt x="0" y="333787"/>
                  </a:moveTo>
                  <a:lnTo>
                    <a:pt x="556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2803465" y="2628758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0" y="0"/>
                  </a:moveTo>
                  <a:lnTo>
                    <a:pt x="3992" y="4686"/>
                  </a:lnTo>
                  <a:lnTo>
                    <a:pt x="18226" y="6769"/>
                  </a:lnTo>
                  <a:lnTo>
                    <a:pt x="21350" y="6075"/>
                  </a:lnTo>
                  <a:lnTo>
                    <a:pt x="19267" y="8505"/>
                  </a:lnTo>
                  <a:lnTo>
                    <a:pt x="14407" y="22045"/>
                  </a:lnTo>
                  <a:lnTo>
                    <a:pt x="16664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2276736" y="2891657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106564"/>
                  </a:moveTo>
                  <a:lnTo>
                    <a:pt x="5328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6" name="Google Shape;436;p13"/>
            <p:cNvSpPr/>
            <p:nvPr/>
          </p:nvSpPr>
          <p:spPr>
            <a:xfrm>
              <a:off x="2794469" y="2878159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0" y="0"/>
                  </a:moveTo>
                  <a:lnTo>
                    <a:pt x="2183" y="5756"/>
                  </a:lnTo>
                  <a:lnTo>
                    <a:pt x="14887" y="12505"/>
                  </a:lnTo>
                  <a:lnTo>
                    <a:pt x="18063" y="12902"/>
                  </a:lnTo>
                  <a:lnTo>
                    <a:pt x="15284" y="14490"/>
                  </a:lnTo>
                  <a:lnTo>
                    <a:pt x="6153" y="25606"/>
                  </a:lnTo>
                  <a:lnTo>
                    <a:pt x="6351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437" name="Google Shape;437;p1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44366" y="2065442"/>
              <a:ext cx="172076" cy="172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8" name="Google Shape;438;p13"/>
          <p:cNvSpPr txBox="1"/>
          <p:nvPr/>
        </p:nvSpPr>
        <p:spPr>
          <a:xfrm>
            <a:off x="5617017" y="3252415"/>
            <a:ext cx="414051" cy="25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308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9" name="Google Shape;439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20508" y="3730511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3"/>
          <p:cNvSpPr txBox="1"/>
          <p:nvPr/>
        </p:nvSpPr>
        <p:spPr>
          <a:xfrm>
            <a:off x="5617017" y="3708926"/>
            <a:ext cx="414051" cy="25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308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1" name="Google Shape;441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20508" y="4187033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3"/>
          <p:cNvSpPr txBox="1"/>
          <p:nvPr/>
        </p:nvSpPr>
        <p:spPr>
          <a:xfrm>
            <a:off x="5617017" y="4164485"/>
            <a:ext cx="414051" cy="25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308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3" name="Google Shape;443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20508" y="4643556"/>
            <a:ext cx="272762" cy="27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3"/>
          <p:cNvSpPr txBox="1"/>
          <p:nvPr/>
        </p:nvSpPr>
        <p:spPr>
          <a:xfrm>
            <a:off x="5617017" y="4621959"/>
            <a:ext cx="321115" cy="25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22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34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06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308" kern="0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308" kern="0" baseline="-25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5409312" y="2616653"/>
            <a:ext cx="695528" cy="2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113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34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Decoder</a:t>
            </a:r>
            <a:endParaRPr sz="134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46" name="Google Shape;446;p13"/>
          <p:cNvGrpSpPr/>
          <p:nvPr/>
        </p:nvGrpSpPr>
        <p:grpSpPr>
          <a:xfrm>
            <a:off x="4714290" y="3420943"/>
            <a:ext cx="932808" cy="1349411"/>
            <a:chOff x="2972665" y="2158150"/>
            <a:chExt cx="588475" cy="851295"/>
          </a:xfrm>
        </p:grpSpPr>
        <p:sp>
          <p:nvSpPr>
            <p:cNvPr id="447" name="Google Shape;447;p13"/>
            <p:cNvSpPr/>
            <p:nvPr/>
          </p:nvSpPr>
          <p:spPr>
            <a:xfrm>
              <a:off x="2996745" y="2171648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106564"/>
                  </a:moveTo>
                  <a:lnTo>
                    <a:pt x="5328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3514478" y="2158150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0" y="0"/>
                  </a:moveTo>
                  <a:lnTo>
                    <a:pt x="2183" y="5756"/>
                  </a:lnTo>
                  <a:lnTo>
                    <a:pt x="14887" y="12505"/>
                  </a:lnTo>
                  <a:lnTo>
                    <a:pt x="18063" y="12902"/>
                  </a:lnTo>
                  <a:lnTo>
                    <a:pt x="15284" y="14490"/>
                  </a:lnTo>
                  <a:lnTo>
                    <a:pt x="6153" y="25606"/>
                  </a:lnTo>
                  <a:lnTo>
                    <a:pt x="6351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2996745" y="2312752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0"/>
                  </a:moveTo>
                  <a:lnTo>
                    <a:pt x="532819" y="10656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3514478" y="2401054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6351" y="0"/>
                  </a:moveTo>
                  <a:lnTo>
                    <a:pt x="6153" y="6153"/>
                  </a:lnTo>
                  <a:lnTo>
                    <a:pt x="15284" y="17269"/>
                  </a:lnTo>
                  <a:lnTo>
                    <a:pt x="18063" y="18857"/>
                  </a:lnTo>
                  <a:lnTo>
                    <a:pt x="14887" y="19254"/>
                  </a:lnTo>
                  <a:lnTo>
                    <a:pt x="2183" y="26003"/>
                  </a:lnTo>
                  <a:lnTo>
                    <a:pt x="0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2985906" y="2340790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5" h="334010" extrusionOk="0">
                  <a:moveTo>
                    <a:pt x="0" y="0"/>
                  </a:moveTo>
                  <a:lnTo>
                    <a:pt x="556315" y="333787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3523474" y="2654442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16664" y="0"/>
                  </a:moveTo>
                  <a:lnTo>
                    <a:pt x="14407" y="5728"/>
                  </a:lnTo>
                  <a:lnTo>
                    <a:pt x="19267" y="19268"/>
                  </a:lnTo>
                  <a:lnTo>
                    <a:pt x="21350" y="21698"/>
                  </a:lnTo>
                  <a:lnTo>
                    <a:pt x="18226" y="21003"/>
                  </a:lnTo>
                  <a:lnTo>
                    <a:pt x="3992" y="23086"/>
                  </a:lnTo>
                  <a:lnTo>
                    <a:pt x="0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2972665" y="2357752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70" h="585469" extrusionOk="0">
                  <a:moveTo>
                    <a:pt x="0" y="0"/>
                  </a:moveTo>
                  <a:lnTo>
                    <a:pt x="585019" y="585019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3537645" y="2922731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 extrusionOk="0">
                  <a:moveTo>
                    <a:pt x="22903" y="0"/>
                  </a:moveTo>
                  <a:lnTo>
                    <a:pt x="19324" y="5010"/>
                  </a:lnTo>
                  <a:lnTo>
                    <a:pt x="20755" y="19324"/>
                  </a:lnTo>
                  <a:lnTo>
                    <a:pt x="22187" y="22187"/>
                  </a:lnTo>
                  <a:lnTo>
                    <a:pt x="19324" y="20755"/>
                  </a:lnTo>
                  <a:lnTo>
                    <a:pt x="5010" y="19324"/>
                  </a:lnTo>
                  <a:lnTo>
                    <a:pt x="0" y="2290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2985906" y="2204390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5" h="334010" extrusionOk="0">
                  <a:moveTo>
                    <a:pt x="0" y="333788"/>
                  </a:moveTo>
                  <a:lnTo>
                    <a:pt x="556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3523474" y="2196752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0" y="0"/>
                  </a:moveTo>
                  <a:lnTo>
                    <a:pt x="3992" y="4686"/>
                  </a:lnTo>
                  <a:lnTo>
                    <a:pt x="18226" y="6769"/>
                  </a:lnTo>
                  <a:lnTo>
                    <a:pt x="21350" y="6075"/>
                  </a:lnTo>
                  <a:lnTo>
                    <a:pt x="19267" y="8505"/>
                  </a:lnTo>
                  <a:lnTo>
                    <a:pt x="14407" y="22045"/>
                  </a:lnTo>
                  <a:lnTo>
                    <a:pt x="16664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2996745" y="2459652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106564"/>
                  </a:moveTo>
                  <a:lnTo>
                    <a:pt x="5328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3514478" y="2446153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0" y="0"/>
                  </a:moveTo>
                  <a:lnTo>
                    <a:pt x="2183" y="5756"/>
                  </a:lnTo>
                  <a:lnTo>
                    <a:pt x="14887" y="12505"/>
                  </a:lnTo>
                  <a:lnTo>
                    <a:pt x="18063" y="12902"/>
                  </a:lnTo>
                  <a:lnTo>
                    <a:pt x="15284" y="14490"/>
                  </a:lnTo>
                  <a:lnTo>
                    <a:pt x="6153" y="25606"/>
                  </a:lnTo>
                  <a:lnTo>
                    <a:pt x="6351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9" name="Google Shape;459;p13"/>
            <p:cNvSpPr/>
            <p:nvPr/>
          </p:nvSpPr>
          <p:spPr>
            <a:xfrm>
              <a:off x="2996745" y="2600755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0"/>
                  </a:moveTo>
                  <a:lnTo>
                    <a:pt x="532819" y="10656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0" name="Google Shape;460;p13"/>
            <p:cNvSpPr/>
            <p:nvPr/>
          </p:nvSpPr>
          <p:spPr>
            <a:xfrm>
              <a:off x="3514478" y="2689058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6351" y="0"/>
                  </a:moveTo>
                  <a:lnTo>
                    <a:pt x="6153" y="6153"/>
                  </a:lnTo>
                  <a:lnTo>
                    <a:pt x="15284" y="17269"/>
                  </a:lnTo>
                  <a:lnTo>
                    <a:pt x="18063" y="18857"/>
                  </a:lnTo>
                  <a:lnTo>
                    <a:pt x="14887" y="19254"/>
                  </a:lnTo>
                  <a:lnTo>
                    <a:pt x="2183" y="26003"/>
                  </a:lnTo>
                  <a:lnTo>
                    <a:pt x="0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2985906" y="2628794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5" h="334010" extrusionOk="0">
                  <a:moveTo>
                    <a:pt x="0" y="0"/>
                  </a:moveTo>
                  <a:lnTo>
                    <a:pt x="556315" y="333787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3523474" y="2942445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16664" y="0"/>
                  </a:moveTo>
                  <a:lnTo>
                    <a:pt x="14407" y="5728"/>
                  </a:lnTo>
                  <a:lnTo>
                    <a:pt x="19267" y="19268"/>
                  </a:lnTo>
                  <a:lnTo>
                    <a:pt x="21350" y="21698"/>
                  </a:lnTo>
                  <a:lnTo>
                    <a:pt x="18226" y="21003"/>
                  </a:lnTo>
                  <a:lnTo>
                    <a:pt x="3992" y="23086"/>
                  </a:lnTo>
                  <a:lnTo>
                    <a:pt x="0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2972665" y="2224200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70" h="585469" extrusionOk="0">
                  <a:moveTo>
                    <a:pt x="0" y="585019"/>
                  </a:moveTo>
                  <a:lnTo>
                    <a:pt x="5850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3537645" y="2221337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 extrusionOk="0">
                  <a:moveTo>
                    <a:pt x="0" y="0"/>
                  </a:moveTo>
                  <a:lnTo>
                    <a:pt x="5010" y="3578"/>
                  </a:lnTo>
                  <a:lnTo>
                    <a:pt x="19324" y="2147"/>
                  </a:lnTo>
                  <a:lnTo>
                    <a:pt x="22187" y="715"/>
                  </a:lnTo>
                  <a:lnTo>
                    <a:pt x="20755" y="3578"/>
                  </a:lnTo>
                  <a:lnTo>
                    <a:pt x="19324" y="17893"/>
                  </a:lnTo>
                  <a:lnTo>
                    <a:pt x="22903" y="2290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2985906" y="2492393"/>
              <a:ext cx="556895" cy="334010"/>
            </a:xfrm>
            <a:custGeom>
              <a:avLst/>
              <a:gdLst/>
              <a:ahLst/>
              <a:cxnLst/>
              <a:rect l="l" t="t" r="r" b="b"/>
              <a:pathLst>
                <a:path w="556895" h="334010" extrusionOk="0">
                  <a:moveTo>
                    <a:pt x="0" y="333788"/>
                  </a:moveTo>
                  <a:lnTo>
                    <a:pt x="556315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3523474" y="2484756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89" h="27939" extrusionOk="0">
                  <a:moveTo>
                    <a:pt x="0" y="0"/>
                  </a:moveTo>
                  <a:lnTo>
                    <a:pt x="3992" y="4686"/>
                  </a:lnTo>
                  <a:lnTo>
                    <a:pt x="18226" y="6769"/>
                  </a:lnTo>
                  <a:lnTo>
                    <a:pt x="21350" y="6075"/>
                  </a:lnTo>
                  <a:lnTo>
                    <a:pt x="19267" y="8505"/>
                  </a:lnTo>
                  <a:lnTo>
                    <a:pt x="14407" y="22045"/>
                  </a:lnTo>
                  <a:lnTo>
                    <a:pt x="16664" y="27773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2996745" y="2747655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106564"/>
                  </a:moveTo>
                  <a:lnTo>
                    <a:pt x="532819" y="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3514478" y="2734157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0" y="0"/>
                  </a:moveTo>
                  <a:lnTo>
                    <a:pt x="2183" y="5756"/>
                  </a:lnTo>
                  <a:lnTo>
                    <a:pt x="14887" y="12505"/>
                  </a:lnTo>
                  <a:lnTo>
                    <a:pt x="18063" y="12902"/>
                  </a:lnTo>
                  <a:lnTo>
                    <a:pt x="15284" y="14490"/>
                  </a:lnTo>
                  <a:lnTo>
                    <a:pt x="6153" y="25606"/>
                  </a:lnTo>
                  <a:lnTo>
                    <a:pt x="6351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2996745" y="2888759"/>
              <a:ext cx="533400" cy="106680"/>
            </a:xfrm>
            <a:custGeom>
              <a:avLst/>
              <a:gdLst/>
              <a:ahLst/>
              <a:cxnLst/>
              <a:rect l="l" t="t" r="r" b="b"/>
              <a:pathLst>
                <a:path w="533400" h="106680" extrusionOk="0">
                  <a:moveTo>
                    <a:pt x="0" y="0"/>
                  </a:moveTo>
                  <a:lnTo>
                    <a:pt x="532819" y="106564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3514478" y="2977061"/>
              <a:ext cx="18415" cy="32384"/>
            </a:xfrm>
            <a:custGeom>
              <a:avLst/>
              <a:gdLst/>
              <a:ahLst/>
              <a:cxnLst/>
              <a:rect l="l" t="t" r="r" b="b"/>
              <a:pathLst>
                <a:path w="18414" h="32385" extrusionOk="0">
                  <a:moveTo>
                    <a:pt x="6351" y="0"/>
                  </a:moveTo>
                  <a:lnTo>
                    <a:pt x="6153" y="6153"/>
                  </a:lnTo>
                  <a:lnTo>
                    <a:pt x="15284" y="17269"/>
                  </a:lnTo>
                  <a:lnTo>
                    <a:pt x="18063" y="18857"/>
                  </a:lnTo>
                  <a:lnTo>
                    <a:pt x="14887" y="19254"/>
                  </a:lnTo>
                  <a:lnTo>
                    <a:pt x="2183" y="26003"/>
                  </a:lnTo>
                  <a:lnTo>
                    <a:pt x="0" y="31760"/>
                  </a:lnTo>
                </a:path>
              </a:pathLst>
            </a:custGeom>
            <a:noFill/>
            <a:ln w="9525" cap="flat" cmpd="sng">
              <a:solidFill>
                <a:srgbClr val="8C8C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D4D105-6556-676C-82B4-4B3B4901F53A}"/>
                  </a:ext>
                </a:extLst>
              </p14:cNvPr>
              <p14:cNvContentPartPr/>
              <p14:nvPr/>
            </p14:nvContentPartPr>
            <p14:xfrm>
              <a:off x="3810240" y="1763280"/>
              <a:ext cx="2036160" cy="3079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D4D105-6556-676C-82B4-4B3B4901F5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00880" y="1753920"/>
                <a:ext cx="2054880" cy="309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U</a:t>
            </a:r>
            <a:r>
              <a:rPr lang="en-US" cap="small" dirty="0" err="1"/>
              <a:t>ndercomplete</a:t>
            </a:r>
            <a:r>
              <a:rPr lang="en-US" dirty="0"/>
              <a:t>  </a:t>
            </a:r>
            <a:r>
              <a:rPr lang="en-US" dirty="0" err="1"/>
              <a:t>A</a:t>
            </a:r>
            <a:r>
              <a:rPr lang="en-US" cap="small" dirty="0" err="1"/>
              <a:t>utoencoders</a:t>
            </a:r>
            <a:endParaRPr lang="en-IN" dirty="0"/>
          </a:p>
        </p:txBody>
      </p:sp>
      <p:pic>
        <p:nvPicPr>
          <p:cNvPr id="476" name="Google Shape;47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1" y="1124384"/>
            <a:ext cx="109835" cy="10983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4"/>
          <p:cNvSpPr txBox="1"/>
          <p:nvPr/>
        </p:nvSpPr>
        <p:spPr>
          <a:xfrm>
            <a:off x="903265" y="957853"/>
            <a:ext cx="7027772" cy="390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438" rIns="0" bIns="0" anchor="t" anchorCtr="0">
            <a:spAutoFit/>
          </a:bodyPr>
          <a:lstStyle/>
          <a:p>
            <a:pPr marL="140915">
              <a:buClr>
                <a:srgbClr val="000000"/>
              </a:buClr>
            </a:pPr>
            <a:r>
              <a:rPr lang="en-US" sz="1664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Components of Autoencoders</a:t>
            </a:r>
            <a:endParaRPr sz="1664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72261" indent="-285750">
              <a:spcBef>
                <a:spcPts val="372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Encoder (recognition network)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33255" indent="-285750">
              <a:spcBef>
                <a:spcPts val="483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142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converts input to code.</a:t>
            </a:r>
            <a:endParaRPr sz="142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714135" algn="ctr">
              <a:spcBef>
                <a:spcPts val="24"/>
              </a:spcBef>
              <a:buClr>
                <a:srgbClr val="000000"/>
              </a:buClr>
            </a:pP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427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427" i="1" kern="0" baseline="-250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e</a:t>
            </a:r>
            <a:r>
              <a:rPr lang="en-US" sz="1427" i="1" kern="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b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585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133255" indent="-285750">
              <a:spcBef>
                <a:spcPts val="1102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142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42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 a smaller representation than input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42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645750" indent="-285750">
              <a:spcBef>
                <a:spcPts val="1102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Decoder (generative network)</a:t>
            </a:r>
          </a:p>
          <a:p>
            <a:pPr marL="1102950" lvl="1" indent="-285750">
              <a:spcBef>
                <a:spcPts val="1102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142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produces a reconstruction.</a:t>
            </a:r>
            <a:endParaRPr sz="142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>
              <a:spcBef>
                <a:spcPts val="79"/>
              </a:spcBef>
              <a:buClr>
                <a:srgbClr val="000000"/>
              </a:buClr>
            </a:pPr>
            <a:endParaRPr sz="134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714135" algn="ctr">
              <a:buClr>
                <a:srgbClr val="000000"/>
              </a:buClr>
            </a:pP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g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g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W</a:t>
            </a:r>
            <a:r>
              <a:rPr lang="en-US" sz="1427" i="1" kern="0" baseline="-250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d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g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))</a:t>
            </a:r>
            <a:endParaRPr sz="1585" kern="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72261" indent="-285750">
              <a:spcBef>
                <a:spcPts val="1649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z="1506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Loss function</a:t>
            </a:r>
            <a:endParaRPr sz="1506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33255" indent="-285750">
              <a:spcBef>
                <a:spcPts val="483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142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reconstruction loss which penalizes when outputs are different from input.</a:t>
            </a:r>
            <a:endParaRPr sz="142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33255" indent="-285750">
              <a:spcBef>
                <a:spcPts val="181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142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 squared error</a:t>
            </a:r>
            <a:endParaRPr sz="142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704070" algn="ctr">
              <a:spcBef>
                <a:spcPts val="24"/>
              </a:spcBef>
              <a:buClr>
                <a:srgbClr val="000000"/>
              </a:buClr>
            </a:pPr>
            <a:r>
              <a:rPr lang="en-US" sz="1585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85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,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ˆ) = </a:t>
            </a:r>
            <a:r>
              <a:rPr lang="en-US" sz="1585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||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585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US" sz="1427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1585" kern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585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||</a:t>
            </a:r>
            <a:r>
              <a:rPr lang="en-US" sz="1427" kern="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27" kern="0" baseline="30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F8A8C4-4A66-1FF1-A1E4-C7F5EF63D840}"/>
                  </a:ext>
                </a:extLst>
              </p14:cNvPr>
              <p14:cNvContentPartPr/>
              <p14:nvPr/>
            </p14:nvContentPartPr>
            <p14:xfrm>
              <a:off x="4126320" y="1801440"/>
              <a:ext cx="3016800" cy="300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F8A8C4-4A66-1FF1-A1E4-C7F5EF63D8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6960" y="1792080"/>
                <a:ext cx="3035520" cy="302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err="1"/>
              <a:t>U</a:t>
            </a:r>
            <a:r>
              <a:rPr lang="en-US" cap="small" dirty="0" err="1"/>
              <a:t>ndercomplete</a:t>
            </a:r>
            <a:r>
              <a:rPr lang="en-US" dirty="0"/>
              <a:t>  </a:t>
            </a:r>
            <a:r>
              <a:rPr lang="en-US" dirty="0" err="1"/>
              <a:t>A</a:t>
            </a:r>
            <a:r>
              <a:rPr lang="en-US" cap="small" dirty="0" err="1"/>
              <a:t>utoencoders</a:t>
            </a:r>
            <a:endParaRPr lang="en-IN" dirty="0"/>
          </a:p>
        </p:txBody>
      </p:sp>
      <p:sp>
        <p:nvSpPr>
          <p:cNvPr id="483" name="Google Shape;483;p15"/>
          <p:cNvSpPr txBox="1"/>
          <p:nvPr/>
        </p:nvSpPr>
        <p:spPr>
          <a:xfrm>
            <a:off x="3668600" y="1268710"/>
            <a:ext cx="1141434" cy="291939"/>
          </a:xfrm>
          <a:prstGeom prst="rect">
            <a:avLst/>
          </a:prstGeom>
          <a:noFill/>
          <a:ln w="10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8052" algn="ctr">
              <a:lnSpc>
                <a:spcPct val="114285"/>
              </a:lnSpc>
              <a:buClr>
                <a:srgbClr val="000000"/>
              </a:buClr>
            </a:pP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endParaRPr sz="1664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"/>
          <p:cNvSpPr txBox="1"/>
          <p:nvPr/>
        </p:nvSpPr>
        <p:spPr>
          <a:xfrm>
            <a:off x="4024397" y="2711385"/>
            <a:ext cx="429799" cy="273343"/>
          </a:xfrm>
          <a:prstGeom prst="rect">
            <a:avLst/>
          </a:prstGeom>
          <a:solidFill>
            <a:srgbClr val="FFFFFF"/>
          </a:solidFill>
          <a:ln w="10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0" rIns="0" bIns="0" anchor="t" anchorCtr="0">
            <a:spAutoFit/>
          </a:bodyPr>
          <a:lstStyle/>
          <a:p>
            <a:pPr marL="71464">
              <a:buClr>
                <a:srgbClr val="000000"/>
              </a:buClr>
            </a:pP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h</a:t>
            </a:r>
            <a:endParaRPr sz="1664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5"/>
          <p:cNvSpPr txBox="1"/>
          <p:nvPr/>
        </p:nvSpPr>
        <p:spPr>
          <a:xfrm>
            <a:off x="3668600" y="4169619"/>
            <a:ext cx="1141434" cy="295750"/>
          </a:xfrm>
          <a:prstGeom prst="rect">
            <a:avLst/>
          </a:prstGeom>
          <a:noFill/>
          <a:ln w="10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012" rIns="0" bIns="0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664" i="1" kern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endParaRPr sz="2853" kern="0" baseline="30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86" name="Google Shape;486;p15"/>
          <p:cNvGrpSpPr/>
          <p:nvPr/>
        </p:nvGrpSpPr>
        <p:grpSpPr>
          <a:xfrm>
            <a:off x="4200144" y="1562056"/>
            <a:ext cx="78511" cy="2599932"/>
            <a:chOff x="2648309" y="985445"/>
            <a:chExt cx="49530" cy="1640204"/>
          </a:xfrm>
        </p:grpSpPr>
        <p:sp>
          <p:nvSpPr>
            <p:cNvPr id="487" name="Google Shape;487;p15"/>
            <p:cNvSpPr/>
            <p:nvPr/>
          </p:nvSpPr>
          <p:spPr>
            <a:xfrm>
              <a:off x="2672981" y="985445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w="120000" h="690244" extrusionOk="0">
                  <a:moveTo>
                    <a:pt x="0" y="0"/>
                  </a:moveTo>
                  <a:lnTo>
                    <a:pt x="0" y="689643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2654003" y="1654845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 extrusionOk="0">
                  <a:moveTo>
                    <a:pt x="37957" y="0"/>
                  </a:moveTo>
                  <a:lnTo>
                    <a:pt x="28112" y="7117"/>
                  </a:lnTo>
                  <a:lnTo>
                    <a:pt x="18978" y="9489"/>
                  </a:lnTo>
                  <a:lnTo>
                    <a:pt x="9845" y="7117"/>
                  </a:lnTo>
                  <a:lnTo>
                    <a:pt x="0" y="0"/>
                  </a:lnTo>
                  <a:lnTo>
                    <a:pt x="7413" y="12533"/>
                  </a:lnTo>
                  <a:lnTo>
                    <a:pt x="12810" y="26253"/>
                  </a:lnTo>
                  <a:lnTo>
                    <a:pt x="16546" y="39499"/>
                  </a:lnTo>
                  <a:lnTo>
                    <a:pt x="18978" y="50609"/>
                  </a:lnTo>
                  <a:lnTo>
                    <a:pt x="21410" y="39499"/>
                  </a:lnTo>
                  <a:lnTo>
                    <a:pt x="25146" y="26253"/>
                  </a:lnTo>
                  <a:lnTo>
                    <a:pt x="30543" y="12533"/>
                  </a:lnTo>
                  <a:lnTo>
                    <a:pt x="3795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2672981" y="1905393"/>
              <a:ext cx="0" cy="680720"/>
            </a:xfrm>
            <a:custGeom>
              <a:avLst/>
              <a:gdLst/>
              <a:ahLst/>
              <a:cxnLst/>
              <a:rect l="l" t="t" r="r" b="b"/>
              <a:pathLst>
                <a:path w="120000" h="680719" extrusionOk="0">
                  <a:moveTo>
                    <a:pt x="0" y="0"/>
                  </a:moveTo>
                  <a:lnTo>
                    <a:pt x="0" y="680533"/>
                  </a:lnTo>
                </a:path>
              </a:pathLst>
            </a:custGeom>
            <a:noFill/>
            <a:ln w="10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2648309" y="2559609"/>
              <a:ext cx="49530" cy="66040"/>
            </a:xfrm>
            <a:custGeom>
              <a:avLst/>
              <a:gdLst/>
              <a:ahLst/>
              <a:cxnLst/>
              <a:rect l="l" t="t" r="r" b="b"/>
              <a:pathLst>
                <a:path w="49530" h="66039" extrusionOk="0">
                  <a:moveTo>
                    <a:pt x="49344" y="0"/>
                  </a:moveTo>
                  <a:lnTo>
                    <a:pt x="36545" y="9252"/>
                  </a:lnTo>
                  <a:lnTo>
                    <a:pt x="24672" y="12336"/>
                  </a:lnTo>
                  <a:lnTo>
                    <a:pt x="12798" y="9252"/>
                  </a:lnTo>
                  <a:lnTo>
                    <a:pt x="0" y="0"/>
                  </a:lnTo>
                  <a:lnTo>
                    <a:pt x="9637" y="16293"/>
                  </a:lnTo>
                  <a:lnTo>
                    <a:pt x="16653" y="34129"/>
                  </a:lnTo>
                  <a:lnTo>
                    <a:pt x="21511" y="51348"/>
                  </a:lnTo>
                  <a:lnTo>
                    <a:pt x="24672" y="65792"/>
                  </a:lnTo>
                  <a:lnTo>
                    <a:pt x="27833" y="51348"/>
                  </a:lnTo>
                  <a:lnTo>
                    <a:pt x="32690" y="34129"/>
                  </a:lnTo>
                  <a:lnTo>
                    <a:pt x="39706" y="16293"/>
                  </a:lnTo>
                  <a:lnTo>
                    <a:pt x="4934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491" name="Google Shape;491;p15"/>
          <p:cNvSpPr txBox="1"/>
          <p:nvPr/>
        </p:nvSpPr>
        <p:spPr>
          <a:xfrm>
            <a:off x="1852306" y="1230320"/>
            <a:ext cx="1015615" cy="28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data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15"/>
          <p:cNvSpPr txBox="1"/>
          <p:nvPr/>
        </p:nvSpPr>
        <p:spPr>
          <a:xfrm>
            <a:off x="2208103" y="2703113"/>
            <a:ext cx="666340" cy="28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Codes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3" name="Google Shape;493;p15"/>
          <p:cNvSpPr txBox="1"/>
          <p:nvPr/>
        </p:nvSpPr>
        <p:spPr>
          <a:xfrm>
            <a:off x="1852306" y="3970880"/>
            <a:ext cx="1440381" cy="6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 marR="8052">
              <a:lnSpc>
                <a:spcPct val="114700"/>
              </a:lnSpc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Reconstructed  input data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15"/>
          <p:cNvSpPr txBox="1"/>
          <p:nvPr/>
        </p:nvSpPr>
        <p:spPr>
          <a:xfrm>
            <a:off x="4315368" y="1937474"/>
            <a:ext cx="1809787" cy="56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497" i="1" kern="0" baseline="30000">
                <a:solidFill>
                  <a:srgbClr val="0000FF"/>
                </a:solidFill>
                <a:ea typeface="Arial"/>
                <a:cs typeface="Arial"/>
                <a:sym typeface="Arial"/>
              </a:rPr>
              <a:t>h </a:t>
            </a:r>
            <a:r>
              <a:rPr lang="en-US" sz="2853" kern="0" baseline="30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497" i="1" kern="0" baseline="30000">
                <a:solidFill>
                  <a:srgbClr val="0000FF"/>
                </a:solidFill>
                <a:ea typeface="Arial"/>
                <a:cs typeface="Arial"/>
                <a:sym typeface="Arial"/>
              </a:rPr>
              <a:t>f </a:t>
            </a:r>
            <a:r>
              <a:rPr lang="en-US" sz="2853" kern="0" baseline="30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497" i="1" kern="0" baseline="30000">
                <a:solidFill>
                  <a:srgbClr val="0000FF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2853" kern="0" baseline="30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Encoder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4319394" y="3391223"/>
            <a:ext cx="1817840" cy="56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664" i="1" kern="0">
                <a:solidFill>
                  <a:srgbClr val="0000FF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1902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4" i="1" kern="0">
                <a:solidFill>
                  <a:srgbClr val="0000FF"/>
                </a:solidFill>
                <a:ea typeface="Arial"/>
                <a:cs typeface="Arial"/>
                <a:sym typeface="Arial"/>
              </a:rPr>
              <a:t>g</a:t>
            </a:r>
            <a:r>
              <a:rPr lang="en-US" sz="1902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4" i="1" kern="0">
                <a:solidFill>
                  <a:srgbClr val="0000FF"/>
                </a:solidFill>
                <a:ea typeface="Arial"/>
                <a:cs typeface="Arial"/>
                <a:sym typeface="Arial"/>
              </a:rPr>
              <a:t>h</a:t>
            </a:r>
            <a:r>
              <a:rPr lang="en-US" sz="1902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Decoder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6" name="Google Shape;496;p15"/>
          <p:cNvSpPr txBox="1"/>
          <p:nvPr/>
        </p:nvSpPr>
        <p:spPr>
          <a:xfrm>
            <a:off x="5330499" y="4168839"/>
            <a:ext cx="1328654" cy="28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6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1664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Loss function</a:t>
            </a:r>
            <a:endParaRPr sz="1664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7268723" y="4131886"/>
            <a:ext cx="1230594" cy="31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1" rIns="0" bIns="0" anchor="t" anchorCtr="0">
            <a:spAutoFit/>
          </a:bodyPr>
          <a:lstStyle/>
          <a:p>
            <a:pPr marL="60392">
              <a:buClr>
                <a:srgbClr val="000000"/>
              </a:buClr>
            </a:pPr>
            <a:r>
              <a:rPr lang="en-US" sz="1902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||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 </a:t>
            </a:r>
            <a:r>
              <a:rPr lang="en-US" sz="1902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US" sz="1664" i="1" kern="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x</a:t>
            </a:r>
            <a:r>
              <a:rPr lang="en-US" sz="2853" kern="0" baseline="30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902" i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||</a:t>
            </a:r>
            <a:r>
              <a:rPr lang="en-US" sz="1664" kern="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664" kern="0" baseline="30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98" name="Google Shape;498;p15"/>
          <p:cNvGrpSpPr/>
          <p:nvPr/>
        </p:nvGrpSpPr>
        <p:grpSpPr>
          <a:xfrm>
            <a:off x="592218" y="1053562"/>
            <a:ext cx="6661123" cy="3632517"/>
            <a:chOff x="372198" y="664654"/>
            <a:chExt cx="4202264" cy="2291625"/>
          </a:xfrm>
        </p:grpSpPr>
        <p:sp>
          <p:nvSpPr>
            <p:cNvPr id="499" name="Google Shape;499;p15"/>
            <p:cNvSpPr/>
            <p:nvPr/>
          </p:nvSpPr>
          <p:spPr>
            <a:xfrm>
              <a:off x="4394212" y="2730549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70" h="120000" extrusionOk="0">
                  <a:moveTo>
                    <a:pt x="0" y="0"/>
                  </a:moveTo>
                  <a:lnTo>
                    <a:pt x="140526" y="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4508422" y="2705877"/>
              <a:ext cx="66040" cy="49530"/>
            </a:xfrm>
            <a:custGeom>
              <a:avLst/>
              <a:gdLst/>
              <a:ahLst/>
              <a:cxnLst/>
              <a:rect l="l" t="t" r="r" b="b"/>
              <a:pathLst>
                <a:path w="66039" h="49530" extrusionOk="0">
                  <a:moveTo>
                    <a:pt x="0" y="0"/>
                  </a:moveTo>
                  <a:lnTo>
                    <a:pt x="9252" y="12798"/>
                  </a:lnTo>
                  <a:lnTo>
                    <a:pt x="12336" y="24672"/>
                  </a:lnTo>
                  <a:lnTo>
                    <a:pt x="9252" y="36545"/>
                  </a:lnTo>
                  <a:lnTo>
                    <a:pt x="0" y="49344"/>
                  </a:lnTo>
                  <a:lnTo>
                    <a:pt x="16293" y="39706"/>
                  </a:lnTo>
                  <a:lnTo>
                    <a:pt x="34129" y="32690"/>
                  </a:lnTo>
                  <a:lnTo>
                    <a:pt x="51348" y="27833"/>
                  </a:lnTo>
                  <a:lnTo>
                    <a:pt x="65792" y="24672"/>
                  </a:lnTo>
                  <a:lnTo>
                    <a:pt x="51348" y="21511"/>
                  </a:lnTo>
                  <a:lnTo>
                    <a:pt x="34129" y="16653"/>
                  </a:lnTo>
                  <a:lnTo>
                    <a:pt x="16293" y="9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501" name="Google Shape;501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9176" y="664654"/>
              <a:ext cx="440055" cy="451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72198" y="1659686"/>
              <a:ext cx="531494" cy="291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0606" y="2504795"/>
              <a:ext cx="428625" cy="4514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15"/>
            <p:cNvSpPr/>
            <p:nvPr/>
          </p:nvSpPr>
          <p:spPr>
            <a:xfrm>
              <a:off x="638181" y="1118661"/>
              <a:ext cx="1270" cy="499109"/>
            </a:xfrm>
            <a:custGeom>
              <a:avLst/>
              <a:gdLst/>
              <a:ahLst/>
              <a:cxnLst/>
              <a:rect l="l" t="t" r="r" b="b"/>
              <a:pathLst>
                <a:path w="1270" h="499109" extrusionOk="0">
                  <a:moveTo>
                    <a:pt x="692" y="0"/>
                  </a:moveTo>
                  <a:lnTo>
                    <a:pt x="0" y="499021"/>
                  </a:lnTo>
                </a:path>
              </a:pathLst>
            </a:custGeom>
            <a:noFill/>
            <a:ln w="10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613546" y="1591332"/>
              <a:ext cx="49530" cy="66040"/>
            </a:xfrm>
            <a:custGeom>
              <a:avLst/>
              <a:gdLst/>
              <a:ahLst/>
              <a:cxnLst/>
              <a:rect l="l" t="t" r="r" b="b"/>
              <a:pathLst>
                <a:path w="49529" h="66039" extrusionOk="0">
                  <a:moveTo>
                    <a:pt x="49343" y="68"/>
                  </a:moveTo>
                  <a:lnTo>
                    <a:pt x="36532" y="9302"/>
                  </a:lnTo>
                  <a:lnTo>
                    <a:pt x="24654" y="12370"/>
                  </a:lnTo>
                  <a:lnTo>
                    <a:pt x="12785" y="9269"/>
                  </a:lnTo>
                  <a:lnTo>
                    <a:pt x="0" y="0"/>
                  </a:lnTo>
                  <a:lnTo>
                    <a:pt x="9614" y="16306"/>
                  </a:lnTo>
                  <a:lnTo>
                    <a:pt x="16605" y="34152"/>
                  </a:lnTo>
                  <a:lnTo>
                    <a:pt x="21439" y="51377"/>
                  </a:lnTo>
                  <a:lnTo>
                    <a:pt x="24580" y="65825"/>
                  </a:lnTo>
                  <a:lnTo>
                    <a:pt x="27761" y="51386"/>
                  </a:lnTo>
                  <a:lnTo>
                    <a:pt x="32642" y="34174"/>
                  </a:lnTo>
                  <a:lnTo>
                    <a:pt x="39683" y="16348"/>
                  </a:lnTo>
                  <a:lnTo>
                    <a:pt x="49343" y="6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639040" y="1953690"/>
              <a:ext cx="4445" cy="509270"/>
            </a:xfrm>
            <a:custGeom>
              <a:avLst/>
              <a:gdLst/>
              <a:ahLst/>
              <a:cxnLst/>
              <a:rect l="l" t="t" r="r" b="b"/>
              <a:pathLst>
                <a:path w="4445" h="509269" extrusionOk="0">
                  <a:moveTo>
                    <a:pt x="0" y="0"/>
                  </a:moveTo>
                  <a:lnTo>
                    <a:pt x="3843" y="509109"/>
                  </a:lnTo>
                </a:path>
              </a:pathLst>
            </a:custGeom>
            <a:noFill/>
            <a:ln w="10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618015" y="2436298"/>
              <a:ext cx="49530" cy="66040"/>
            </a:xfrm>
            <a:custGeom>
              <a:avLst/>
              <a:gdLst/>
              <a:ahLst/>
              <a:cxnLst/>
              <a:rect l="l" t="t" r="r" b="b"/>
              <a:pathLst>
                <a:path w="49529" h="66039" extrusionOk="0">
                  <a:moveTo>
                    <a:pt x="49340" y="0"/>
                  </a:moveTo>
                  <a:lnTo>
                    <a:pt x="36612" y="9347"/>
                  </a:lnTo>
                  <a:lnTo>
                    <a:pt x="24763" y="12521"/>
                  </a:lnTo>
                  <a:lnTo>
                    <a:pt x="12867" y="9526"/>
                  </a:lnTo>
                  <a:lnTo>
                    <a:pt x="0" y="372"/>
                  </a:lnTo>
                  <a:lnTo>
                    <a:pt x="9759" y="16591"/>
                  </a:lnTo>
                  <a:lnTo>
                    <a:pt x="16909" y="34373"/>
                  </a:lnTo>
                  <a:lnTo>
                    <a:pt x="21896" y="51554"/>
                  </a:lnTo>
                  <a:lnTo>
                    <a:pt x="25166" y="65973"/>
                  </a:lnTo>
                  <a:lnTo>
                    <a:pt x="28218" y="51506"/>
                  </a:lnTo>
                  <a:lnTo>
                    <a:pt x="32945" y="34252"/>
                  </a:lnTo>
                  <a:lnTo>
                    <a:pt x="39826" y="16365"/>
                  </a:lnTo>
                  <a:lnTo>
                    <a:pt x="4934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853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BF4ACB-5610-E8D1-6504-BD50F64EDCC9}"/>
                  </a:ext>
                </a:extLst>
              </p14:cNvPr>
              <p14:cNvContentPartPr/>
              <p14:nvPr/>
            </p14:nvContentPartPr>
            <p14:xfrm>
              <a:off x="4678560" y="2025360"/>
              <a:ext cx="1854720" cy="2664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BF4ACB-5610-E8D1-6504-BD50F64EDC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69200" y="2016000"/>
                <a:ext cx="1873440" cy="268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047750"/>
            <a:ext cx="8331088" cy="38459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4142FE-345B-787A-186C-FA7BE63A5B18}"/>
                  </a:ext>
                </a:extLst>
              </p14:cNvPr>
              <p14:cNvContentPartPr/>
              <p14:nvPr/>
            </p14:nvContentPartPr>
            <p14:xfrm>
              <a:off x="4511880" y="1465200"/>
              <a:ext cx="3921480" cy="190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4142FE-345B-787A-186C-FA7BE63A5B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2520" y="1455840"/>
                <a:ext cx="3940200" cy="192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123950"/>
            <a:ext cx="8484388" cy="38041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0EEFCE-2571-43EE-B6DF-60341068FDA8}"/>
                  </a:ext>
                </a:extLst>
              </p14:cNvPr>
              <p14:cNvContentPartPr/>
              <p14:nvPr/>
            </p14:nvContentPartPr>
            <p14:xfrm>
              <a:off x="771480" y="1562040"/>
              <a:ext cx="2686320" cy="242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0EEFCE-2571-43EE-B6DF-60341068FD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2120" y="1552680"/>
                <a:ext cx="2705040" cy="244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496784-BD4A-FD8B-6D80-3713FE33F7DF}"/>
                  </a:ext>
                </a:extLst>
              </p14:cNvPr>
              <p14:cNvContentPartPr/>
              <p14:nvPr/>
            </p14:nvContentPartPr>
            <p14:xfrm>
              <a:off x="4231080" y="1514880"/>
              <a:ext cx="4280040" cy="165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496784-BD4A-FD8B-6D80-3713FE33F7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21720" y="1505520"/>
                <a:ext cx="4298760" cy="167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8"/>
          <p:cNvSpPr txBox="1"/>
          <p:nvPr/>
        </p:nvSpPr>
        <p:spPr>
          <a:xfrm>
            <a:off x="153299" y="145096"/>
            <a:ext cx="4614052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utoencoders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–  L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99" y="1123950"/>
            <a:ext cx="7025865" cy="360849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621C7A-170E-E558-6779-F9E66C9919E4}"/>
                  </a:ext>
                </a:extLst>
              </p14:cNvPr>
              <p14:cNvContentPartPr/>
              <p14:nvPr/>
            </p14:nvContentPartPr>
            <p14:xfrm>
              <a:off x="46440" y="285480"/>
              <a:ext cx="8993160" cy="406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621C7A-170E-E558-6779-F9E66C9919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080" y="276120"/>
                <a:ext cx="9011880" cy="408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"/>
          <p:cNvSpPr txBox="1"/>
          <p:nvPr/>
        </p:nvSpPr>
        <p:spPr>
          <a:xfrm>
            <a:off x="153299" y="145096"/>
            <a:ext cx="4614052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utoencoders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–  L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874" y="1082671"/>
            <a:ext cx="7517965" cy="345953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455429-E64F-F68F-AE1B-34327CCEE535}"/>
                  </a:ext>
                </a:extLst>
              </p14:cNvPr>
              <p14:cNvContentPartPr/>
              <p14:nvPr/>
            </p14:nvContentPartPr>
            <p14:xfrm>
              <a:off x="4444200" y="4169160"/>
              <a:ext cx="1510200" cy="43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455429-E64F-F68F-AE1B-34327CCEE5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4840" y="4159800"/>
                <a:ext cx="1528920" cy="45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8E3A6D-5221-13E9-3AF8-4005C8C5FA31}"/>
                  </a:ext>
                </a:extLst>
              </p14:cNvPr>
              <p14:cNvContentPartPr/>
              <p14:nvPr/>
            </p14:nvContentPartPr>
            <p14:xfrm>
              <a:off x="1632960" y="562320"/>
              <a:ext cx="5680440" cy="3996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8E3A6D-5221-13E9-3AF8-4005C8C5FA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3600" y="552960"/>
                <a:ext cx="5699160" cy="401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7499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0"/>
          <p:cNvSpPr txBox="1"/>
          <p:nvPr/>
        </p:nvSpPr>
        <p:spPr>
          <a:xfrm>
            <a:off x="153299" y="145096"/>
            <a:ext cx="4614052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utoencoders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–  L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123950"/>
            <a:ext cx="7693919" cy="362931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C7041E-631B-24FE-685D-4D87C4588504}"/>
                  </a:ext>
                </a:extLst>
              </p14:cNvPr>
              <p14:cNvContentPartPr/>
              <p14:nvPr/>
            </p14:nvContentPartPr>
            <p14:xfrm>
              <a:off x="466200" y="-123480"/>
              <a:ext cx="8679240" cy="489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C7041E-631B-24FE-685D-4D87C45885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840" y="-132840"/>
                <a:ext cx="8697960" cy="491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"/>
          <p:cNvSpPr txBox="1"/>
          <p:nvPr/>
        </p:nvSpPr>
        <p:spPr>
          <a:xfrm>
            <a:off x="153299" y="145096"/>
            <a:ext cx="4614052" cy="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34" rIns="0" bIns="0" anchor="t" anchorCtr="0">
            <a:spAutoFit/>
          </a:bodyPr>
          <a:lstStyle/>
          <a:p>
            <a:pPr marL="20131">
              <a:buClr>
                <a:srgbClr val="000000"/>
              </a:buClr>
            </a:pP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utoencoders</a:t>
            </a:r>
            <a:r>
              <a:rPr lang="en-US" sz="2695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–  L</a:t>
            </a:r>
            <a:r>
              <a:rPr lang="en-US" sz="2695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endParaRPr sz="269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047750"/>
            <a:ext cx="7461406" cy="387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777F8F-F025-3CD2-EB80-1840B0C83511}"/>
                  </a:ext>
                </a:extLst>
              </p14:cNvPr>
              <p14:cNvContentPartPr/>
              <p14:nvPr/>
            </p14:nvContentPartPr>
            <p14:xfrm>
              <a:off x="252360" y="182160"/>
              <a:ext cx="8717400" cy="477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777F8F-F025-3CD2-EB80-1840B0C835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000" y="172800"/>
                <a:ext cx="8736120" cy="479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3401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BA13A1-FCAA-0529-CEFB-75BA9445B3E5}"/>
                  </a:ext>
                </a:extLst>
              </p14:cNvPr>
              <p14:cNvContentPartPr/>
              <p14:nvPr/>
            </p14:nvContentPartPr>
            <p14:xfrm>
              <a:off x="1426680" y="3240"/>
              <a:ext cx="7582320" cy="488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BA13A1-FCAA-0529-CEFB-75BA9445B3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7320" y="-6120"/>
                <a:ext cx="7601040" cy="490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41614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17054</TotalTime>
  <Words>812</Words>
  <Application>Microsoft Office PowerPoint</Application>
  <PresentationFormat>On-screen Show (16:9)</PresentationFormat>
  <Paragraphs>157</Paragraphs>
  <Slides>22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Courier New</vt:lpstr>
      <vt:lpstr>Helvetica Neue</vt:lpstr>
      <vt:lpstr>Tahoma</vt:lpstr>
      <vt:lpstr>Times New Roman</vt:lpstr>
      <vt:lpstr>Verdana</vt:lpstr>
      <vt:lpstr>Wingdings</vt:lpstr>
      <vt:lpstr>1_Office Theme</vt:lpstr>
      <vt:lpstr>3_Office Theme</vt:lpstr>
      <vt:lpstr>Advanced Deep Learning ZG513 </vt:lpstr>
      <vt:lpstr>PowerPoint Presentation</vt:lpstr>
      <vt:lpstr>In  This  Segment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Aakash Goel (DSAI)</cp:lastModifiedBy>
  <cp:revision>148</cp:revision>
  <dcterms:created xsi:type="dcterms:W3CDTF">2021-03-10T15:42:36Z</dcterms:created>
  <dcterms:modified xsi:type="dcterms:W3CDTF">2026-01-24T12:47:58Z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
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notesSlides/notesSlide13.xml" ContentType="application/vnd.openxmlformats-officedocument.presentationml.notesSlide+xml"/>
  <Override PartName="/ppt/ink/ink5.xml" ContentType="application/inkml+xml"/>
  <Override PartName="/ppt/notesSlides/notesSlide14.xml" ContentType="application/vnd.openxmlformats-officedocument.presentationml.notesSlide+xml"/>
  <Override PartName="/ppt/ink/ink6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0" r:id="rId2"/>
  </p:sldMasterIdLst>
  <p:notesMasterIdLst>
    <p:notesMasterId r:id="rId50"/>
  </p:notesMasterIdLst>
  <p:sldIdLst>
    <p:sldId id="315" r:id="rId3"/>
    <p:sldId id="317" r:id="rId4"/>
    <p:sldId id="492" r:id="rId5"/>
    <p:sldId id="494" r:id="rId6"/>
    <p:sldId id="495" r:id="rId7"/>
    <p:sldId id="497" r:id="rId8"/>
    <p:sldId id="500" r:id="rId9"/>
    <p:sldId id="573" r:id="rId10"/>
    <p:sldId id="574" r:id="rId11"/>
    <p:sldId id="575" r:id="rId12"/>
    <p:sldId id="576" r:id="rId13"/>
    <p:sldId id="579" r:id="rId14"/>
    <p:sldId id="577" r:id="rId15"/>
    <p:sldId id="578" r:id="rId16"/>
    <p:sldId id="502" r:id="rId17"/>
    <p:sldId id="505" r:id="rId18"/>
    <p:sldId id="551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29" r:id="rId37"/>
    <p:sldId id="330" r:id="rId38"/>
    <p:sldId id="331" r:id="rId39"/>
    <p:sldId id="332" r:id="rId40"/>
    <p:sldId id="372" r:id="rId41"/>
    <p:sldId id="373" r:id="rId42"/>
    <p:sldId id="374" r:id="rId43"/>
    <p:sldId id="381" r:id="rId44"/>
    <p:sldId id="375" r:id="rId45"/>
    <p:sldId id="376" r:id="rId46"/>
    <p:sldId id="377" r:id="rId47"/>
    <p:sldId id="378" r:id="rId48"/>
    <p:sldId id="379" r:id="rId49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7" autoAdjust="0"/>
    <p:restoredTop sz="95696" autoAdjust="0"/>
  </p:normalViewPr>
  <p:slideViewPr>
    <p:cSldViewPr>
      <p:cViewPr varScale="1">
        <p:scale>
          <a:sx n="115" d="100"/>
          <a:sy n="115" d="100"/>
        </p:scale>
        <p:origin x="542" y="3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46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1:25:12.14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7896 12451 0,'0'0'0,"0"0"0,5 1 16,-5-1-16,34 3 16,9-1-16,18-2 15,9-2 1,6-3-16,2-3 16,6-1-16,4-3 15,2-4-15,1 0 16,1-4-16,5-2 15,-2 2-15,2-3 16,-4 2-16,2 1 16,1-1-16,3 4 15,0 0-15,2 3 16,-1 4 0,2 2-16,-8 5 15,-10 3-15,-5 3 16,-8 4-16,-5 1 15,-7 2-15,-2 4 16,-6-2-16,1 3 16,-6-1-1,-4 1-15,-5 1 16,-4 1-16,-1 5 16,-3 1-16,-5 1 15,-3 3-15,0 6 16,-1 3-16,-4 8 15,-2 5-15,-1 7 16,-4 0-16,-2 2 16,-1 5-16,-2 6 15,1 5-15,-4 2 16,0 1 0,0-1-16,1 3 15,-2-2-15,0-6 16,0 2-16,-2-8 15,-1-4-15,-2-10 16,-2-10-16,-3-5 16,0-5-16,-4-3 15,-6-5-15,-2-1 16,-6-3 0,-4-4-16,-2-3 15,-3-5-15,1-3 16,-7-4-16,1-4 15,-2-3-15,-4-5 16,-4-1-16,-6-2 16,0 1-16,2 1 15,-3-1-15,-4-1 16,-7 6 0,-3 1-16,3 5 15,-4-1-15,0-1 16,2 2-16,-1-1 15,4 0-15,-3 0 16,2 0-16,-3 0 16,2 0-16,3-1 15,3-1-15,1-1 16,-1-5 0,-3 1-16,2-2 15,0 0-15,2 0 16,4-1-16,5 4 15,-1-4-15,0 3 16,1-2-16,3 4 16,2-1-16,1 0 15,2 0 1,5 1-16,2 1 16,2-1-16,2 2 15,-2-1-15,1 0 16,4 1-16,6 3 15,6-2-15,1 1 16,4 1-16,0 0 16,0 1-16,16 3 15,-27-8-15,27 8 16,-25-8 0,25 8-16,-19-6 15,19 6-15,-18-5 16,18 5-16,-21-5 15,21 5-15,-29-6 16,9 2-16,2-1 16,2 1-16,0-11 15,4-11 1,2-12-16,-2-11 16,7-16-16,4-3 15,5-2-15,3 2 16,1 0-16,-2 3 15,0-4-15,1 6 16,-1-1-16,-1-2 16,2 0-16,-3 1 15,2 9 1,-2 11-16,-2 8 16,0 7-16,0 11 15,-2 1-15,3 1 16,6 2-16</inkml:trace>
  <inkml:trace contextRef="#ctx0" brushRef="#br0" timeOffset="784.39">11250 12851 0,'0'0'0,"2"2"0,-2-2 0,10 20 16,5 12-1,8 13-15,8 8 16,6-3-16,6-9 15,5 1-15,7-10 16,11-15-16,9-23 16,23-40-16,29-62 15,19-58-15,18-23 16,-5-18 0,0 2-16,-16 18 15,-3 11-15,-5 39 16,-6 16-16,-16 20 15,-14 16-15,-29 24 16</inkml:trace>
  <inkml:trace contextRef="#ctx0" brushRef="#br0" timeOffset="1133.55">12000 13502 0,'0'0'0,"0"0"0,0 0 0,6-4 0,17-12 15,47-42-15,31-45 16,18-22-16,11-16 16,11-7-16,10-13 15,3-3-15,1 0 16,-6 5-16,-12 15 16,-18 17-1,-12 15-15,-22 18 16,-13 10-16</inkml:trace>
  <inkml:trace contextRef="#ctx0" brushRef="#br0" timeOffset="1469.43">11928 11871 0,'0'0'0,"2"3"0,-2-3 16,25 39-16,14 17 15,20 16-15,14 12 16,12 15-16,9 5 16,12 18-16,11 5 15,12 11-15,3-1 16,-1-6-16,3 3 16,-3-2-16</inkml:trace>
  <inkml:trace contextRef="#ctx0" brushRef="#br0" timeOffset="1884.44">12369 11657 0,'0'0'0,"6"4"0,-6-4 0,0 0 0,49 35 16,17 10-16,19 13 15,13 19-15,8 30 16,9 15-16,2 12 16,10 17-16,2 8 15,3 5 1,2 3-16,3-15 15</inkml:trace>
  <inkml:trace contextRef="#ctx0" brushRef="#br0" timeOffset="46349.38">7842 11855 0,'0'0'0,"7"0"0,-7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1:20:47.429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EE0000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1502 593 0,'0'0'0,"0"0"0,0 0 0,0 0 16,0-3-16,0 3 15,0 0-15,0 0 16,-14-10-16,-2 1 15,-10-1-15,-9 3 16,-11 6-16,-13 9 16,-8 12-1,-4 12-15,2 10 16,8 4-16,10 0 16,7 3-16,8 10 15,6 7-15,6 10 16,7 0-16,11-3 15,7-4-15,8-3 16,5-6-16,5-10 16,7-9-16,4-7 15,8-4 1,3-4-16,4-7 16,10-4-16,3-7 15,3-6-15,-2-4 16,-1-5-16,-1-1 15,-5 0-15,-7 0 16,-5-1-16,-8 3 16,-8-8-16</inkml:trace>
  <inkml:trace contextRef="#ctx0" brushRef="#br0" timeOffset="532.85">1699 1018 0,'0'0'0,"0"0"0,0 0 16,-1-2-16,1 2 15,0 0-15,-33 28 16,7 9-16,5 8 16,5 2-16,4 6 15,6 2-15,10 3 16,2-8 0,7-7-16,4-7 15,5-3-15,8-7 16,4-2-16,3-7 15,0-4-15,0-5 16,1-6-16,-4-6 16,-2-9-16,-3-5 15,-2-8-15,-5-10 16,-4-7-16,-10-6 16,-8-2-1,-8 5-15,-4 3 16,-5 10-16,-4 4 15,-7 1-15,-8 2 16,-4 6-16,6 5 16,3 5-16,6 3 15,5 3-15,20 4 16,-24-1-16,24 1 16</inkml:trace>
  <inkml:trace contextRef="#ctx0" brushRef="#br0" timeOffset="1016.25">2143 801 0,'0'0'0,"0"0"0,0 0 16,0 0-16,0 0 15,0 0-15,11 6 16,8 7-16,7 11 16,4 18-16,1 17 15,-2 2 1,-2 1-16,-4-4 16,-1-3-16,-2-6 15,-3-6-15,-1-6 16,1-5-16,-2-5 15,0-2-15,-1-8 16,-1-4-16,-13-13 16,13 13-16,-13-13 15,21-9-15,-1-20 16,8-19-16,-1-14 16,-2-4-1,-1-11-15,-1-1 16,-6 5-16,-5 17 15,-5 14-15,-4 11 16,-2 7-16,-1 9 16,0 15-16,0-13 15,0 13-15,0 0 16</inkml:trace>
  <inkml:trace contextRef="#ctx0" brushRef="#br0" timeOffset="1433.13">3432 260 0,'0'0'0,"0"0"0,0 0 16,-4 8-16,-12 23 16,-15 31-16,-11 23 15,-9 13-15,-3 8 16,-3 11-16,8 2 16,9-8-1,8 3-15,10-8 16,9-9-16,7-5 15,9-11-15,6-11 16,9-1-16,5-9 16,10-10-16,11-5 15,3-14-15,11-8 16,5-8 0,2-12-16,5-10 15,-3-11-15,2-13 16</inkml:trace>
  <inkml:trace contextRef="#ctx0" brushRef="#br0" timeOffset="2084.19">3457 902 0,'0'0'0,"0"0"0,0 0 15,0 0-15,0 0 16,10-2-16,14 0 16,21-3-1,13-2-15,7-1 16,5 0-16,2 1 15,-2-1-15,-7 2 16,-3-1-16,-10 2 16,-7 1-16,-8 2 15,-8 0-15,-8 4 16,-19-2 0,24 6-16,-24-6 15,6 33-15,-14 10 16,-16 15-16,-10 4 15,-8-5-15,-6-2 16,2-7-16,-1 0 16,3 1-16,5-8 15,3-3-15,8-4 16,9-9-16,5-6 16,5-5-16,2-2 15,7-12 1,-7 13-16,7-13 15,0 0-15,0 11 16,0-11-16,21 11 16,6-6-16,11-5 15,9-4-15,-2-2 16,-3-4-16,-1-3 16,-2-2-1,-2-3-15,-2-3 16,-4-7-16,-5 4 15</inkml:trace>
  <inkml:trace contextRef="#ctx0" brushRef="#br0" timeOffset="2533.85">4560 174 0,'0'0'0,"0"0"0,0 0 0,0 0 16,0 0-16,5 2 16,6 9-1,17 12-15,12 21 16,-4 20-16,3 5 15,-2 8-15,-6-1 16,-3 5-16,-4 2 16,-8 1-16,-4 13 15,-7 2-15,-7 8 16,-5 8-16,-7-9 16,-6 5-16,-3-12 15,-3-8 1,-1-14-16,6-19 15,3-15-15,5-14 16,3-10-16,3-6 16,0-3-16,7-10 15,-17 16-15,17-16 16,0 0-16</inkml:trace>
  <inkml:trace contextRef="#ctx0" brushRef="#br0" timeOffset="2933.6">5159 1128 0,'0'0'0,"0"0"0,0 0 15,0 0 1,4-2-16,-4 2 15,29 0-15,-2 2 16,3 0-16,0 2 16,5 0-16,8 1 15,4 1-15,3-2 16,6-3-16,-1-3 16,6-2-1,2-1-15,-2 1 16,1 1-16,-3-1 15,-7 0-15,-2 2 16,-8 2-16,-11 2 16,-7 0-16,-24-2 15,16 11-15,-21 4 16,-19 13-16,-13 18 16</inkml:trace>
  <inkml:trace contextRef="#ctx0" brushRef="#br0" timeOffset="3166.23">5160 1805 0,'0'0'0,"0"0"15,0 0-15,0 0 16,0 0-16,-4 0 16,4 0-16,0 0 15,0 0 1,0 0-16,23 0 15,13-2-15,22-8 16,8-6-16,13-5 16,1-1-16,-3 2 15,5-3-15,-3 3 16,2 2-16,1 2 16,5 12-16</inkml:trace>
  <inkml:trace contextRef="#ctx0" brushRef="#br0" timeOffset="5766.25">7200 757 0,'0'0'0,"0"0"0,0 0 0,0 0 16,0 0 0,0 0-16,0 0 15,0 0-15,0 4 16,0-4-16,-3 27 16,1 1-16,0 9 15,-2 7-15,-1 5 16,-2 4-1,-6 0-15,-1-2 0,-2-1 16,-1-2 0,-2 3-16,1 2 15,-1-5-15,2-2 16</inkml:trace>
  <inkml:trace contextRef="#ctx0" brushRef="#br0" timeOffset="6132.92">6464 1649 0,'0'0'0,"0"0"15,0 0-15,0 0 16,0 0-16,16 5 15,8 4-15,14 4 16,4-1 0,11 2-16,13-4 15,8-5-15,6-3 16,2-4-16,7 2 16,0 0-16,0 0 15,-8 0-15,0 0 16,-7 0-16,-5 2 15,-4 0-15,-6 3 16,-12 0-16,-7 4 16,-10-1-1,-10-3-15</inkml:trace>
  <inkml:trace contextRef="#ctx0" brushRef="#br0" timeOffset="6433.5">6874 2289 0,'0'0'0,"0"0"16,0 0-16,0 0 15,14 0-15,18 0 16,15 0-16,7-5 15,0 0-15,3 0 16,-2-3 0,-6 0-16,-2 1 15,-9 0-15,-3 3 16,-4-2-16,-3 3 16,-3-1-16,-3 2 15,-7-2-15</inkml:trace>
  <inkml:trace contextRef="#ctx0" brushRef="#br0" timeOffset="6733.03">7200 2274 0,'0'0'0,"0"0"0,0 0 15,0 0-15,0 0 16,2 4-16,-2-4 15,14 27-15,-4 3 16,2 7-16,-5 5 16,-3 4-1,-7-1-15,-2 6 16,-4 4-16,-4 1 16,-2 2-16,0-4 15,1 0-15,0-2 16,0 2-16,1-6 15,2-7-15,4-10 16,5-12-16,5-7 16</inkml:trace>
  <inkml:trace contextRef="#ctx0" brushRef="#br0" timeOffset="7417.24">8459 413 0,'0'0'0,"0"0"15,0 0-15,-3 4 16,-11 11-16,-17 24 15,-10 26-15,-1 18 16,4 2-16,0 4 16,3-2-16,1-3 15,3-3 1,4-4-16,4-1 16,3 7-16,6-1 15,5 3-15,6 2 16,10-4-16,7-6 15,10-6-15,6-10 16,5-9-16,5-5 16,3-13-1,5-12-15,7-15 16,1-17-16,-2-20 16,-2-21-16</inkml:trace>
  <inkml:trace contextRef="#ctx0" brushRef="#br0" timeOffset="8050.01">8553 736 0,'0'0'0,"0"0"15,0 0-15,0 0 16,3 2-16,-3-2 16,19 24-16,-3-4 15,2 5 1,2 7-16,4 7 16,0 8-16,3 6 15,-4 0-15,-1-4 16,-1-3-16,-4-3 15,0-6-15,-1-3 16,-1-1-16,-4-1 16,2-4-16,-3-7 15,-1-6 1,-9-15-16,15 16 16,-15-16-16,0 0 15,18 6-15,-18-6 16,23-26-16,-5-8 15,3-11-15,1-6 16,-1 0-16,-2 1 16,1-1-16,-4 3 15,-2 6 1,-2 5-16,-2 9 16,-3 2-16,-2 2 15,0 4-15,-4 1 16,0 2-16,-1 4 15,0 2-15,0 11 16,0-11-16,0 11 16,0 0-16,0 0 15,0 0-15,0 0 16,0 0 0,0 0-16,0 0 15</inkml:trace>
  <inkml:trace contextRef="#ctx0" brushRef="#br0" timeOffset="8415.93">9457 586 0,'0'0'0,"0"0"0,0 0 0,0 0 0,0 0 16,0 7 0,2 5-16,1 18 15,6 13-15,4 2 16,5-2-16,1 1 15,5 1-15,-1-2 16,2-4-16,-3-3 16,3 0-16,2 4 15,0 0-15,0-1 16,0-2 0,-4-4-16,-1-2 15</inkml:trace>
  <inkml:trace contextRef="#ctx0" brushRef="#br0" timeOffset="8783.12">9874 699 0,'0'0'0,"0"0"15,0 0-15,0 0 16,0 0-16,0 0 16,-4 2-16,4-2 15,-32 24-15,3-1 16,-4 3-16,-7 5 16,-4 3-1,-1 3-15,-3 12 16,5 5-16,4 3 15,3 0-15,7-5 16,0-2-16,4-2 16,5-5-16,7-9 15,5-4-15,7-6 16,5-7-16,12-6 16</inkml:trace>
  <inkml:trace contextRef="#ctx0" brushRef="#br0" timeOffset="9182.84">10202 1366 0,'0'0'0,"0"0"0,0 0 0,0 0 0,0 0 16,-2 2-16,2-2 16,-22 10-16,0-3 15,-5 2-15,0-1 16,3 0-16,-4-1 16,3 3-1,1 1-15,0 3 16,6 3-16,3 4 15,6 7-15,7 1 16,7 3-16,13 0 16,6-1-16,15-2 15,8-5-15,7-9 16,0-9-16,1-8 16,-2-8-16,-4-4 15,-7-9 1</inkml:trace>
  <inkml:trace contextRef="#ctx0" brushRef="#br0" timeOffset="9650.02">10338 373 0,'0'0'0,"0"0"16,0 0-16,0 0 16,12 5-1,8 9-15,14 17 16,1 13-16,2 10 15,-5 5-15,0 11 16,-4 1-16,-3 6 16,-6 1-16,-3 2 15,-5 4-15,-8 0 16,-6 11-16,-7-4 16,-5 7-16,-2 3 15,-7-4 1,-5-4-16,-8-9 15,3-12-15,-4-8 16,7-17-16,4-10 16,7-11-16,6-9 15,6-8-15,8-9 16</inkml:trace>
  <inkml:trace contextRef="#ctx0" brushRef="#br0" timeOffset="10065.61">11104 290 0,'0'0'0,"0"0"16,-3 2-16,-4 11 15,-18 22-15,-2 23 16,3 13-16,3 8 16,6 8-16,6 1 15,6-4-15,3-2 16,3 4-1,0 0-15,3 1 16,4 0-16,3-6 16,3-6-16,2-6 15,6-7-15,5-3 16,5-6-16,0-9 16,4-6-1,2-11-15,2-11 0</inkml:trace>
  <inkml:trace contextRef="#ctx0" brushRef="#br0" timeOffset="10634.15">11469 538 0,'0'0'0,"0"0"0,0 0 16,0 0-16,3 14 16,4 15-16,7 25 15,-1 7-15,-1 7 16,0 1-1,-1 1-15,1 2 16,-1-7-16,1-8 16,0-9-16,0-9 15,1-8-15,1 2 16,2-2-16,0-5 16,0-7-16,-3-4 15,-13-15-15,17 14 16,-17-14-1,18 2-15,-4-12 16,7-15-16,4-14 16,1-10-16,-7-2 15,1-4-15,-5 0 16,-4 5-16,1 4 16,-5 10-16,-2 5 15,0 7 1,-2 3-16,0 6 15,-2 3-15,-1 12 16,3-16-16,-3 16 16,0 0-16,0 0 15,-4-10-15</inkml:trace>
  <inkml:trace contextRef="#ctx0" brushRef="#br0" timeOffset="11000.23">12295 527 0,'0'0'0,"0"0"0,0 0 16,0 0-1,3 1-15,-3-1 16,19 16-16,-1 4 16,-1 10-16,0 6 15,-3 5-15,-1 1 16,-3-1-16,0-3 16,-2-5-16,0 3 15,1 3-15,0 4 16,3 1-1,-2 0-15,1-5 16,1-5-16,-1-8 16,0-3-16,3-7 15</inkml:trace>
  <inkml:trace contextRef="#ctx0" brushRef="#br0" timeOffset="11288.13">12595 532 0,'0'0'0,"0"0"0,0 0 0,0 0 16,-3 5-16,-8 10 15,-10 13-15,-5 8 16,-2 3-1,-3 3-15,1-1 16,-1 2-16,1 1 16,1-2-16,0-3 15,0 2-15,4 6 16,6-1-16,4-2 16,6-8-16</inkml:trace>
  <inkml:trace contextRef="#ctx0" brushRef="#br0" timeOffset="11683.42">13108 1091 0,'0'0'0,"0"0"0,0 0 0,0 0 16,-8 3-16,-18 6 15,-23 8-15,-9 8 16,5 2-16,6 0 16,3 4-16,7 1 15,3 0-15,4 1 16,8-1-1,6 0-15,5-2 16,7 0-16,8-1 16,7 1-16,10-1 15,12-2-15,18-8 16,13-10-16,9-11 16,-1-14-16,-9-22 15</inkml:trace>
  <inkml:trace contextRef="#ctx0" brushRef="#br0" timeOffset="12100.06">13129 299 0,'0'0'0,"0"0"0,0 0 0,0 0 15,3 2-15,-3-2 16,33 31-16,-3 9 16,3 10-16,-3 4 15,-2 7-15,-3 6 16,-2 5-1,-5 5-15,-6 2 16,-4 9-16,-4 1 16,-5 0-16,-6-6 15,-2-2-15,-9-8 16,-2-2-16,-7-6 16,-3-9-16,-2-4 15,3-9-15,0-8 16,6-12-16,1-10 15,22-13 1</inkml:trace>
  <inkml:trace contextRef="#ctx0" brushRef="#br0" timeOffset="12433.49">13302 291 0,'0'0'0,"0"0"0,1-3 16,-1 3-16,0 0 15,20-15-15,11 4 16,17 0-16,12 3 15,3-1 1,-1 4-16,-2-1 16,-7 2-16,-5-1 15,-6 1-15,-4 0 16,-4 2-16,-11 1 16,-6-1-16,-17 2 15</inkml:trace>
  <inkml:trace contextRef="#ctx0" brushRef="#br0" timeOffset="12637.28">13624 309 0,'0'0'0,"0"0"0,0 0 16,0 0-16,0 9 15,0 9-15,0 14 16,0 8-16,0 2 15,0 2-15,0 2 16,0-3-16,0-4 16,0 3-1,0-2-15,0 0 16</inkml:trace>
  <inkml:trace contextRef="#ctx0" brushRef="#br0" timeOffset="13916.54">13955 1080 0,'0'0'0,"0"0"16,0 0-16,0 0 15,0 0 1,3 3-16,-3-3 16,23 7-16,6 0 15,19-7-15,13-6 16,11-1-16,9-5 16,-1-1-16,-1 2 15,2-1-15,-5 1 16,-6 2-16,2-1 15,-7 5-15,-3 1 16,-6 6-16,-9 1 16,-8 0-16,-13 1 15,-6-1 1,-20-3-16,15 9 16,-15-9-16</inkml:trace>
  <inkml:trace contextRef="#ctx0" brushRef="#br0" timeOffset="14251.21">14081 1512 0,'0'0'0,"0"0"0,0 0 16,0 0-16,0 0 15,0 0-15,5 0 16,-5 0-16,38 0 16,6 0-1,13-3-15,7-4 16,2-6-16,1-1 16,-6-1-16,-6 2 15,-7 2-15,-6 1 16,-3 0-16,-3 2 15,-5 0-15,-1 2 16,-3-1 0,-1 3-16,-5-1 15,3-3-15</inkml:trace>
  <inkml:trace contextRef="#ctx0" brushRef="#br0" timeOffset="14733.08">14608 700 0,'0'0'0,"0"0"0,0 0 15,0 0-15,0 0 16,1 3-16,-1-3 15,13 16-15,2 3 16,2 5-16,5 5 16,3 2-1,6 4-15,6 4 16,3 4-16,3 3 16,1-2-16,-2 0 15,-6-3-15,-4-3 16,-4-2-16,-4 2 15,-9-2-15,-9-4 16,-5 3-16,-5-1 16,-14 3-1,-13 7-15,-22 2 16,-11 3-16,-12 0 16,-2-3-16,3-4 15,9-6-15,9-4 16,11-7-16,9-4 15,10-6-15,7-6 16,20-9-16</inkml:trace>
  <inkml:trace contextRef="#ctx0" brushRef="#br0" timeOffset="15316.17">16063 528 0,'0'0'0,"0"0"0,0 0 0,0 0 16,0 0-16,0 0 15,-1 8-15,-7 11 16,-8 19-16,-4 12 15,0 3-15,-1-1 16,2-4-16,2-3 16,0 1-16,3 6 15,-2 2-15,1 2 16,-1 0 0,1 2-16,-2 2 15,-1 5-15,2-8 16,3-3-16</inkml:trace>
  <inkml:trace contextRef="#ctx0" brushRef="#br0" timeOffset="15716.76">15371 1581 0,'0'0'0,"0"0"0,0 0 0,0 0 16,0 0-16,0 0 16,0 0-16,0 0 15,0 0-15,0 0 16,0 0 0,7 2-16,-7-2 15,42 8-15,4-1 16,19 1-16,9-5 15,10-6-15,6-1 16,3-1-16,7-1 16,1-2-16,-2 0 15,-5-1-15,-5 2 16,-6 1 0,-14 1-16,-8 1 15,-11 1-15,-12 2 16,-7 0-16,-10 0 15,-21 1-15,16 1 16</inkml:trace>
  <inkml:trace contextRef="#ctx0" brushRef="#br0" timeOffset="16033">15533 2127 0,'0'0'0,"0"0"0,0 0 0,10-4 16,16-4-16,39-11 15,14-1-15,11 3 16,3-3-16,-3 2 15,-3 0-15,-6 1 16,-8 0-16,-9 0 16,-11 3-16,-12 3 15,-12 1-15,-10 6 16,-19 4-16</inkml:trace>
  <inkml:trace contextRef="#ctx0" brushRef="#br0" timeOffset="16349.85">15875 2030 0,'0'0'0,"0"0"0,0 0 16,3 5-1,1 7-15,8 9 16,1 5-16,4 6 15,-1 7-15,-1 8 16,-4 7-16,-5 0 16,-7 5-16,-7 3 15,-2 3-15,-2 1 16,-2 0-16,1-2 16,2-9-1,0-7-15,-1-6 16,4-9-16,2-11 15,3-3-15,5-10 16</inkml:trace>
  <inkml:trace contextRef="#ctx0" brushRef="#br0" timeOffset="17083.18">16978 568 0,'0'0'0,"0"0"16,0 0-16,0 0 15,0 0-15,6 9 16,6 10-16,5 7 16,4 8-1,-2 2-15,1 0 16,-4-5-16,1 1 15,0 0-15,2 6 16,4 6-16,1 5 16,4 3-16,-1 3 15,1-1-15,-3-4 16,-1-1-16,-4-7 16,0-5-1,-6-8-15,-4-12 16,-2-5-16,-8-12 15,0 0-15,0 0 16,20 2-16,-5-20 16,5-16-16,3-12 15,3-17-15,1-5 16,0-5-16,1-3 16,-3 5-16,-3 3 15,-4 2 1,-1 4-16,-5 9 15,1 8-15,-3 6 16,-3 3-16,2 0 16,-1 3-16,0 6 15,-2 9-15,-1 5 16,-5 13-16,6-12 16,-6 12-1,0 0-15,0 0 16,0 0-16,0 0 15</inkml:trace>
  <inkml:trace contextRef="#ctx0" brushRef="#br0" timeOffset="17450.32">18091 426 0,'0'0'0,"0"0"16,5 2-16,-5-2 15,32 15-15,0 1 16,0 1-16,-6 1 16,-3-1-16,-5-1 15,-2-1-15,1 4 16,1 3-16,-1 4 16,2 2-1,0 4-15,1 6 16,3 4-16,2 3 15,0 4-15,0-3 16,0 4-16,-1-5 16,-5-8-16,-4-7 15,-5-11-15,-2-6 16,-8-13-16,8 13 16,-8-13-16,0 0 15,0 0 1,0 0-16</inkml:trace>
  <inkml:trace contextRef="#ctx0" brushRef="#br0" timeOffset="17749.87">18607 314 0,'0'0'0,"0"0"16,0 0-1,0 0-15,-4 6 16,-6 13-16,-14 23 16,-8 14-16,-3 8 15,-6 5-15,0-1 16,1-2-16,3-3 16,-1 1-16,4-8 15,0 0 1,3 0-16,4-4 15,6 1-15,6-3 16,4-3-16,6 0 16,3-5-16,4-1 15</inkml:trace>
  <inkml:trace contextRef="#ctx0" brushRef="#br0" timeOffset="18216.56">19180 1091 0,'0'0'0,"0"0"0,0 0 0,0 0 15,0 0-15,-19-3 16,-15-2-16,-19 5 16,-5 7-16,0 8 15,0 2-15,0 0 16,5 5-16,5 1 16,6 2-16,9 7 15,6 11-15,4 4 16,8 4-1,8-5-15,9 3 16,14 5-16,13 2 16,12-2-16,13-4 15,11-7-15,8-9 16,9-8-16,-2-9 16,-3-6-16,-5-5 15,-6-1-15,-11-4 16,-7-1-1,-10 0-15,-10-5 16</inkml:trace>
  <inkml:trace contextRef="#ctx0" brushRef="#br0" timeOffset="19349.86">11280 1854 0,'0'0'0,"0"0"0,0 0 0,0 0 0,0 0 15,-2 8-15,-3 9 16,-3 12-1,0 0-15,3-4 16,5-3-16,6 0 16,5-1-16,11-1 15,14 1-15,19-4 16,25-3-16,13-7 16,20-4-16,2-5 15,6-3-15,4-2 16,-4-6-1,-5-1-15,-13-1 16,-11-1-16,-8 1 16,-15 3-16,-6 3 15,-3-2-15,-2 5 16,0 2-16,-3 6 16,-3 1-16,-2 0 15,1-1-15,-4 1 16,-1-2-16,-4 2 15,-3-4 1,-3-6-16,-9-3 16,-4 0-16,-8 1 15,-15 9-15,19-19 16,-15 8-16,0-2 16,-4-3-16,-2-2 15,-3 0-15,-1 3 16,-3-2-1,0 1-15,-5-3 16,-10-2-16</inkml:trace>
  <inkml:trace contextRef="#ctx0" brushRef="#br0" timeOffset="19750.18">12635 2173 0,'0'0'0,"0"0"0,0 0 0,0 0 15,0 0-15,-4 0 16,4 0-1,0 0-15,0 0 16,0 0-16,0 0 16,10 12-16,-10-12 15,17 13-15,-17-13 16,11 11-16,-11-11 16,0 0-16,0 0 15,11 10-15,-11-10 16,0 0-16,0 0 15,0 0 1,0 0-16,0 0 16,0 0-16</inkml:trace>
  <inkml:trace contextRef="#ctx0" brushRef="#br0" timeOffset="20719.93">19813 580 0,'0'0'0,"0"0"16,0 0-16,0 0 15,3 9-15,7 13 16,7 15-16,8 12 16,9-1-16,0 1 15,5-4-15,-1-4 16,0-2-16,0 0 15,3-2 1,-2 4-16,2 0 16,4 4-16,3 2 15,0-1-15,-2-1 16,-4-4-16,-6-7 16,-9-10-16,-8-9 15,-7-4-15,-12-11 16,18 11-16,-18-11 15,0 0 1,0 0-16</inkml:trace>
  <inkml:trace contextRef="#ctx0" brushRef="#br0" timeOffset="21334.14">20540 329 0,'0'0'0,"0"0"15,0 0-15,0 0 16,-2 4 0,-9 12-16,-13 20 15,-12 16-15,-6 5 16,-1 1-16,-2-3 16,-5 3-16,3-4 15,2-3-15,1-1 16,2-4-16,4-1 15,-3 0-15,4 2 16,5-1 0,1 2-16,5-2 15,5-2-15,4-1 16,5-3-16,0-4 16,2-6-16,4-5 15,2-10-15,4-4 16,0-11-16</inkml:trace>
  <inkml:trace contextRef="#ctx0" brushRef="#br0" timeOffset="21749.74">20914 1239 0,'0'0'0,"0"0"0,0 0 0,0 0 0,0 0 16,-4 0-16,-12 5 16,-22 6-16,-19 8 15,5 7-15,4 9 16,3 4-16,3 2 15,1 2-15,5-2 16,3 6 0,9-1-16,5 5 15,8 0-15,7-4 16,14 0-16,14-4 16,9 4-16,14-2 15,10-8-15,6-8 16,2-10-16,3-13 15,-4-7 1,-1-7-16,-3-11 0,-8-3 16,-8-8-1</inkml:trace>
  <inkml:trace contextRef="#ctx0" brushRef="#br0" timeOffset="22166.96">20902 228 0,'0'0'0,"0"0"15,0 0-15,0 0 16,0 0-16,4-4 16,-4 4-16,19-7 15,8-4-15,19-6 16,17-1-16,6-1 15,-5 5-15,-5 2 16,-10 2 0,-4 1-16,-1 0 15,-9 1-15,-4 1 16,-6 3-16,-7-1 16,-18 5-16</inkml:trace>
  <inkml:trace contextRef="#ctx0" brushRef="#br0" timeOffset="22433.45">21126 199 0,'0'0'0,"0"0"0,0 0 16,-2 4-16,2-4 15,-5 26-15,3 2 16,1 7-16,1 4 15,0 0-15,0 0 16,0-5-16,0-6 16,0 0-16,0-2 15,1 2 1,1-1-16,0-3 16,1 2-16,3 1 15,1 3-15</inkml:trace>
  <inkml:trace contextRef="#ctx0" brushRef="#br0" timeOffset="23149.75">21809 624 0,'0'0'0,"0"0"16,0 0-16,1 2 16,3 10-16,6 22 15,7 19-15,2 6 16,-3 5-16,-1-1 15,-5-3-15,-1-6 16,0-7-16,-3-9 16,1-3-16,-1-2 15,1 3 1,2-1-16,3-1 16,1-5-16,0-4 15,-3-7-15,1-5 16,-5-2-16,-6-11 15,21 8-15,-5-9 16,8-11-16,5-14 16,1-10-16,-1-4 15,-4-4-15,1-6 16,-2-2 0,1-2-16,-5 4 15,-2 1-15,-2 4 16,-1 3-16,0 5 15,-4 8-15,-3 5 16,-1 9-16,-5 4 16,-2 11-16,5-13 15,-5 13-15,0 0 16,3-13 0</inkml:trace>
  <inkml:trace contextRef="#ctx0" brushRef="#br0" timeOffset="23550.46">22631 254 0,'0'0'0,"0"0"0,5 0 16,10-1 0,18-2-16,16-1 15,5 1-15,8 0 16,6 1-16,-2 2 15,-5-2-15,-8 2 16,-3 0-16,-4 0 16,-4-2-16,-6 2 15,-5-2-15,-7 0 16,-5 2 0,-19 0-16,17 0 15</inkml:trace>
  <inkml:trace contextRef="#ctx0" brushRef="#br0" timeOffset="23816.93">23014 311 0,'0'0'0,"0"0"15,0 0-15,-2 9 16,0 4-16,-1 11 15,-2 8-15,1 1 16,0 1-16,2 0 16,2 1-16,0-3 15,2 5-15,0-5 16,2-3 0,2 6-16,0 0 15,5 2-15,-3-6 16</inkml:trace>
  <inkml:trace contextRef="#ctx0" brushRef="#br0" timeOffset="24882.24">19433 2244 0,'0'0'0,"0"0"0,0 0 15,0 0-15,0 3 16,0-3-16,-8 19 16,1 1-16,-2 3 15,1 4 1,1 7-16,1 4 15,0 7-15,-1 5 16,0 3-16,0 0 16,0 1-16,-2 8 15,4 2-15,1 0 16,5 0-16,5-4 16,4 2-1,0 0-15,-1-5 16,0-11-16,-2-8 15,-1-8-15,0-8 16,0-2-16,0-5 16,1-3-16,2-1 15,-9-11-15</inkml:trace>
  <inkml:trace contextRef="#ctx0" brushRef="#br0" timeOffset="25350.67">19818 2360 0,'0'0'0,"0"0"0,0 0 15,0 0-15,0 0 16,-2 7-16,0 14 16,-3 17-16,1 6 15,-2 7-15,0 4 16,0 0-16,1 3 16,-2 0-16,1 2 15,1 7 1,-2 5-16,1 4 15,-3 1-15,3-1 16,-2 3-16,3-2 16,3-9-16,2-3 15,0-10-15,0-7 16,0-11-16,2-12 16,-2-8-16,0-7 15,0-10-15,0 13 16,0-13-1,0 0-15,0 0 16</inkml:trace>
  <inkml:trace contextRef="#ctx0" brushRef="#br0" timeOffset="25933.44">18844 3074 0,'0'0'0,"0"0"16,0 0-16,0 0 16,0 0-16,0 3 15,0-3 1,21 32-16,-2 0 15,3 3-15,4 7 16,5 0-16,3-2 16,4-1-16,5 2 15,0-4-15,3 2 16,5 1-16,1 0 16,2 0-16,4 1 15,-5-6 1,-2-5-16,-5-6 15,-8-5-15,-2-4 16,-4-4-16,-3-6 16,-4-4-16,0-7 15,5-6-15,5-11 16,5-14-16,6-8 16,1-5-16,3-7 15,4-8-15,-2-2 16,-3-4-1,-3 9-15,-5 9 16,-10 10-16,-7 12 16,-8 9-16,-5 8 15,-11 14-15,12-16 16,-12 16-16,0 0 16,0 0-16,0 0 15,0 0 1</inkml:trace>
  <inkml:trace contextRef="#ctx0" brushRef="#br1" timeOffset="37150.07">21658 4151 0,'0'0'0,"0"0"0,5 3 0,9 9 16,14 11-16,9 11 16,6 7-16,-4 0 15,1 0-15,1-1 16,-4-1-16,-1-4 15,-1 1-15,-4-3 16,-3-6-16,1 2 16,-7-3-16,-1-2 15,-4-7 1,-5-3-16,-12-14 16</inkml:trace>
  <inkml:trace contextRef="#ctx0" brushRef="#br1" timeOffset="37532.66">22121 4125 0,'0'0'0,"0"0"0,0 0 16,0 0-16,0 4 15,0-4-15,-2 25 16,-8 14-16,-7 10 16,-7 7-16,-4-2 15,-2-4 1,-1 1-16,-1-4 16,1-1-16,1-5 15,5-7-15,2-3 16,3-4-16,1-1 15,5-1-15,0-4 16,5-2-16,4-6 16,0-2-1,5-11-15,-3 15 0</inkml:trace>
  <inkml:trace contextRef="#ctx0" brushRef="#br1" timeOffset="37982.49">22597 4632 0,'0'0'0,"0"0"0,0 0 0,0 0 0,0 0 15,0 0-15,0 0 16,0 0-16,-3 4 16,3-4-16,-31 29 15,1 0-15,-1-1 16,0-3 0,0-1-16,0-1 15,1 1-15,1-5 16,5 0-16,0 1 15,3 5-15,4 10 16,3 4-16,7-1 16,5-5-16,5-2 15,9-4-15,4-1 16,5-4 0,3-2-16,2-3 15,2-5-15,2-4 16,-1-4-16,-5-4 15,2-2-15,-2-3 16,2-4-16,-2-6 16</inkml:trace>
  <inkml:trace contextRef="#ctx0" brushRef="#br1" timeOffset="38399.58">22767 4285 0,'0'0'0,"0"0"0,0 0 16,0 0-16,6 7 15,7 10-15,7 12 16,4 4-16,-3 0 16,4 1-16,0 1 15,1 1-15,2-1 16,-1-1 0,0-1-16,4 2 15,1 0-15,0-3 16,0-2-16,0-2 15,0-1-15,1-5 16,-6-2-16,1-4 16,0-3-16,-3-4 15</inkml:trace>
  <inkml:trace contextRef="#ctx0" brushRef="#br1" timeOffset="38765.79">23210 4324 0,'0'0'0,"0"0"15,0 0-15,0 0 16,0 0-16,0 0 15,-5 7-15,-4 7 16,-6 12-16,-5 7 16,-1 5-16,-3 3 15,0 5-15,-2 1 16,1-2 0,-1 2-16,1-2 15,-1 1-15,0-1 16,0-2-16,5-6 15,2-4-15,4-1 16,4-6-16,2-1 16,5-5-16,4-6 15,0-14 1</inkml:trace>
  <inkml:trace contextRef="#ctx0" brushRef="#br1" timeOffset="39882.86">23695 4933 0,'0'0'0,"0"0"15,0 0-15,0 0 16,0 0-16,0 0 16,0 0-16,0 0 15,0 0-15,0 0 16,-13 5-16,13-5 16,-35 15-16,11-4 15,-6 0 1,-3 6-16,-4 8 15,0 6-15,3 4 16,2 3-16,7 0 16,7 0-16,5 2 15,9-4-15,8 0 16,7-4-16,9-5 16,11-2-1,12-6-15,11-5 16,4-9-16,2-6 15,-2-3-15,-7-8 16,-7-3-16,-5-3 16,-8-5-16,-1 2 15</inkml:trace>
  <inkml:trace contextRef="#ctx0" brushRef="#br1" timeOffset="40365.94">23287 3918 0,'0'0'0,"0"0"0,0 3 15,0-3-15,0 0 16,0 0-16,0 0 16,27 13-16,16-6 15,12-3-15,4-1 16,3-4-16,-6-5 16,-6 0-16,-5-1 15,-10-2-15,-3 3 16,-2 0-1,-2 0-15,-4 2 16,-7 2-16,-17 2 16,19-6-16</inkml:trace>
  <inkml:trace contextRef="#ctx0" brushRef="#br1" timeOffset="40632.14">23550 3932 0,'0'0'0,"0"0"16,0 0-16,0 4 15,0-4-15,-2 19 16,1-1-16,1 5 16,-1 5-16,-2 3 15,0-2 1,1-2-16,0-1 15,-1-1-15,2 1 16,1-1-16,1 0 16,2-1-16,-1 1 15,2-7-15</inkml:trace>
  <inkml:trace contextRef="#ctx0" brushRef="#br1" timeOffset="41433.94">21482 5368 0,'0'0'0,"0"0"15,0 0-15,0 0 16,0 0-1,0 0-15,0 3 16,0-3-16,0 0 16,4 13-16,-4-13 15,17 22-15,6-9 16,12 1-16,12-2 16,14 0-1,11-3-15,10-4 0,11-2 16,4 0-1,6-1-15,7 2 16,-3-2-16,7 1 16,1-2-16,-10 2 15,7 0-15,-9 0 16,-4-3-16,-1-3 16,-3-1-16,-7-1 15,-5-2-15,-8 2 16,-9 0-1,-6 2-15,-10-1 16,-7 2-16,-10 1 16,-7 0-16,-5 0 15,-4 1-15,-17 0 16,18 0-16,-18 0 16,0 0-16,0 0 15</inkml:trace>
  <inkml:trace contextRef="#ctx0" brushRef="#br1" timeOffset="41765.41">22279 5861 0,'0'0'0,"0"0"16,0 0-16,0 0 15,0 0-15,10 5 16,18 7-16,19 1 16,12-5-16,9-8 15,5-4-15,2-6 16,-2 0-1,-4-1-15,-10-1 16,-6 1-16,-6 0 16,-9 2-16,-4-1 15,-9 3-15,-25 7 16</inkml:trace>
  <inkml:trace contextRef="#ctx0" brushRef="#br1" timeOffset="42099.52">22517 5899 0,'0'0'0,"0"0"0,0 0 0,0 0 0,0 0 16,0 0-16,0 2 15,0-2-15,-4 18 16,-2 3-1,1 3-15,2 1 16,2-5-16,1-2 16,0-1-16,0 2 15,0-2-15,1-1 16,-1 3-16,1 2 16,0 3-16,0 6 15,0 0-15,0 6 16,1-1-16,1-4 15,2-4 1,1-16-16</inkml:trace>
  <inkml:trace contextRef="#ctx0" brushRef="#br1" timeOffset="42849.8">24050 4903 0,'0'0'0,"0"0"15,0 0-15,0 0 16,7 0-1,10 0-15,12 0 16,5 0-16,2 0 16,-2-1-16,2-2 15,1-1-15,1-3 16,0-1-16,0-3 16,-6 5-16,-3-1 15,-6 1-15,-7 3 16,-1-2-16</inkml:trace>
  <inkml:trace contextRef="#ctx0" brushRef="#br1" timeOffset="43136.1">24013 5185 0,'0'0'16,"0"0"-16,0 0 16,0 0-16,0 0 15,0 0-15,4 3 16,-4-3-16,0 0 16,33 7-16,0-5 15,10-2-15,5-3 16,-4-3-1,-5-2-15,-5 0 0,-5 0 16,-2 0 0,0 1-16,1-1 15,-4 2-15,0-3 16</inkml:trace>
  <inkml:trace contextRef="#ctx0" brushRef="#br1" timeOffset="43682.24">25009 4705 0,'0'0'0,"0"0"0,0 0 16,0 0 0,0 0-16,0 0 15,-4 0-15,4 0 16,-31 0-16,6 0 16,1 1-16,1 2 15,1 5-15,-3 5 16,-3 4-16,1 7 15,0 5-15,3 5 16,5 12-16,3 3 16,4 1-1,0-2-15,5-4 16,3-7-16,3-4 16,4-2-16,2-2 15,0-1-15,3-4 16,2-5-16,0-2 15,6-2-15,4-2 16,7 0-16,9-2 16,5-3-1,5-3-15,-4-3 16,-6-2-16,-36 0 16,16-2-16,6 0 15</inkml:trace>
  <inkml:trace contextRef="#ctx0" brushRef="#br0" timeOffset="56149.53">16332 4524 0,'0'0'0,"0"0"0,0 0 16,2 6-1,-2-6-15,8 24 16,0-4-16,0 0 15,-1 1-15,0 2 16,0 1-16,0 2 16,0 0-16,0 0 15,1 0-15,-2 0 16,2 0-16,-2-1 16,2 0-16,-2 0 15,0-4 1,1-5-16,-2-3 15,2-1-15,-7-12 16,8 14-16,-8-14 16,0 0-16,0 0 15,0 0-15,26-8 16,-4-23-16,3-8 16,-2-2-1,-2 0-15,0-5 16,0-1-16,1-1 15,-3 6-15,-1 3 16,-3 7-16,-6 8 16,1 4-16,-4 5 15,-1 2-15,-1 3 16,-4 10-16,6-17 16,-6 17-16,7-14 15,-7 14 1,5-13-16,-5 13 15,4-12-15,-4 12 16,0 0-16,4-11 16,-4 11-16,0 0 15,0 0-15,0 0 16,0 0-16,0 0 16,0-11-16,0 11 15,0 0 1,0 0-16,0 0 15,0 0-15,0 0 16,0 0-16,0 0 16,0 0-16,3-11 15,-3 11-15,0 0 16,0 0-16,0 0 16,0 0-16,0 0 15,0 0-15,0 0 16,0 0-1,0 0-15,0 0 16,0 0-16,0 0 16,0 0-16,0 0 15,0 0-15,0 0 16,0 0-16,0 0 16,0 0-16,0 0 15,0 0-15,0 0 16,0 0-1,0 0-15,0 0 16,0 0-16,0 0 16,0 0-16,0 0 15,0 0-15,0 0 16,0 0-16</inkml:trace>
  <inkml:trace contextRef="#ctx0" brushRef="#br0" timeOffset="69250.22">6853 9719 0,'0'0'0,"4"3"0</inkml:trace>
  <inkml:trace contextRef="#ctx0" brushRef="#br0" timeOffset="90732.16">16624 1803 0,'0'0'0,"0"0"0,0 0 16,0 0-16,0 0 15,-7-5-15,7 5 16,-42-14-16,0 4 16,-9 0-1,-7-1-15,-12 1 16,-5 2-16,-13 7 16,-7 9-16,-2 8 15,0 5-15,8 8 16,2 9-16,2 14 15,2 15-15,1 12 16,6 10-16,9 9 16,7 2-1,8 10-15,11-4 0,11-4 16,5-4 0,13-4-16,8-5 15,8-1-15,12-7 16,9-5-16,10-4 15,11-3-15,12-9 16,14-10-16,10-14 16,20-14-16,8-15 15,17-27 1,-1-18-16,0-18 16,7-18-16,1-17 15,-9-17-15,-7-5 16,-19-4-16,-17-3 15,-8-2-15,-13-4 16,-13 13-16,-14-1 16,-15 13-16,-14 8 15,-17 4 1,-9 12-16,-17 8 16,-13 2-16,-19 7 15,-23 0-15,-20 12 16,-15 16-16,-10 10 15,-3 14-15,10 14 16,10 11-16,18 16 16</inkml:trace>
  <inkml:trace contextRef="#ctx0" brushRef="#br0" timeOffset="91949.43">18149 1876 0,'0'0'0,"3"3"0,-3-3 16,18 27-16,0 1 15,0 6-15,0 3 16,-5-4 0,-2-3-16,-4-6 15,-2-5-15,-1 0 16,1 0-16,0 1 15,6 3-15,14 1 16,15-2-16,19 1 16,14-9-16,9-3 15,5-6-15,-1-5 16,-2-2 0,1-1-16,-5-2 15,3-2-15,-3-1 16,5 2-16,1-1 15,-3 1-15,1 0 16,-5-1-16,-2 4 16,-7 1-16,-4 2 15,0 2-15,2 0 16,-3 0 0,-5 1-16,2 1 15,-1 0-15,1 0 16,-4-1-16,-4 2 15,0-2-15,2 2 16,0 3-16,-1-4 16,-2 1-16,2 1 15,1-1-15,-1-1 16,-1-1-16,-5-4 16,-4-4-1,-6-1-15,-7 3 16,-3-2-16,-5 3 15,-1 0-15,-1-1 16,3-5-16,-5 0 16,-1-4-16,-4 1 15,-1-1-15,-4-3 16,-1-5 0,-5 1-16,-3 0 15,-2 1-15,-6 1 16,0 2-16</inkml:trace>
  <inkml:trace contextRef="#ctx0" brushRef="#br0" timeOffset="93348.17">17758 4537 0,'0'0'0,"0"0"16,0 0-16,0 0 15,0 0-15,-4-2 16,4 2-16,-24-6 16,-7-1-16,-10 1 15,0-1 1,-6-1-16,-2 3 15,1 2-15,5 3 16,6 3-16,-1 4 16,2 6-16,-4 9 15,2 15-15,-3 11 16,6 3-16,3 5 16,6 0-16,3 1 15,5 6-15,5-2 16,4-6-1,5-8-15,1-8 16,8-4-16,3 1 16,10-1-16,8 0 15,10 1-15,11-6 16,7-10-16,14-6 16,-1-5-16,-2-6 15,-10-8-15,-9-2 16,-6-5-1,-3-4-15,-2-1 16,-3-1-16</inkml:trace>
  <inkml:trace contextRef="#ctx0" brushRef="#br0" timeOffset="94764.82">18149 4539 0,'0'0'0,"1"7"15,-1-7-15,8 22 16,3 8-16,5 13 15,0 4 1,0 1-16,1-4 16,-3-4-16,-1-2 15,0-1-15,0 2 16,-1-1-16,-1-6 16,-2-2-16,0-3 15,0 1-15,-1-4 16,-1 0-16,0-2 15,-1-2 1,-1-5-16,0-2 16,-5-13-16,10 17 15,-10-17-15,0 0 16,0 0-16,20 4 16,-5-16-16,5-11 15,1-12-15,3-10 16,1-8-16,-2-6 15,1 0 1,-1 1-16,0 0 16,-1 3-16,-1 2 15,-2 6-15,-1 0 16,-1 6-16,3 4 16,-2 7-16,0 4 15,-2 5-15,-6 5 16,-10 16-1,12-15-15,-12 15 16,0 0-16,0 0 16,0 0-16,0 0 15,0 0-15</inkml:trace>
  <inkml:trace contextRef="#ctx0" brushRef="#br0" timeOffset="95164.75">18991 3880 0,'0'0'0,"0"0"16,0 0-16,0 0 16,0 0-16,1 2 15,-1-2-15,17 15 16,-2 0-16,5 1 16,8-3-16,9-2 15,9-1-15,5 0 16,-1-5-16,0 1 15,-5-3 1,0-1-16,0 1 16,0-1-16,-4 1 15,-4-2-15,-5 1 16,-5-1-16,-5 0 16,-22-1-16</inkml:trace>
  <inkml:trace contextRef="#ctx0" brushRef="#br0" timeOffset="95532.53">19219 4076 0,'0'0'0,"0"0"0,0 0 15,0 0-15,0 0 16,-5 1-16,5-1 15,0 0-15,-5 10 16,3 3 0,-1 3-16,-2 5 15,2 2-15,0 4 16,3 4-16,1 4 16,1 6-16,1-4 15,0-1-15,-1-4 16,0-2-16,1 1 15,-1-1 1,0 2-16,1 4 16,-1 2-16,0-4 15,1-3-15,-3-4 16,2-5-16,-2-2 16</inkml:trace>
  <inkml:trace contextRef="#ctx0" brushRef="#br0" timeOffset="101082.39">15780 3876 0,'0'0'0,"0"0"0,0 0 16,0 0-16,0 0 15,0 0-15,0 0 16,9-2-16,12 2 16,30-1-16,29-5 15,27-6 1,18-5-16,12-3 15,12-1-15,14-2 16,4 0-16,10-2 16,8 3-16,5 4 15,3 1-15,3 2 16,-5 3-16,3 2 16,-14 1-16,-3 4 15,-6 3 1,-13 3-16,-8 4 15,-13-1-15,-14 2 16,1 4-16,-13 2 16,-10 4-16,-10 3 15,-19 2-15,-7 0 16,-8-1-16,-6 1 16,-5 0-1,-7 0-15,-7-2 0,-7 0 16,-6 0-1,-2 5-15,-1 7 16,-2 8-16,-1 7 16,-2 8-16,-3 4 15,-1 14-15,-6 9 16,-1 8-16,-1 11 16,1-6-16,0 5 15,0 8-15,0-7 16,0 2-1,0-3-15,0-2 16,-3-4-16,-1-5 16,-8-2-16,-3-9 15,-4-3-15,-3-8 16,-3-10-16,-3-5 16,-6-9-1,-2-4-15,-11-3 0,-9-2 16,-15-5-1,-19-1-15,-12-8 16,-16 0-16,-17-5 16,-13 1-16,-14 0 15,-4 1-15,-5 0 16,6-3-16,2 4 16,4-3-16,8 0 15,-1 0 1,8 0-16,2-1 15,9-2-15,7-2 16,17-7-16,-7 2 16,12-2-16,-6 1 15,-4-1-15,6 1 16,-3 0-16,3-1 16,12 1-16,10-1 15,6 1 1,9-4-16,9-5 15,12-1-15,13-2 16,11-1-16,7 1 16,3-4-16,3 0 15,0-2-15,0-11 16,-1-10-16,-3-14 16,-1-13-16,3-3 15,-1-8 1,-2-3-16,1-1 15,-3-4-15,3 1 16,2 3-16,-1-2 16,5 6-16,2-2 15,1 0-15,4 0 16,-2 3-16,1 4 16,0 1-16,1 1 15,-1 2 1,1 2-16,1 6 15,1 6-15,-1 0 16,0 0-16,1-1 16,0 1-16,1 6 15,-1 5-15,2 3 16,-1 2-16,0 1 16,-1 0-16,1-1 15,-1 1-15,1 2 16,0 2-1,-1 4-15,2 2 16,0 1-16,2 1 16,-1 0-16,2 1 15,0-1-15,-1 3 16,2 3-16,-2 1 16,-2 15-1,3-15-15,-3 15 0,0 0 16,10-13-1</inkml:trace>
  <inkml:trace contextRef="#ctx0" brushRef="#br1" timeOffset="113065.27">21561 7615 0,'0'0'0,"0"0"0,0 0 16,0 0-16,0 0 15,0 0-15,0 0 16,0 0-16,0 0 16,0 0-16,4 0 15,-4 0-15,0 0 16,20 0 0,1 2-16,11 2 15,5-2-15,-2-1 16,2-1-16,1-3 15,1-3-15,2-2 16,-1 2-16,-3-1 16,-4 2-1,-5 1-15,-4 0 16,-4 1-16,-20 3 16,25-6-16,-25 6 15,0 0-15,0 0 16,0 0-16</inkml:trace>
  <inkml:trace contextRef="#ctx0" brushRef="#br1" timeOffset="113598.06">21468 7669 0,'0'0'0,"0"0"0,0 0 0,0 0 0,0 0 15,0 0-15,0 0 16,0 4-16,0-4 16,-3 18-16,1 1 15,0 6 1,-2 1-16,2 4 16,0 6-16,0 2 15,0 5-15,0-5 16,-3-2-16,3-2 15,-1-6-15,2 0 16,-2-1-16,1-1 16,-1-1-16,1-4 15,0 2-15,4-4 16,1-1 0,4-1-16,1 0 15,3-2-15,5 3 16,9-2-16,7 0 15,5-7-15,6-3 16,0-7-16,1-4 16,1-4-16,-4 0 15,-1-5-15,-1 1 16,-7 2 0,-1 0-16,-9 4 15,-3 1-15,-19 6 16,25-9-16,-25 9 15,17-9-15,-17 9 16</inkml:trace>
  <inkml:trace contextRef="#ctx0" brushRef="#br1" timeOffset="113931.44">21518 8099 0,'0'0'0,"0"0"0,0 0 0,0 0 0,0 0 16,5-2-16,-5 2 15,0 0-15,0 0 16,16-5-16,1 1 15,15-3-15,10 0 16,3-2-16,-2 1 16,-2 1-16,-4 2 15,-7 1-15,-3 0 16,-1 0 0,0 1-16,0-1 15,1-2-15</inkml:trace>
  <inkml:trace contextRef="#ctx0" brushRef="#br1" timeOffset="114765.07">22394 7752 0,'0'0'0,"0"0"0,0 0 0,0-2 0,0 2 15,0 0-15,0 0 16,0 0-16,0 0 16,0 0-16,0 0 15,0 0-15,11 18 16,-7 1 0,2 4-16,-2 5 15,-4 6-15,-2 2 16,0 6-16,-2-1 15,1 0-15,0-4 16,-1-1-16,-1-5 16,3 1-16,2-4 15,0-10-15,0-18 16,0 11-16,0-11 16,0 0 15,-5-37-31,-2-7 15,3 2-15,-2 5 16,3 3-16,0 2 16,1 4-16,2 4 15,-1 0-15,0 1 16,0-2-16,0 1 16,-1 3-1,1-1-15,1 13 16,0 9-16,0 0 15,1-12-15,-1 12 16,0 0-16,24-13 16,-5 8-16,4 1 15,2 4-15,-1 5 16,7 8-16,3 6 16,1 7-1,4 4-15,-8-2 16,-2 2-16,-4 0 15,-6-5-15,-4-1 16,-4-3-16,-3-3 16,-10 4-16,-6 0 15,-22 5-15,-17 4 16,-14 2-16,-11-2 16,10-7-1,0-4-15,1-4 16,11-8-16,5-2 15,10-4-15,14 0 16,21-2-16,-21 0 16,21 0-16,-7-10 15,9-8-15</inkml:trace>
  <inkml:trace contextRef="#ctx0" brushRef="#br1" timeOffset="115115.6">23133 7721 0,'0'0'0,"0"0"0,0 3 16,0-3-16,0 0 16,0 0-16,17 5 15,7 2-15,12 1 16,3 0-16,0-4 16,-2-4-1,-2-3-15,-7-2 16,-4-2-16,-5 2 15,-19 5-15,18-9 16,-18 9-16,-13-16 16</inkml:trace>
  <inkml:trace contextRef="#ctx0" brushRef="#br1" timeOffset="115531.99">22829 7855 0,'0'0'0,"0"0"0,0 0 0,0 0 16,0 0-16,0 0 16,2 6-16,2 5 15,4 10-15,5 7 16,-2 6-16,-1 2 16,-3 6-1,-1 6-15,-3 1 16,0 4-16,-1-5 15,-2 0-15,-2-4 16,1-4-16,-2-2 16,-1-2-16,0-3 15,0-2-15,1-1 16,0-5-16,3-5 16,7-3-1,13-1-15,9-2 16,13-6-16,16-8 15,7-10-15,1-8 16,-1-2-16,-6 0 16,2-3-16,-3 2 15,-5-4-15</inkml:trace>
  <inkml:trace contextRef="#ctx0" brushRef="#br1" timeOffset="115814.99">22857 8403 0,'0'0'0,"6"-2"0,-6 2 0,0 0 16,43-11-16,12-2 16,9-2-16,9-1 15,0 2-15,-2 0 16,-4 1-16,-2-1 16,-7 3-16,-9-3 15,-9-1 1,-13-2-16</inkml:trace>
  <inkml:trace contextRef="#ctx0" brushRef="#br1" timeOffset="116215.19">23442 7306 0,'0'0'0,"0"0"0,0 0 16,0 0-16,0 0 15,0 0 1,0 0-16,7-3 15,9-4-15,18-9 16,10-5-16,6-2 16,0 0-16,-1 1 15,-2 4-15,-7 4 16,-3 6-16,-6 3 16,-7 0-16,-3 3 15,-21 2-15,22-3 16</inkml:trace>
  <inkml:trace contextRef="#ctx0" brushRef="#br1" timeOffset="116448.86">23759 7182 0,'0'0'0,"0"0"0,0 0 15,0 0-15,0 0 16,0 2-1,0-2-15,-2 17 16,-1 5-16,0 17 16,-1 2-16,1-1 15,1-4-15,0-2 16,2 0-16,3 0 16,1 3-16,1 2 15,2 2-15,1-3 16,-3-21-1</inkml:trace>
  <inkml:trace contextRef="#ctx0" brushRef="#br1" timeOffset="116915.48">23936 8168 0,'0'0'0,"0"0"16,5 1-16,-5-1 15,43 5-15,2-2 16,7-1-1,4 0-15,1-2 16,-1-2-16,0-3 16,-3 2-16,-7 0 15,-5 1-15,-12 0 16,-6 1-16,-23 1 16,21 0-16</inkml:trace>
  <inkml:trace contextRef="#ctx0" brushRef="#br1" timeOffset="117199.24">23868 8552 0,'0'0'0,"0"0"16,5 0-1,-5 0-15,41 0 16,16-4-16,12-3 16,10 0-16,2-3 15,-3 1-15,-2-2 16,-6 1-16,-7 2 16,-7-3-16,-2 0 15,-6-11-15,250-124 16</inkml:trace>
  <inkml:trace contextRef="#ctx0" brushRef="#br1" timeOffset="119164.91">24769 7545 0,'0'0'0,"0"0"0,-2 3 0,2-3 15,0 0-15,-8 11 16,-4 4-16,-9 10 15,-6 9-15,-1 1 16,-1 2 0,3-1-16,-2 3 15,3-2-15,1 0 16,5-3-16,4-4 16,3 5-16,2-1 15,3 3-15,2 4 16,1 5-16,1 1 15,5 3-15,0 1 16,3-3 0,0-2-16,3-3 15,2-4-15,5-1 16,4 1-16,6-3 16,4-5-16,5-5 15,2-6-15,7-7 16,-1-2-16,1-5 15,2-3-15,0-5 16,-6 1 0,-3-3-16,-6 1 15,-30 3-15,0 0 16,21 0-16,-21 0 16,35-4-16</inkml:trace>
  <inkml:trace contextRef="#ctx0" brushRef="#br1" timeOffset="126981.79">21103 9314 0,'0'0'0,"0"0"0,0 0 0,0 0 0,0 0 15,0 0 1,0 0-16,0 0 16,0 0-16,1 7 15,-1-7-15,12 29 16,-5-6-16,3 5 15,4 3-15,-2 3 16,0 0-16,2 0 16,-1-1-1,1 6-15,2 7 16,0-5-16,-3 1 16,1-6-16,0 0 15,-1 1-15,1-4 16,0-7-16,1-6 15,-1-7-15,4-3 16,0-5-16,0-3 16,8-11-1,3-6-15,7-9 16,4-9-16,2-8 16,0-3-16,1-2 15,0-3-15,-3 2 16,1-5-16,-6 9 15,-8 9-15,-1 2 16,-5 7-16,4-10 16,0-2-1,-7 3-15,-4 10 16,-9 12-16,-5 12 16,6-11-16,-6 11 15,0 0-15,0 0 16,2-10-16,-2 10 15,0 0-15</inkml:trace>
  <inkml:trace contextRef="#ctx0" brushRef="#br1" timeOffset="127447.97">22099 9813 0,'0'0'0,"0"0"0,0 0 15,0 0-15,0 0 16,0 0-16,0 0 16,0 0-16,0 0 15,0 0 1,0 0-16,4 0 16,-4 0-16,0 0 15,36 0-15,4-1 16,6-4-16,1-3 15,9-1-15,-12 0 16,9 0-16,0 0 16,-10 1-16,-6 1 15,-11 2 1,-7 3-16,-2-1 16,-17 3-16,20-2 15,-20 2-15,0 0 16</inkml:trace>
  <inkml:trace contextRef="#ctx0" brushRef="#br1" timeOffset="127798.9">21953 10122 0,'0'0'0,"0"0"16,0 0-16,0 0 15,0 0-15,0 0 16,8 3-16,-8-3 16,40 4-16,2-10 15,12-4 1,-1-4-16,1-1 16,-10-4-16,3 1 15,3-1-15,-3 0 16,-9 6-16,-11 3 15,-6 5-15,-21 5 16,20-6-16,-20 6 16,0 0-1,0 0-15,0 0 16,15 1-16,-15-1 16</inkml:trace>
  <inkml:trace contextRef="#ctx0" brushRef="#br1" timeOffset="128348.92">22920 9577 0,'0'0'0,"0"0"0,0 0 15,0 0 1,0 2-16,0-2 16,0 0-16,0 0 15,-1 21-15,0-2 16,-1 8-16,-2 6 15,2 2-15,1 5 16,-2 1 0,1 5-16,0 2 0,-1-2 15,-1 0 1,1-8-16,-1-1 0,1-3 16,0-6-1,1-7-15,1-5 16,1-16-16,-1 9 15</inkml:trace>
  <inkml:trace contextRef="#ctx0" brushRef="#br1" timeOffset="128799.42">22784 9733 0,'0'0'0,"0"0"0,0 0 15,0 0-15,-2-3 16,2 3-16,0 0 16,0 0-16,0 0 15,0 0-15,13-11 16,3 5 0,9 0-16,9 1 15,0 8-15,3 5 16,2 5-16,-5 3 15,-1 3-15,-3 6 16,-3 4-16,-7 8 16,-1 2-16,-5 1 15,-6-3-15,-5 1 16,-6-1-16,-8-2 16,-6-1-1,-4-6-15,-3-4 16,-4-3-16,-6 1 15,-8 0-15,-6-1 16,-1-5-16,4-6 16,8-4-16,7-2 15,8-3-15,22-1 16,-26 0-16,26 0 16,0 0-1,-19-6-15</inkml:trace>
  <inkml:trace contextRef="#ctx0" brushRef="#br1" timeOffset="129200.31">23023 9687 0,'0'0'0,"0"0"0,0 0 0,0 0 16,0-4-16,0 4 15,0 0-15,0 0 16,23-12-16,8 0 16,12-2-16,5 1 15,-1-1-15,1 2 16,-5 0-16,-1 0 16,-5 3-16,-4-1 15,-4 3 1,-2-1-16,-4 1 15</inkml:trace>
  <inkml:trace contextRef="#ctx0" brushRef="#br1" timeOffset="129582.12">23664 9179 0,'0'0'0,"0"0"0,0 0 15,0 0-15,0 0 16,0 0-16,0 0 16,0 4-16,0 8 15,0 7 1,-2 4-16,0 7 15,-1-2-15,0 1 16,-3 0-16,-1-1 16,0 1-16,0-1 15,1-3-15,-1 2 16,1 1-16,1 2 16,3-4-1,2-1-15,1-2 16,2-5-16</inkml:trace>
  <inkml:trace contextRef="#ctx0" brushRef="#br1" timeOffset="130081.8">23940 9303 0,'0'0'0,"0"0"0,0 0 16,0 0-16,0 0 16,0 0-1,-5 7-15,-7 13 16,-8 15-16,-5 10 15,-3 2-15,-1 4 16,-1 1-16,2-2 16,-1-3-16,4-2 15,0-4-15,1 0 16,1-1-16,5 1 16,4 0-16,5-3 15,6-6 1</inkml:trace>
  <inkml:trace contextRef="#ctx0" brushRef="#br1" timeOffset="130548.71">23873 9792 0,'0'0'0,"0"0"0,0 0 0,0 0 16,0 0-16,8-2 15,-8 2-15,21 0 16,-21 0-16,28 0 16,-28 0-1,20 2-15,-20-2 16,14 12-16,-12 3 15,-7 11-15,-6 10 16,-9 6-16,-2 0 16,1-9-16,0-7 15,3-7-15,3-4 16,5-5-16,10-10 16,-11 10-16,11-10 15,0 0-15,0 0 16,0 0-1,17 7-15,7-6 16,10-3-16,9-4 16,8-1-16,-2 1 15,-12 1-15,-6 1 16,-8 2-16,-5 0 16,-18 2-1,23-3-15</inkml:trace>
  <inkml:trace contextRef="#ctx0" brushRef="#br1" timeOffset="131164.85">24607 9888 0,'0'0'0,"0"0"15,5 0-15,-5 0 16,32 0-16,3 0 16,2 0-16,-6-2 15,-9-1-15,-22 3 16</inkml:trace>
  <inkml:trace contextRef="#ctx0" brushRef="#br1" timeOffset="131514.22">24442 9992 0,'0'0'0,"0"0"16,-1 4-16,1-4 16,-6 13-16,-1 3 15,-2 8-15,-2 6 16,1 5-1,2 3-15,1-2 16,1-2-16,1 1 16,2-2-16,1 2 15,0-5-15,1-4 16,1 0-16,1-8 16,4 2-16,2-6 15,4-1-15,4 0 16,4-2-1,3-4-15,8-1 16,7-6-16,7-6 16,3-4-16,-6-5 15,6-12-15</inkml:trace>
  <inkml:trace contextRef="#ctx0" brushRef="#br1" timeOffset="131748.03">24364 10335 0,'0'0'0,"0"0"0,0 0 0,0 0 16,0 0-16,0 0 16,0 0-16,6 0 15,-6 0-15,38-1 16,-2-3-1,7-2-15,2-3 16,0 0-16,-3-3 16,6 0-16,247-40 15</inkml:trace>
  <inkml:trace contextRef="#ctx0" brushRef="#br1" timeOffset="132331.18">24617 9298 0,'0'0'0,"0"0"0,0 0 0,0 0 0,0 0 15,12-5 1,21-4-16,24-3 16,11 3-16,2 2 15,-3 2-15,-12 4 16,-55 1-16,26 0 16,-10 0-16,-16 0 15,29 0-15,-8 0 16</inkml:trace>
  <inkml:trace contextRef="#ctx0" brushRef="#br1" timeOffset="132565.03">24757 9371 0,'0'0'0,"0"0"15,0 0-15,0 0 16,0 0-16,0 0 15,3 8 1,1 5-16,3 5 16,0 10-16,3 2 15,-2 10-15,-4 4 16,-2-1-16,1 2 16,-3-6-16,3-4 15,-2-1-15</inkml:trace>
  <inkml:trace contextRef="#ctx0" brushRef="#br0" timeOffset="142714.85">16370 6480 0,'0'0'0,"0"0"0,0-3 15,0 3-15,0 0 16,0 0-16,0 0 15,0 0-15,0 0 16,0 0-16,-2 17 16,0 0-16,0 0 15,-3 2 1,-3 3-16,-7 6 16,-4 7-16,-8 6 15,-5 2-15,-7 2 16,-8 9-16,-5 2 15,-6 2 1,-2 0-16,10-8 0,6-9 16,5-9-16,7-6 15,5-3 1,3-3-16,5-5 16,1 0-16,3-2 15,-1 0-15,1 0 16,-5 1-16,-7 5 15,-7 4-15,-6 3 16,1 0-16,4-4 16,4-1-16,9-7 15,3-4 1,19-10-16,-26 10 16,26-10-16,0 0 15,-16 6-15,16-6 16,0 0-16,0 0 15</inkml:trace>
  <inkml:trace contextRef="#ctx0" brushRef="#br0" timeOffset="143182.81">16665 6715 0,'0'0'0,"0"0"0,0 0 0,0 0 16,0 0-16,0 0 16,-3 7-16,-9 12 15,-14 16-15,-7 8 16,-10 4-16,-6 3 15,-8 3-15,-4-3 16,-3 3-16,0-4 16,2-2-1,2-5-15,2-2 16,1 1-16,2-2 16,5-5-16,4-1 15,1-1-15,4-5 16,5-4-16,5-4 15,7-3-15,5-4 16,19-12-16,-21 15 16,21-15-16,0 0 15,0 0 1,0 0-16,-13 9 16,13-9-16,0 0 15,0 0-15</inkml:trace>
  <inkml:trace contextRef="#ctx0" brushRef="#br0" timeOffset="143647.46">15506 7124 0,'0'0'0,"0"0"0,0 0 0,0 0 0,0 0 15,0 0-15,0 0 16,0 0-16,-4 2 16,-1 8-16,-9 12 15,-6 10 1,-4 7-16,-2 4 16,-3 4-16,1-2 15,-1-3-15,3-6 16,-1-4-16,7-6 15,3-6-15,2-1 16,4-2-16,1 1 16,6 3-1,6-1-15,8 1 16,8-2-16,6 3 16,12-1-16,10 2 15,12-2-15,11-5 16,4-4-16,1-6 15,-6 0-15,-7-1 16,-11-1-16,-14-2 16,-5 1-16,-5-1 15,-6-1-15,1 3 16</inkml:trace>
  <inkml:trace contextRef="#ctx0" brushRef="#br0" timeOffset="144997.57">8625 8603 0,'0'0'0,"0"0"0,0 0 16,-2-2-16,2 2 16,0 0-16,0 0 15,0 0-15,0 0 16,0 0-16,-8 31 16,8 1-1,0 2-15,0 7 16,0 3-16,0 3 15,0 3-15,0-3 16,0-2-16,0-4 16,-1-4-16,0 1 15,-1-3-15,0-4 16,0 1-16,-1 0 16,1-4-1,0 2-15,0-8 16,1-7-16,1-15 15,0 13-15,0-13 16,0 0-16,-9-16 16</inkml:trace>
  <inkml:trace contextRef="#ctx0" brushRef="#br0" timeOffset="145498.88">8467 8674 0,'0'0'0,"0"0"0,0 0 0,0-3 16,0 3-16,0 0 15,0 0-15,0 0 16,0 0-16,0 0 16,0 0-1,13-11-15,11 6 16,16 5-16,10 4 15,-2 4-15,0-1 16,-3 5-16,-2 6 16,-1 4-16,-10 4 15,3 18-15,-4 11 16,-11 14-16,-8 8 16,-10-7-1,-12 11-15,-4-9 16,-3-12-16,-4-16 15,1-8-15,-2-8 16,-1-2-16,-3-7 16,-4-2-16,-1-6 15,0-2-15,4-2 16,3-4-16,2-5 16,2-2-1,1-2-15,1-2 16,2-1-16,-3-7 15,2-3-15,1-3 16,1 2-16,8 4 16,-1-3-16,1-8 15</inkml:trace>
  <inkml:trace contextRef="#ctx0" brushRef="#br0" timeOffset="145964.79">9121 8364 0,'0'0'0,"0"0"0,0-2 15,0 2-15,0 0 16,0 0-16,0 0 16,0 0-1,0 0-15,0-11 16,0 11-16,0 0 15,0 0-15,0 0 16,11-12-16,-11 12 16,38-18-16,-8 8 15,1 1-15,-3 3 16,-4 1-16,0 1 16,-1 1-1,-6 3-15,1 1 16,-18-1-16,32 6 15,-15-4-15,-2 1 16</inkml:trace>
  <inkml:trace contextRef="#ctx0" brushRef="#br0" timeOffset="146382.01">9599 7917 0,'0'0'0,"0"0"0,0 0 15,0 0-15,0 0 16,0 0-16,4 3 16,-4-3-16,2 22 15,1 0 1,-2 5-16,-3 3 15,-5 3-15,2-5 16,1 2-16,-1 2 16,0 5-16,1 0 15,-1 2-15,0-2 16,1 1-16,-1-5 16,1-3-16,1 0 15,0-2 1,0-6-16,0 0 15,3-4-15,0 0 16,1-2-16,1 1 16,-1-4-16,1 2 15,-1-1-15</inkml:trace>
  <inkml:trace contextRef="#ctx0" brushRef="#br0" timeOffset="146848.63">10044 7991 0,'0'0'0,"0"0"16,0 5-16,-1 10 16,-1 14-16,-6 19 15,-6 8-15,-8 11 16,-5 1-16,0-6 16,-5 0-16,3-7 15,-3 2 1,-3 1-16,3-5 15,1 0-15,4-6 16,2-2-16,1-3 16,1-2-16,0-1 15,3 0-15,3-4 16,1-3-16,5-5 16,4-7-16,2-4 15,5-16-15,-5 17 16,5-17-1,3 15-15</inkml:trace>
  <inkml:trace contextRef="#ctx0" brushRef="#br0" timeOffset="147414.63">9958 8754 0,'0'0'0,"0"0"0,0 0 16,0 0-16,0 0 15,0 0-15,0 0 16,11-2-16,-11 2 16,31-5-16,-13 2 15,-1 0-15,-2 3 16,-15 0-16,23 0 15,-23 0 1,0 0-16,19 5 16,-19-5-16,8 11 15,-6 4-15,-3 12 16,-4 4-16,-5 1 16,1-2-16,-2-4 15,4-5-15,0-3 16,3-3-1,-1-5-15,5-10 16,-4 14-16,4-14 16,0 0-16,-2 9 15,2-9-15,2 11 16,-2-11-16,27 12 16,-1-6-16,7-6 15,7-4-15,2-4 16,3-1-16,-4-4 15,-6 2 1,-4 3-16,-6 0 16,-5 1-16,0 4 15,-3 1-15,-17 2 16,26 5-16,-26-5 16,20 21-16</inkml:trace>
  <inkml:trace contextRef="#ctx0" brushRef="#br0" timeOffset="148431.46">11214 8982 0,'0'0'0,"0"0"0,0 0 16,0 0 0,0 0-16,0 0 15,0 0-15,0 0 16,-5 0-16,5 0 16,-23 0-16,-3 0 15,-6 1-15,-4 1 16,-8 2-16,1 4 15,4 3-15,5 5 16,6 1 0,4 0-16,2 1 15,5 7-15,4 2 16,5 2-16,4 7 16,6-3-16,4 2 15,6-3-15,4-6 16,3-9-16,4-6 15,4-7-15,0-2 16,-2-4 0,-8 0-16,-17 2 15,19-4-15,-19 4 16,0 0-16,0 0 16,0 0-16,0 0 15,-49 4-15,1 11 16,-2 7-16,-2 4 15,5 4-15,3 2 16,8 0 0,2-2-16,8 1 15,3 2-15,7-5 16,8-1-16,2-6 16,5-1-16,3-3 15,8-1-15,6 0 16,12-2-16,10-4 15,7-3-15,-1-7 16,1-4 0,-2-5-16,-2-3 15,-2-1-15,-4 1 16,-5 0-16,-4 0 16,1-1-16,1-3 15,-7-5-15</inkml:trace>
  <inkml:trace contextRef="#ctx0" brushRef="#br0" timeOffset="148898.93">11284 8442 0,'0'0'0,"0"0"0,0 0 0,0 0 15,-1-3-15,1 3 16,0 0-16,0 0 15,0 0-15,0 0 16,0 0 0,1-12-16,-1 12 15,25-22-15,0 1 16,6-1-16,1 4 16,2 4-16,1 2 15,3 1-15,-1 5 16,1 3-16,-2 1 15,-4 4-15,-5-1 16,-9 2 0,-18-3-16,25 4 15,-25-4-15</inkml:trace>
  <inkml:trace contextRef="#ctx0" brushRef="#br0" timeOffset="149215.74">11509 8394 0,'0'0'16,"0"0"-16,0 0 0,0 0 16,0 0-1,0 0-15,0 0 16,-1 2-16,1-2 16,-2 16-16,0-1 15,-1 5-15,-1 7 16,0 11-16,-2 13 15,-2 7 1,2 4-16,-1-6 0,0-2 16,-4 0-1,0-2-15,2-2 16,0-10-16,3-3 16,-1-7-16,2-6 15,4-4-15,1-6 16,1-3-16,-1-11 15,0 0-15</inkml:trace>
  <inkml:trace contextRef="#ctx0" brushRef="#br0" timeOffset="150250.76">11823 7830 0,'0'0'0,"0"0"0,1 2 0,-1-2 15,6 11 1,6 2-16,4 15 16,5 17-16,2 11 15,-4 3-15,1 7 16,-5 5-16,-2 9 15,-5 2-15,-5 4 16,-4 6-16,-10 23 16,-16 19-16,-10 1 15,-4 7 1,-1 0-16,0-2 16,-1 5-16,0-9 15,-5 4-15,0-13 16,-25 32 15,11-31-31,1-35 0,12-26 16,20-39-16,3-16 15</inkml:trace>
  <inkml:trace contextRef="#ctx0" brushRef="#br0" timeOffset="151031.01">8297 7987 0,'0'0'0,"0"0"0,-4-2 15,4 2-15,0 0 16,-16-9-16,16 9 16,0 0-16,-20 0 15,20 0 1,-27 11-16,2 4 16,-7 14-16,-2 11 15,-1 10-15,3 16 16,-1 12-16,2 8 15,0 10-15,2 1 16,2 3-16,0 8 16,6 4-16,4 11 15,3 1-15,7-9 16,5-2 0,2-2-16,6-9 15,4-5-15,5-10 16,6-6-16,8-2 15,3-6-15,10-2 16,2-10-16,10-3 16,7-3-1,2-6-15,5-5 16,-5-13-16,0-7 16</inkml:trace>
  <inkml:trace contextRef="#ctx0" brushRef="#br0" timeOffset="153847.62">12986 8625 0,'0'0'0,"0"0"0,0 0 0,0 0 0,0 0 0,0 0 16,7 3-1,-7-3-15,43 8 16,-2-2-16,9 0 16,-3-5-16,3-4 15,-1-3-15,-3 0 16,-3 0-16,-8 1 16,-4 1-1,-7 2-15,-5 1 0,-19 1 16,21-4-1,-21 4-15,0 0 16,0 0-16</inkml:trace>
  <inkml:trace contextRef="#ctx0" brushRef="#br0" timeOffset="154448.39">12699 8768 0,'0'0'0,"0"0"0,0 0 0,0 0 15,0 0-15,0 0 16,0 0-16,-1 3 16,1-3-16,-5 20 15,1 1-15,-3 8 16,-2 7-1,-1 5-15,0 4 16,-2 7-16,-1-3 16,-5 6-16,-2-1 15,-2 2-15,-1 1 16,1-4-16,1-4 16,-1-5-16,4-6 15,0 0-15,2-3 16,2-3-16,4-3 15,5-6 1,3-5-16,1-3 16,2-1-16,2-5 15,6 2-15,7 2 16,14-6-16,6-1 16,9-6-16,2-4 15,7-3-15,2-4 16,1 0-1,0-2-15,-4-1 16,0 2-16,-1-1 16,-6 1-16,-3 1 15,-2 2-15,-4 0 16,-2 1-16,-8 1 16,-7 2-16,-20 5 15,19-8-15</inkml:trace>
  <inkml:trace contextRef="#ctx0" brushRef="#br0" timeOffset="154781.5">12671 9390 0,'0'0'0,"0"0"0,-5-3 16,5 3-16,0 0 16,-17-8-16,17 8 15,0 0-15,0 0 16,0 0-16,-17-9 16,17 9-16,0 0 15,25-19-15,23 0 16,15-1-16,5 3 15,-1 3 1,-5 1-16,1 0 16,-1-1-16,-4 3 15,-6 1-15,-7 1 16,-5 1-16,-1 0 16</inkml:trace>
  <inkml:trace contextRef="#ctx0" brushRef="#br0" timeOffset="155281.68">12666 8776 0,'0'0'0,"0"0"0,0 0 0,-1-4 0,1 4 15,0 0-15,0 0 16,1-16-16,7 1 16,15-8-16,14-4 15,8 2-15,4 3 16,9 1-16,0 0 15,-4 3-15,-6 1 16,-5 4 0,-8 3-16,-3 1 15,-3 5-15,-4 1 16,-3 1-16,-1 4 16</inkml:trace>
  <inkml:trace contextRef="#ctx0" brushRef="#br0" timeOffset="155864.67">13900 8760 0,'0'0'0,"0"0"0,0 0 0,0 0 16,0 0-16,0 0 15,0 4-15,0-4 16,0 24-16,0 5 15,0 5 1,0 7-16,0 5 0,-2 3 16,-1 5-1,-6 0-15,-2 5 16,-5 1-16,0 4 16,-2-3-16,0-2 15,-1 0-15,3-3 16,-1-3-16,4-11 15,2-9-15,4-6 16,3-16 0</inkml:trace>
  <inkml:trace contextRef="#ctx0" brushRef="#br0" timeOffset="156481.73">13840 8741 0,'0'0'0,"0"0"16,0 0-16,0 0 15,0-2-15,0 2 16,0 0 0,28-9-16,4 5 15,5 2-15,0 4 16,2 5-16,-1 3 16,0 3-16,-4 0 15,-2 2-15,-3 3 16,-2 8-16,-4 2 15,1 8-15,-3 7 16,-1 5-16,-4 4 16,-9 0-1,-5 2-15,-5 3 16,-8 1-16,-4-4 16,-4-3-16,-2-7 15,-4-6-15,-5 0 16,-5-4-16,-3-7 15,0-5-15,0-4 16,0-6 0,0-2-16,2-4 15,2-6-15,2 0 16,2-4-16,3-1 16,5-2-16,4 1 15,18 6-15,-21-13 16,21 13-16,-7-20 15</inkml:trace>
  <inkml:trace contextRef="#ctx0" brushRef="#br0" timeOffset="156881.51">14897 8642 0,'0'0'0,"0"0"0,0 0 0,0 0 16,4 3 0,-4-3-16,18 14 15,-1-2-15,1-2 16,1-2-16,4 1 16,2-4-16,5-1 15,2-3-15,-2-1 16,-5-1-16,-3-1 15,-4 0-15,-18 2 16,25-7-16,-25 7 16,14-17-1</inkml:trace>
  <inkml:trace contextRef="#ctx0" brushRef="#br0" timeOffset="157348.38">14740 8739 0,'0'0'0,"0"0"16,0 0-1,0 0-15,0 4 16,0-4-16,-3 22 16,0 1-16,1 10 15,0 3-15,-1-1 16,2 2-16,-1-2 15,-3 0-15,0 2 16,-2 1-16,-4 4 16,-4 8-16,-4 8 15,-4 4 1,1-3-16,2-10 16,4-5-16,0-5 15,5-3-15,2-4 16,5-4-16,4-4 15,4-2-15,3-2 16,6-2-16,8 1 16,8-2-16,7-3 15,5-3 1,1-5-16,3-4 16,7-2-16,-2-4 15,0-2-15,-5 0 16,-6 0-16,-2-4 15,-7-1-15,-9 1 16</inkml:trace>
  <inkml:trace contextRef="#ctx0" brushRef="#br0" timeOffset="157714.32">14579 9317 0,'0'0'0,"0"0"0,0 0 15,0 0-15,0 0 16,0 0-16,7-3 15,11-3-15,12-3 16,9-1-16,5 2 16,2-1-16,0 0 15,2 0 1,-1-1-16,0 1 16,-5 1-16,-5 3 15,-8-1-15,-6 2 16,-2 1-16</inkml:trace>
  <inkml:trace contextRef="#ctx0" brushRef="#br0" timeOffset="158182.1">15452 8269 0,'0'0'0,"0"0"15,0 0 1,0 0-16,0 0 16,0 0-16,0 0 15,0 0-15,0 0 16,8-4-16,11-5 15,18-6-15,12 0 16,9 2-16,1 3 16,-6 2-16,-2 3 15,-6 1 1,-5 1-16,-1 3 16,-8-2-16,-1 0 15,2 2-15</inkml:trace>
  <inkml:trace contextRef="#ctx0" brushRef="#br0" timeOffset="158518.71">15824 8198 0,'0'0'0,"0"0"0,0 0 16,0 0-16,0 0 15,-2 5-15,2-5 16,-9 24-16,1-3 16,-1 2-16,1 2 15,-2 2 1,1 0-16,0 3 16,0-2-16,2 1 15,-3 4-15,0 4 16,-2 8-16,-2 3 15,2 0-15,-1-2 16,2-3-16,0 0 16,1-5-16,3-6 15,3-9 1,0-9-16</inkml:trace>
  <inkml:trace contextRef="#ctx0" brushRef="#br0" timeOffset="158948.56">16303 7908 0,'0'0'0,"0"0"15,0 0-15,0 0 16,0 0-16,1 3 16,-1-3-16,7 29 15,4 10-15,3 12 16,1 8 0,-4 5-16,-5 7 15,-4 6-15,0 6 16,-5 3-16,-1 7 15,-6 17-15,-3 6 16,-9 13-16,-5 7 16,-8 0-16,-13 10 15,-9 5-15,-18-1 16,-5-7 0,-5-18-16,9-28 15,-50-5 1,-1-38-1</inkml:trace>
  <inkml:trace contextRef="#ctx0" brushRef="#br0" timeOffset="159681.31">12876 7789 0,'0'0'0,"0"0"0,0 0 0,0 0 0,0 0 16,0 0-16,-4 0 16,4 0-1,0 0-15,-16 13 16,-12 11-16,-10 14 15,-4 12-15,-4 11 16,-1 7-16,-7 14 16,-2 14-16,2 11 15,6-2 1,6-5-16,10-8 16,5-3-16,5 6 15,7 2-15,5 2 16,5-3-16,5-5 15,4-7-15,4-6 16,4-5-16,7 8 16,6 2-16,3 2 15,4 3-15,7 1 16,6 1 0,1-1-16</inkml:trace>
  <inkml:trace contextRef="#ctx0" brushRef="#br0" timeOffset="165501.34">21590 10623 0,'-2'-7'0,"2"-3"0,-1-2 16,0-2-16,1 14 16,0 0-16,0 0 15,0 0-15,0 0 16,2 13-16,1 8 15,1 12-15,-1-20 16,-3-13-16,-3 29 16,0 4-16,-3 8 15,-7 11 1,-1-5-16,1-12 16,-3 4-16,0-5 15,0-2-15,-11 20 16,8-12-16,2-1 15,0 6-15,5-14 16,3-3-16,4-15 16,3-2-1,-2 0-15,0 1 16,0-1-16,4-11 16,-3 11-16,3-11 15,0 0-15,-4 10 16,4-10-16,0 0 15,0 0-15,0 0 16,0 0-16,0 0 16,0 0-16,-20-4 15,6-10 1,-3-2-16,-1 1 16,6 4-16,-3-2 15,4 0-15,1 4 16,-1-1-16,11 10 15,-10-11-15,10 11 16,-11-13-16,11 13 16,-10-11-16,10 11 15,0 0 1,0 0-16,-20 23 16,8 8-16,3 3 15,2-10-15,7 3 16,0-1-16,7 1 15,1-5-15,-1-7 16,6-2-16,4-5 16,8 2-16,11-5 15,7-6-15,9-4 16,9-8 0,-12 4-16,-5-3 15,-7-1-15,-9-2 16,-3-4-16,-7 6 15,-5 1-15,-13 12 16,12-10-16,-12 10 16</inkml:trace>
  <inkml:trace contextRef="#ctx0" brushRef="#br0" timeOffset="173314.3">22360 10737 0,'0'-5'0,"-3"-5"0,3 10 0,-2-11 0,2 11 16,0 0-16,9-10 16,12 5-16,19-4 15,14-2-15,5 0 16,15 1-16,8-2 15,14-1-15,7-1 16,0 0-16,-1 1 16,-4 2-16,6 2 15,2 4 1,-2 2-16,-5 4 16,-10 6-16,-15 2 15,-8 1-15,-15-2 16,-13-2-16,-11-2 15,-9-2-15,-18-2 16,19 4-16,-19-4 16,0 0-16,0 0 15,-19 6 1,-39-1-16,-21-6 16,-9-3-16,-5-6 15</inkml:trace>
  <inkml:trace contextRef="#ctx0" brushRef="#br0" timeOffset="173631.46">22402 10730 0,'0'0'0,"0"3"0,0-3 16,0 0-16,0 0 15,24 8-15,31 0 16,30-1-16,18-2 16,4 1-16,5-1 15,1-3 1,-8-3-16,12-7 16,-10-7-16,-17 1 15,-8 2-15,-21 3 16,-10 1-16,-8 2 15,-11 1-15,-8 1 16,-24 4-16,0 0 16,0 0-16,-15-3 15</inkml:trace>
  <inkml:trace contextRef="#ctx0" brushRef="#br0" timeOffset="173946.82">22268 10856 0,'0'0'0,"0"-4"0,0 4 0,0 0 16,32-23-1,38 8-15,32-18 16,6 15-16,11-3 15,2 5-15,0 3 16,-3-1-16,-14 2 16,-9 1-16,-12 3 15,-10 0-15,-17 3 16,-11 3 0,-14-2-16,-14 4 15,-17 0-15</inkml:trace>
  <inkml:trace contextRef="#ctx0" brushRef="#br0" timeOffset="174798.41">17027 8563 0,'0'0'0,"0"0"15,0 0-15,1-5 16,-1 5-16,7-25 16,7-7-16,5-3 15,5-4 1,1 2-16</inkml:trace>
  <inkml:trace contextRef="#ctx0" brushRef="#br0" timeOffset="176114.83">17286 7991 0,'0'0'0,"0"0"0,0 0 0,0 0 0,0 0 15,0 0-15,0 0 16,0 0-16,0 0 16,0 0-1,0 0-15,0 0 16,0 0-16,-8 7 15,-9 6-15,-11 8 16,-2 3-16,1-2 16,-1 2-16,-2 1 15,-1 6-15,-4 2 16,-1 5 0,2 3-16,-1 0 15,3 1-15,3-2 16,3-1-16,5-1 15,0 3-15,3 0 16,-1 6-16,2 2 16,2-1-16,-3 7 15,-1 0-15,2 0 16,1-2-16,1-1 16,3-3-16,0 5 15,4 0 1,5 6-16,1 3 15,4-9-15,2 4 16,1-5-16,2 3 16,5 9-16,1 3 15,-2 0-15,4 7 16,0-1-16,3 3 16,1-6-1,1-11-15,5-7 16,6-9-16,4-9 15,2-5-15,3-6 16</inkml:trace>
  <inkml:trace contextRef="#ctx0" brushRef="#br0" timeOffset="177831.26">17319 8754 0,'0'0'0,"0"0"15,0 0-15,0 0 16,0 0-16,5 0 16,-5 0-16,17 0 15,4 0-15,13 0 16,7-2-16,4-3 16,0-1-1,-2 1-15,-7-2 0,-2 0 16,-6 1-1,-3 0-15,-6 0 16,-19 6-16,22-9 16,-22 9-16,0 0 15,0 0-15,0 0 16,0 0-16,-42-2 16,-27 7-16,-30 0 31,7 0-31,9-1 15,23 0 1,30 6-16,6 0 16,8-3-16,16-7 15,-22 9-15,22-9 16,0 0-16,-15 7 16,15-7-16,0 0 15,0 0-15,-16 10 16,8 1-16,2 7 15,-2 12 1,1 12-16,-1 8 16,2 2-16,0-5 15,-1-2-15,3-1 16,-1-1-16,0-1 16,-1 0-16,2-5 15,-2-8-15,4-2 16,-2-7-1,1-1-15,-2 0 16,4-2-16,-2-2 16,1-1-16,0-2 15,0 1-15,2 0 16,2-2-16,0 0 16,1 1-16,6 0 15,5 1-15,8 1 16,5-3-16,6-4 15,3-4 1,-2-1-16,-3-1 16,-4-1-16,0-1 15,3-1-15,2 1 16,-1-2-16,-4 1 16,-5-1-16,-2 0 15,-2 0-15,-18 3 16,24-6-16</inkml:trace>
  <inkml:trace contextRef="#ctx0" brushRef="#br0" timeOffset="178231.42">17139 9241 0,'0'0'0,"0"0"16,0 0-16,0 0 15,0 0-15,0 0 16,0 0-16,0 0 15,0 0 1,11 0-16,13 3 16,19 0-16,12-6 15,6-6-15,-1-4 16,-8 2-16,-5-1 16,-12 5-16,-9 0 15,-5 1-15,-21 6 16,22-6-16,-22 6 15,0 0 1,0 0-16,0 0 16</inkml:trace>
  <inkml:trace contextRef="#ctx0" brushRef="#br0" timeOffset="178698.22">18168 8799 0,'0'0'0,"0"0"16,0 0-16,0 0 15,0 0 1,0 3-16,0-3 16,1 17-16,0 2 15,-2 5-15,-1 5 16,-3 0-16,-1 4 16,-1-1-16,-2 1 15,-1 1-15,0-2 16,1 1-16,0-1 15,-2 2 1,0 3-16,1 0 16,-1 1-16,0-2 15,0-2-15,1-5 16,0-3-16,-1-6 16,5-4-16,0-4 15,6-12-15</inkml:trace>
  <inkml:trace contextRef="#ctx0" brushRef="#br0" timeOffset="179181.88">18003 8731 0,'0'0'0,"0"0"0,0 0 16,0 0-1,7 2-15,9 1 16,10 2-16,12 4 16,2 4-16,-2 2 15,0 3-15,-7 1 16,4 6-16,-2 3 15,-4 7-15,-2 2 16,-6 5 0,-5 0-16,-4 1 15,-6 8-15,-9 8 16,-7 5-16,-8-5 16,-6 1-16,-7-9 15,-4-5-15,-1-5 16,-6-5-16,-6-1 15,-1-5-15,0-7 16,1-8 0,6-4-16,3-6 15,11-5-15,6-2 16,6-7-16,3-2 16,2-6-16,3-6 15</inkml:trace>
  <inkml:trace contextRef="#ctx0" brushRef="#br0" timeOffset="179564.77">18416 8543 0,'0'0'0,"0"0"0,0 0 0,0 0 16,0 0-16,0 0 15,0 0-15,0 0 16,11 4 0,4 1-16,4 1 15,9 0-15,3-1 16,4-3-16,1-4 16,-1-3-16,-3-2 15,-1-2-15,2-4 16</inkml:trace>
  <inkml:trace contextRef="#ctx0" brushRef="#br0" timeOffset="179931.51">19045 8138 0,'0'0'0,"0"0"0,0 0 15,0 0-15,0 4 16,-1 7-16,0 13 16,-1 10-16,-1 3 15,0 2-15,-2 1 16,-1-3-16,-1-5 15,0-1-15,0-3 16,0 0-16,0 0 16,0 1-1,2 4-15,0 2 16,1 2-16,1-3 16,2 0-16,2-6 15,4-4-15</inkml:trace>
  <inkml:trace contextRef="#ctx0" brushRef="#br0" timeOffset="180347.29">19460 8048 0,'0'0'0,"0"0"0,0 0 0,0 0 0,0 0 15,-1 4 1,-4 12-16,-5 18 16,-4 13-16,-6 8 15,0 1-15,-1-1 16,-3 2-16,2-2 15,-2 3-15,1 1 16,-1-1 0,2-2-16,-1 0 15,2 4-15,0 7 16,2 6-16,3-1 16,3-8-16,6-4 15,3-10-15,3-8 16,3-9-16,3-9 15,-2-12-15</inkml:trace>
  <inkml:trace contextRef="#ctx0" brushRef="#br0" timeOffset="180981.17">19365 8780 0,'0'0'0,"0"0"0,0 0 0,0 0 0,0 0 16,13 0-16,4 0 15,5 0-15,0 0 16,-1 0-16,-2 0 15,-2 0-15,-1 0 16,-16 0-16,22 1 16,-22-1-1,18 7-15,-18-7 16,17 26-16,-12 0 16,-5 8-16,-8 4 15,-4-1-15,1-6 16,0-7-16,3-7 15,0-4-15,8-13 16,-8 15-16,8-15 16,0 0-16,-6 12 15,6-12-15,0 0 16,0 0 0,0 0-16,0 0 15,0 0-15,0 0 16,0 0-16,0 0 15,32-3-15,-1-5 16,6 2-16,1 0 16,3-1-16,1 1 15,0-1 1,-2 2-16,-6-2 16,-7 3-16,-8 2 15,-19 2-15,23-2 16,-23 2-16,0 0 15,15 0-15,-15 0 16,0 0-16</inkml:trace>
  <inkml:trace contextRef="#ctx0" brushRef="#br0" timeOffset="181698.42">19812 7815 0,'0'0'0,"0"0"0,0 0 0,0 0 16,2 2-16,-2-2 15,29 28-15,2 2 16,5 6-16,1 4 15,-1 5-15,-2 4 16,-3 1-16,-4 8 16,-1 9-16,-4 4 15,1 10-15,-5 4 16,-1 10 0,-6 6-16,-4-1 15,-3 7-15,-2-1 16,-5 6-16,-5-5 15,-8-8-15,-3-2 16,-7-4-16,-2-3 16,-2-5-16,-1-5 15,0-6 1,-2-4-16,-3-2 16,-2-7-16,-5-5 15,-4-6-15,-1-2 16,-6-3-16,-2-8 15,-6-2-15,2-7 16,3-4-16,0-6 16,7-6-16,-2-5 15,4-4-15,7 0 16,4-3 0,10-2-16,4 1 15,7-2-15,16 3 16,-25-10-16</inkml:trace>
  <inkml:trace contextRef="#ctx0" brushRef="#br0" timeOffset="188864.64">11979 10188 0,'0'0'0,"0"0"0,0 0 0,0 0 16,0 0-16,0 0 15,1 6 1,2 5-16,4 14 16,-1 14-16,-2 2 15,-4 4-15,-3-3 16,-1 5-16,-3 3 15,-2 4-15,1 2 16,-1-4-16,-2-3 16,3-1-16,-3 3 15,-2 1 1,4-3-16,-1-4 16,2-11-16,4-7 15,-2-4-15,3-6 16,0-4-16,3-13 15,-3 12-15</inkml:trace>
  <inkml:trace contextRef="#ctx0" brushRef="#br0" timeOffset="189198.3">12256 10466 0,'0'0'0,"0"0"0,0 0 0,0 0 16,0 0-16,0 0 15,0 0 1,0 2-16,0-2 16,0 28-16,0 8 15,0 11-15,0 7 16,-1-5-16,-2 2 15,-6 4-15,-3 6 16,-1-2-16,1-4 16,2-7-16,0-3 15,1-6-15,2 0 16,-1-5 0,3-3-16,0-4 15,0-4-15,1-7 16</inkml:trace>
  <inkml:trace contextRef="#ctx0" brushRef="#br0" timeOffset="189632.82">11562 10917 0,'0'0'0,"0"0"16,0 0-16,0 0 15,0 0-15,0 0 16,1 7 0,2 13-16,3 10 15,7 5-15,4 0 16,6-3-16,6-1 15,5-2-15,9-1 16,2-2-16,2-1 16,1-3-16,1-3 15,3-4-15,-2-5 16,2-3 0,5-11-16,3-11 15,4-10-15,-2-8 16,-3-4-16,-1-3 15,-13 3-15,-6 3 16,-10 7-16,-10 6 16,-9 8-16,-10 13 15,7-9-15</inkml:trace>
  <inkml:trace contextRef="#ctx0" brushRef="#br0" timeOffset="192781.18">10338 9968 0,'0'0'0,"0"0"16,0 0-16,0 0 15,0 0-15,0 0 16,0 0-16,0 0 16,0 0-16,0 2 15,0-2 1,0 0-16,0 16 15,0-4-15,0-3 16,0 3-16,0-1 16,0 0-16,1-1 15,-1-10-15,4 20 16,0-11-16,0 4 16,0-2-16,3 3 15,4 1 1,3 0-16,3 1 15,4-4-15,5 1 16,6 1-16,6-3 16,4-3-16,3-4 15,2-2-15,2-1 16,0 0-16,4 1 16,0-1-16,4 0 15,6-1-15,8-2 16,6-4-1,8-9-15,-2-5 16,6-3-16,-1-3 16,-5 3-16,2-2 15,-5 4-15,-3-1 16,-1 3-16,-4 4 16,-5 4-16,1 3 15,-1 2-15,0 6 16,-1 0-1,-4 0-15,3 0 16,0 0-16,-2 0 16,-1 0-16,-2 0 15,-3 0-15,1 0 16,-4 0-16,-4 0 16,-4 0-16,-1 0 15,-1 4-15,-3 0 16,-2-1-16,-3 0 15,-3 0 1,-5-1-16,-4 0 16,-4-2-16,-4 2 15,-16-2-15,18 1 16,-18-1-16,0 0 16,0 0-16,16 0 15,-16 0-15,0 0 16,0 0-16,0 0 15,0 0 1,12-16-16,-6 1 16,-2-7-16,1-6 15,-2-4-15,-1 0 16,1-3-16,-2 5 16,0 0-16,-1 5 15,0 4-15,0 2 16,0 5-16,0 4 15,0 10 1,0-13-16,0 13 16,0 0-16,-2-10 15,2 10-15,0 0 16,0 0-16,-13 10 16</inkml:trace>
  <inkml:trace contextRef="#ctx0" brushRef="#br1" timeOffset="197681.02">21251 11963 0,'0'0'0,"0"0"0,0 0 15,0-3-15,0 3 16,0 0-16,15-19 16,7 2-1,20-2-15,5 4 16,8-1-16,0 2 15,2 1-15,-2 2 16,-4 2-16,-6 1 16,-3 3-16,-8 3 15,-3 0-15,-7 2 16,-6 0-16,-18 0 16,15 2-1,-15-2-15</inkml:trace>
  <inkml:trace contextRef="#ctx0" brushRef="#br1" timeOffset="198181.45">21190 11971 0,'0'0'0,"0"0"0,0 0 0,0 0 0,0 0 16,2 9-16,1 6 16,5 12-16,2 11 15,0 7-15,-5 3 16,-3 12-16,-6 2 16,-1-2-1,-2-1-15,2-5 16,-1-6-16,-1 1 15,3-3-15,-2-7 16,1-6-16,2-5 16,1-7-16,0-1 15,-1-3-15,3-5 16,3 0-16,4 1 16,10-2-1,8 2-15,11-9 16,9-4-16,1-4 15,-4-2-15,1-1 16,-1-3-16,1 0 16,2-2-16,-6 1 15,0-1-15,-7 2 16,-8-1-16,-1-2 16</inkml:trace>
  <inkml:trace contextRef="#ctx0" brushRef="#br1" timeOffset="198481.6">21226 12524 0,'0'0'0,"0"0"0,0 0 16,11-2-16,9-1 15,25-3-15,8-5 16,5 0-16,0-1 16,4-4-1,0-1-15,-5-1 16,-7 1-16,-8 2 15,-4 2-15,-8 3 16,-6 0-16,-3 2 16</inkml:trace>
  <inkml:trace contextRef="#ctx0" brushRef="#br1" timeOffset="199215.25">22055 11394 0,'0'0'0,"0"0"0,0 0 0,0 0 0,0 0 15,1-4-15,-1 4 16,0 0-16,19-17 16,-1 1-1,10-1-15,15-2 16,4 2-16,0 2 15,0 1-15,-8 3 16,-4 1-16,-5 0 16,-2 3-16,-5 0 15,-6 1-15,-17 6 16,18-2-16,-18 2 16,0 0-16,0 0 15,-25 19 16,-1-3-31,1-2 16,2-3-16,6 0 16,17-11-16,-23 13 15,23-13-15,-22 11 16,10-1-16,0 6 16,-1 7-16,3 5 15,-1 2 1,5 0-16,-3 7 15,2-1-15,3 1 16,2-2-16,-1-5 16,1-2-16,0 2 15,0-2-15,-1-2 16,0-2-16,0-4 16,2 1-16,5-1 15,-1-4-15,1 1 16,1-2-1,7 0-15</inkml:trace>
  <inkml:trace contextRef="#ctx0" brushRef="#br1" timeOffset="199980.62">22658 12039 0,'0'0'0,"0"0"16,0-5-16,0 5 16,0 0-16,7-12 15,-7 12-15,30-16 16,2 4-1,8 1-15,5 0 16,-3 4-16,-3 1 16,-5 1-16,-6 1 15,-5 2-15,-7-2 16,-16 4-16,15-4 16,-15 4-16,0 0 15,-22-11-15,-45 2 31,-33 7-15,9 10-16,15 4 16,26 1-16,10 3 15,7 0-15,5-1 16,8-1-16,4-3 16,3 4-16,3 1 15,4 5-15,1 1 16,3 3-1,5 6-15,1 10 16,5 4-16,-1 2 16,2-2-16,-3-2 15,1 1-15,-6 5 16,-2 1-16,-6 6 16,-5-5-16,1-7 15,-3-5-15,2-1 16,0 1-1,0-4-15,1-2 16,6-6-16,4-2 16,7-4-16,3 0 15,9-4-15,7-1 16,9-5-16,7-4 16,3-6-16,6-4 15,2-2-15,-4-3 16,0-5-16,-5-1 15,-1-2 1,-4 1-16,-12-2 16</inkml:trace>
  <inkml:trace contextRef="#ctx0" brushRef="#br1" timeOffset="200347.14">22541 12629 0,'0'0'0,"0"0"16,0 0-16,6-4 16,-6 4-16,41-11 15,-12 2-15,3-2 16,0 1-16,-4 1 16,-3 2-1,-4-1-15,-2 4 0,0-1 16,-3 1-16,0 0 15,-16 4 1</inkml:trace>
  <inkml:trace contextRef="#ctx0" brushRef="#br1" timeOffset="200697.92">23166 12462 0,'0'0'0,"0"0"0,0 0 0,0 0 16,0 0-16,6 1 15,-6-1 1,34 0-16,-3-1 16,6-2-16,6-1 15,4-3-15,0-1 16,-4 1-16,-3 0 16,-8 2-16,-10 2 15,-3 1-15,1-1 16</inkml:trace>
  <inkml:trace contextRef="#ctx0" brushRef="#br1" timeOffset="200998.04">23109 12773 0,'0'0'0,"0"0"0,0 0 0,0 0 16,4-2-16,-4 2 15,42-8-15,2-1 16,3 4-16,3-3 16,4 0-16,-4-1 15,-1-3-15,-6 0 16,-7 1-16,-8 3 15,-2 1-15,4-3 16,4 1 0,7-5-16</inkml:trace>
  <inkml:trace contextRef="#ctx0" brushRef="#br1" timeOffset="201348.26">23967 12134 0,'0'0'0,"0"0"0,0 0 0,0 0 15,0 0-15,4-2 16,-4 2-16,0 0 15,20-4-15,1 1 16,15 0 0,15-3-16,10 1 15,-1 0-15,2 0 16,-2-1-16,0 2 16,-7 0-16,-10 1 15,-11-1-15,-9 3 16,-23 1-16,15 1 15,-15-1-15</inkml:trace>
  <inkml:trace contextRef="#ctx0" brushRef="#br1" timeOffset="201698.64">24067 12225 0,'0'0'0,"0"0"0,0 0 0,0 0 15,0 0-15,0 0 16,0 0-16,0 0 16,0 5-1,0-5-15,11 20 16,-4-4-16,0 4 16,-1 3-16,-2 3 15,-1 5-15,0 3 16,-1 4-16,0 5 15,1 2-15,-3 3 16,-4-2 0,-2-1-16,0-6 15,2-1-15,1-7 16,-1-3-16,1-3 16,1-7-16,0-3 15,2-15-15</inkml:trace>
  <inkml:trace contextRef="#ctx0" brushRef="#br1" timeOffset="202030.69">23729 12983 0,'0'0'0,"0"0"0,0 0 0,0 0 15,-5 3-15,5-3 16,0 0-16,0 0 16,9 15-1,8-2-15,18-4 16,17-3-16,12-6 16,5-1-16,1-4 15,-5-3-15,-3 1 16,-8-3-16,-10-1 15,-3 2-15,-4-2 16,-4 5-16,-4-1 16,-5 3-1,-2 4-15,-2 4 16,-4-2-16</inkml:trace>
  <inkml:trace contextRef="#ctx0" brushRef="#br1" timeOffset="202547.18">23590 12129 0,'0'0'0,"0"0"15,0 0-15,0-5 16,0 5-16,2-17 16,4 5-16,4-2 15,9-1-15,11 0 16,6 0-16,7 2 15,12 2-15,8 5 16,-5 8-16,2 2 16,-2-1-1,-2 1-15,1 2 16,-4-1-16,-4 4 16,-3-2-16,-19-4 15</inkml:trace>
  <inkml:trace contextRef="#ctx0" brushRef="#br0" timeOffset="213446.8">10388 11831 0,'0'0'0,"0"0"0,0 0 0,0 0 0,0 0 16,0 0-16,0 0 16,2 6-1,-2-6-15,7 23 16,-2 2-16,2 10 15,-2 6-15,-5 2 16,-3 2-16,-2 1 16,-1 1-16,-3-3 15,2 0-15,0-3 16,0-4-16,1-8 16,-1-6-1,3-4-15,1-8 16</inkml:trace>
  <inkml:trace contextRef="#ctx0" brushRef="#br0" timeOffset="213946.97">10283 11821 0,'0'0'0,"0"0"0,0 0 16,0 0-16,0 0 16,0 0-16,0 0 15,5-1-15,-5 1 16,26-10-16,-1 2 16,5 1-1,5 0-15,4 3 16,-1 3-16,4 3 15,-4 4-15,-1 4 16,3 5-16,-5 3 16,-4 5-16,-1 3 15,-5 4-15,-5 5 16,-6-2-16,-11 3 16,-5 4-1,-9 4-15,-9 1 16,-9 0-16,-8 0 15,-2-3-15,2-8 16,-2-4-16,4-8 16,-1-6-16,4-6 15,2-3-15,6-4 16,1-2-16,5-1 16,18 0-16,-22-5 15,14-8 1,6-8-16</inkml:trace>
  <inkml:trace contextRef="#ctx0" brushRef="#br0" timeOffset="214281.47">10820 11618 0,'0'0'0,"0"0"16,0 0-16,0 0 16,0 0-1,0 0-15,0 0 16,4 0-16,-4 0 15,0 0-15,25-2 16,-9 1-16,2-2 16,2-1-16,1-1 15,-1-1-15,-3-2 16,-1 0-16,0-3 16</inkml:trace>
  <inkml:trace contextRef="#ctx0" brushRef="#br0" timeOffset="214630.65">11221 11118 0,'0'0'0,"0"0"0,0 0 15,0 0 1,3 0-16,-3 0 15,0 0-15,0 0 16,6 18-16,-4 3 16,-1 11-16,-3 9 15,-5 4-15,1 1 16,-5 6-16,0-3 16,-4 5-16,0 2 15,0 0-15,-1-6 16,3-2-1,2-7-15,0-4 16,5-4-16,2-7 16,6-4-16</inkml:trace>
  <inkml:trace contextRef="#ctx0" brushRef="#br0" timeOffset="-214498.96">11541 11125 0,'0'0'0,"0"0"16,0 0-16,0 0 15,0 0-15,4 4 16,-4 7-1,1 17-15,-5 19 16,-5 13-16,-5 5 16,-4 3-16,-3 3 15,1 1-15,-3 1 16,3-5-16,-2 1 16,-1-3-16,3 0 15,0-7-15,5-12 16,2-5-1,4-12-15,4-4 16,3-7-16,4-3 16,7-4-16</inkml:trace>
  <inkml:trace contextRef="#ctx0" brushRef="#br0" timeOffset="-213948.92">11705 11663 0,'0'0'0,"0"0"0,0 0 0,0 0 16,0 0-16,0 0 16,0 0-16,0 0 15,10 0-15,-10 0 16,29-2-1,-11 0-15,-1 0 16,-2 2-16,-15 0 16,25 8-16,-25-8 15,11 24-15,-11 0 16,-4 8-16,-11 9 16,-4 7-16,-7 1 15,4-6-15,-1-5 16,3-7-16,2-7 15,5-7 1,5-7-16,8-10 16,-10 12-16,10-12 15,0 0-15,0 0 16,0 0-16,18 10 16,11-11-16,7-6 15,2-4-15,2-4 16,0-2-1,-6 2-15,-6 2 16,-5 5-16,-6-1 16,0 4-16,-17 5 15,25-7-15,-25 7 16,23 3-16</inkml:trace>
  <inkml:trace contextRef="#ctx0" brushRef="#br0" timeOffset="-206365.81">12397 11698 0,'0'0'0,"0"0"16,0 0-16,0 0 15,0 6-15,1 7 16,0 15-16,1 16 15,0 8 1,1 3-16,-2 1 16,1 1-16,-2 1 15,0-1-15,-2 2 16,-1-4-16,2-6 16,-3-7-16,1-5 15,-1-7-15,-1-4 16,2-5-1,1-3-15,-1-7 16,3-11-16,-3 14 16,3-14-16</inkml:trace>
  <inkml:trace contextRef="#ctx0" brushRef="#br0" timeOffset="-205814.39">12253 11744 0,'0'0'0,"0"0"16,0 0-16,0 0 15,5-2 1,-5 2-16,47-19 16,7 3-16,7 3 15,3 4-15,-3 6 16,-4 4-16,-2 5 16,-1 4-16,-6 2 15,-9 3-15,-3 6 16,-7 5-16,-2 13 15,-7 8 1,-10 10-16,-9 3 16,-8 5-16,-10 5 15,-6 4-15,-10-1 16,-5-10-16,-4-7 16,-5-9-16,0-8 15,-4-9-15,-2-11 16,3-6-16,0-7 15,5-3 1,5-5-16,2-2 16,6-5-16,6-5 15,5-3-15,5-6 16,6-5-16,6-6 16</inkml:trace>
  <inkml:trace contextRef="#ctx0" brushRef="#br0" timeOffset="-203482.85">14534 10119 0,'0'0'0,"0"0"0,0 0 0,0 0 16,0 0 0,0 0-16,0 0 15,0 7-15,0-7 16,4 22-16,-4-8 16,2 0-16,-1 2 15,1-1-15,-1 0 16,0-3-16,-1-1 15,2-1-15,0 4 16,4 1 0,4 1-16,1 3 15,3-3-15,2 0 16,0-2-16,3 0 16,2-3-16,-1-3 15,4 1-15,1-5 16,0 2-16,-2-2 15,2-1-15,2-3 16,-1 0-16,2 0 16,-1 0-1,1 0-15,4 0 16,1 0-16,3 0 16,0 0-16,0 0 15,2 0-15,0 0 16,1 0-16,2 0 15,-1 0-15,6-3 16,2-1-16,1-2 16,-1 2-1,-3-2-15,0 2 16,0 0-16,2 1 16,0-1-16,-2-1 15,-3 1-15,-3 2 16,-1-2-16,3-2 15,-2 1-15,1-2 16,-2 1-16,1 0 16,-1-1-1,2 1-15,-1-1 16,-1 1-16,-1-2 16,0 0-16,-1 0 15,0 1-15,0-1 16,-1 1-16,-8 3 15,2-2-15,-1 1 16,-2 0-16,1-1 16,0 1-1,2 0-15,1 0 16,0-1-16,3 2 16,1-1-16,-1-1 15,3 2-15,-1-2 16,1 1-16,-1 0 15,-3 1-15,-2 0 16,-1 1-16,1 1 16,2-1-1,2 2-15,0-1 16,-6 2-16,-3-2 16,-5 0-16,-1 2 15,-19 0-15,26-3 16,-26 3-16,17-2 15,-17 2-15,0 0 16,16-4-16,-16 4 16,0 0-16,0 0 15,0 0 1,15-7-16,-15 7 16,7-13-16,-7 13 15,7-21-15,-2 9 16,0-5-16,1-7 15,0-5-15,-1-1 16,1 0-16,-4 4 16,-1 3-16,1 5 15,-2-1 1,0 4-16,0 0 16,0 3-16,0 2 15,0 10-15,0-15 16,0 15-16,0 0 15,0-12-15,0 12 16,0 0-16,0 0 16,0 0-1,0 0-15,-7-11 16,7 11-16,0 0 16,0 0-16,0 0 15,0 0-15,0 0 16,0 0-16,0 0 15,0 0-15,0 0 16,0 0-16,0 0 16,0 0-1,0 0-15,0 0 16</inkml:trace>
  <inkml:trace contextRef="#ctx0" brushRef="#br0" timeOffset="-199566.61">13330 11796 0,'0'0'0,"0"0"16,0 0-16,1 3 15,-1-3-15,8 20 16,1 2-16,2 11 16,0 4-16,-2 4 15,1 1-15,-3-4 16,-1 0-1,-1-2-15,-2-2 16,1 3-16,-2 2 16,-1 3-16,-2 0 15,-4-2-15,0-9 16,-1-4-16,-1-5 16,2-3-16</inkml:trace>
  <inkml:trace contextRef="#ctx0" brushRef="#br0" timeOffset="-199066.3">13317 11744 0,'0'0'0,"0"0"0,0 0 15,11 4-15,8 2 16,11 4-16,11-1 16,6 2-16,5 0 15,-2-2-15,-3 1 16,-2-1-1,-4-1-15,-3 6 16,-3 7-16,-5 6 16,-2 2-16,-7 4 15,-7-2-15,-5 2 16,-7 5-16,-8 4 16,-12 4-16,-9 5 15,-13 3-15,-8-5 16,-2-10-1,-4-4-15,0-10 16,-3-3-16,-1-5 16,8-6-16,9-4 15,8-5-15,9-2 16,5-2-16,19 2 16,-25-16-16,19-4 15,-4-9-15</inkml:trace>
  <inkml:trace contextRef="#ctx0" brushRef="#br0" timeOffset="-198633.14">13905 11398 0,'0'0'0,"0"0"15,0 0-15,0 0 16,0 0-16,0 0 16,-3-3-16,3 3 15,0 0-15,8-10 16,7-6-16,10-4 16,9-2-16,6-2 15,3 5-15,0 0 16,-5 4-1,-6 2-15,-5 2 16,-4 0-16</inkml:trace>
  <inkml:trace contextRef="#ctx0" brushRef="#br0" timeOffset="-198249.01">14472 10900 0,'0'0'0,"0"0"0,0 0 0,-1 5 0,1-5 16,0 0-16,-2 11 15,2-11-15,0 20 16,0-1-16,0 10 15,-2 4-15,-2 12 16,-2 1 0,-3 1-16,0-4 15,-2 3-15,-1 2 16,-3-2-16,-1-2 16,0-2-16,0-5 15,2 0-15,1-5 16,2-2-16,-1 0 15,5-5-15,4-5 16,3-6 0,6-4-16,-6-10 15</inkml:trace>
  <inkml:trace contextRef="#ctx0" brushRef="#br0" timeOffset="-197849.09">14893 10847 0,'0'0'0,"0"0"0,0 0 16,0 0-16,0 5 15,-3 9 1,-2 20-16,-6 18 16,-7 13-16,-8 9 15,-8 7-15,-1 1 16,-5 2-16,4-4 16,-3 0-16,1 1 15,0-3-15,2-1 16,1-3-16,5-4 15,7-10 1,9-10-16,6-12 16,6-8-1,6-5 1,4-7-16</inkml:trace>
  <inkml:trace contextRef="#ctx0" brushRef="#br0" timeOffset="-197165.79">14972 11491 0,'0'0'0,"0"0"0,2-3 0,-2 3 16,29-18 0,-2 3-16,-2 4 15,-2 2-15,2-2 16,-1 7-16,3 2 16,-2 2-16,-7 2 15,-18-2-15,25 15 16,-16 2-16,-2 9 15,-4 9-15,-12 12 16,-6 7 0,-5 0-16,-3-6 15,1-6-15,0-5 16,0-6-16,-4 0 16,-1-5-16,4-2 15,3-5-15,1-4 16,4-2-16,15-13 15,-23 15 1,23-15-16,0 0 16,0 0-16,0 0 15,0 0-15,0 0 16,27-23-16,-4 6 16,3-1-16,1 2 15,-5 4-15,5 0 16,4 3-16,1 4 15,2 1-15,2 1 16,-6 0 0,0 1-16,-5 1 15,-2-1-15,-2 1 16,-1 0-16,0-1 16,-2 1-16,2 0 15,3-1-15,5 1 16,-2-7-16</inkml:trace>
  <inkml:trace contextRef="#ctx0" brushRef="#br0" timeOffset="-194100.42">15158 12404 0,'0'0'0,"0"0"0,0 0 16,0 0-16,0 0 16,7 1-16,-7-1 15,46 9-15,-2-5 16,12-6-16,9-9 16,1 0-1,-5-2-15,1-2 16,-6-4-16,-6 3 15,-1-1-15,-10 4 16,-5 1-16,-6 5 16,-7 1-16,-5 3 15,-16 3-15,0 0 16</inkml:trace>
  <inkml:trace contextRef="#ctx0" brushRef="#br0" timeOffset="-193782.57">15204 12715 0,'0'0'0,"0"0"0,0 0 0,0 0 16,0 0-16,6 2 15,-6-2 1,33 2-16,9-6 15,14-5-15,16-6 16,8-8-16,4-4 16,-6-3-16,-6 2 15,-7 3-15,-7 3 16,-6 3-16,-10 3 16,-9 5-1,-4 4-15,-3 5 16,-2 3-16,-2 3 15,-1-2-15</inkml:trace>
  <inkml:trace contextRef="#ctx0" brushRef="#br0" timeOffset="-193284.35">17330 11869 0,'0'0'0,"0"0"0,0 0 0,0 0 15,0 0-15,0 0 16,1 4-1,-1-4-15,3 19 16,-1 4-16,1 10 16,-1 5-16,-2 5 15,-4 2-15,-4 4 16,-1 0-16,-3 3 16,3-3-16,0-10 15,2-10-15,1-7 31</inkml:trace>
  <inkml:trace contextRef="#ctx0" brushRef="#br0" timeOffset="-192683.39">17090 11838 0,'0'0'0,"0"0"0,0 0 0,0 0 0,0 0 16,0 0-16,5 0 15,-5 0-15,45-7 16,5-1-1,12 1-15,7 3 16,4 4-16,-2 5 16,-1 4-16,-7 1 15,-2 3-15,-2 4 16,0 9-16,-4 4 16,-1 8-16,-6 0 15,-7 3 1,-5 0-16,-8 3 15,-8 5-15,-9-1 16,-11 1-16,-9-5 16,-11-1-16,-4-3 15,-8-11-15,-9 0 16,-9-3-16,-10-6 16,1-2-16,-4-6 15,0-4-15,2-2 16,-3 0-1,4-3-15,6 1 16,7-2-16,12 2 16,4-3-16,6-1 15,2-3-15,5 1 16,18 2-16,-15-9 16,15 9-16</inkml:trace>
  <inkml:trace contextRef="#ctx0" brushRef="#br0" timeOffset="-192216.71">16420 12869 0,'0'0'0,"0"0"0,0 0 0,0-3 0,0 3 16,45-35-1,23 1-15,23-3 16,12 7-16,16 2 16,8 2-16,12 1 15,10-1-15,-2 0 16,10 0-16,-18 1 16,4 1-16,-17 1 15,-3 4-15,7 4 16,-8 10-16,-9 2 15,-7 5 1,-23 4-16,-13 6 16,-13 0-16,-8 4 15,-9 1-15,-7 0 16,-11-2-16,-12-3 16</inkml:trace>
  <inkml:trace contextRef="#ctx0" brushRef="#br0" timeOffset="-191498.88">10345 12754 0,'0'0'0,"0"0"16,0 0-16,0 0 0,0 0 15,7 0 1,-7 0-16,41 0 16,7 0-16,17-5 15,8-5-15,0-9 16,4-5-16,-2-5 16,-1 0-16,-7 0 15,-8 3-15,-9 3 16,-5 4-16,-9 4 15,-8 2 1,-4 2-16,-4 5 16,1 3-16,-1 5 15</inkml:trace>
  <inkml:trace contextRef="#ctx0" brushRef="#br0" timeOffset="-190148.74">16663 13196 0,'0'0'0,"0"0"0,0 0 0,0 0 0,0 0 16,0 0 0,0 4-16,0-4 15,-1 11-15,-3 2 16,0 10-16,-3 9 16,-1 3-16,1 0 15,1-3-15,-1 4 16,-1-1-16,2 2 15,0-4-15,1-7 16,0-5 0,3-8-16,2-13 15,-4 10-15,4-10 32,-18-20-32,-5-13 15,-7-23-15,18 29 16,1-5-16,5-2 15,4 15-15,2-6 16,2 9-16,3 0 16,2 1-1,2 2-15,1 1 16,-10 12-16,20-20 16,-20 20-16,28-20 15,-12 10-15,2-1 16,3 4-16,0 5 15,-1 2-15,3 7 16,-1 8-16,2 8 16,-3 5-1,-4 3-15,-3 1 16,-1 4-16,0 5 16,-5-1-16,-2 2 15,-3-3-15,-3-8 16,-1-7-16,-1-4 15,-3-2-15,-3-5 16,-6-1-16,-6 2 16,-9-6-1,-3-3-15,0-5 16,2-4-16,4 0 16,5 1-16,1-3 15,2-2-15,-2-15 16,12-12-16</inkml:trace>
  <inkml:trace contextRef="#ctx0" brushRef="#br0" timeOffset="-189200.53">15927 13409 0,'0'0'0,"0"0"16,-1-3-16,1 3 15,-2-14-15,5 1 16,-1-2-16,4 0 16,3-1-1,3 6-15,-12 10 16,26-13-16,-10 19 16,2 7-16,1 9 15,3 7-15,-2 9 16,-1 1-16,-1-1 15,-4-4-15,-1-1 16,-3-7-16,-4-7 16,-1-6-1,-5-13-15,0 0 16,0 0-16,0 0 16,3-13-16,-6-19 15,0-11-15,2-1 16,1-3-16,4-4 15,6-3-15,9 0 16,8 2-16,8 11 16,3 5-16,5 5 15,5 6 1,0 3-16,5 4 16,1 2-16,4 4 15,-3 3-15,-2 2 16,-5 1-16,-9 0 15,-5 4-15,-6 0 16,-5 0-16,-6 2 16,-17 0-1,25 6-15,-25-6 16,19 14-16,-19-14 16</inkml:trace>
  <inkml:trace contextRef="#ctx0" brushRef="#br0" timeOffset="-188316">17284 13380 0,'0'0'0,"4"-2"0,-4 2 0,0 0 16,22-24-16,1-1 15,2-3-15,-4 4 16,-1 3 0,-1 6-16,2 6 15,-1 4-15,0 4 16,-1 3-16,-1 7 15,0 8-15,-2 13 16,-1 9-16,-1 9 16,-4-1-16,-1 0 15,-1-6 1,-3-6-16,1-5 16,-3-10-16,-1-6 15,0-2-15,-2-12 16,3 14-16,-3-14 15,0 0-15,8-11 16,3-18-16,2-18 16,0-8-16,0-3 15,-2-5-15,-3-1 16,1 5 0,-2 8-16,-1 8 15,0 6-15,3 5 16,0 3-16,4 5 15,3 3-15,2 6 16,5 3-16,11 4 16,11 4-1,7 4-15,10 4 16,0 2-16,0 1 16,2 2-16,-3-1 15,0-1-15,-5-2 16,-4 0-16,-11-2 15,-3-2-15,-4-1 16,-5-1-16,-4-1 16,-7 2-16,-18 0 15,20 0-15,-20 0 16,0 0 0</inkml:trace>
  <inkml:trace contextRef="#ctx0" brushRef="#br0" timeOffset="-187632.9">18092 13417 0,'0'0'0,"0"0"0,-3 1 15,3-1-15,0 0 16,-9 11-16,1 5 16,-1 12-16,1 10 15,4 1-15,1-1 16,3-2 0,2-6-16,2-3 15,0-6-15,-1-6 16,-3-5-16,0-10 15,2 10-15,-2-10 16,0 0-16,-4-20 16,-3-14-16,3-9 15,0-1-15,4 1 16,1 0 0,2 4-16,0 7 15,0 6-15,1 7 16,-1 1-16,1 5 15,-1 2-15,1 1 16,-4 10-16,14-19 16,-14 19-16,30-13 15,-2 9-15,11 6 16,5 4 0,1 7-16,-3 4 15,-3 8-15,-3 3 16,-7 0-16,-3 12 15,-3 1-15,-5 6 16,-8-6-16,-6-5 16,-6-7-16,-1-4 15,-3-5-15,-3 0 16,-10 1 0,-18-2-16,-18 1 15,-10-7-15,-4-9 16,4-4-16,7-6 15,-2 0-15,5-2 16,5-1-16,-7 0 16</inkml:trace>
  <inkml:trace contextRef="#ctx0" brushRef="#br0" timeOffset="-186382">18582 12058 0,'0'0'0,"0"0"0,0 0 16,0 0-16,0 0 15,0 0-15,0 0 16,0 0-16,0 0 16,10 0-16,17 0 15,26-1-15,11-2 16,-6-2 0,-1-1-16,-2-3 15,4-3-15,-6 2 16,-6 0-16,-16 4 15,-5 3-15,7-2 16,-9 3-16,-7 2 16,1-2-16</inkml:trace>
  <inkml:trace contextRef="#ctx0" brushRef="#br0" timeOffset="-185983.65">18713 12409 0,'0'0'0,"0"0"0,0 0 0,0 0 0,0 0 15,0 0-15,0 0 16,0 0-16,9 2 15,-9-2-15,20 2 16,-4-1-16,2-1 16,8-3-16,5-4 15,1-1-15,6-5 16,6-2 0,-3 1-16,-6 2 15,-3 2-15,-2 4 16,9 0-16,-3 5 15,-3 0-15,-6-1 16,-1 2-16,1 2 16,-2 0-16,-3 3 15,-22-5-15,18 7 16</inkml:trace>
  <inkml:trace contextRef="#ctx0" brushRef="#br0" timeOffset="-185481.97">19561 11788 0,'0'0'0,"0"0"15,0 0-15,0 0 16,0 0-16,0 0 16,0 0-1,0 0-15,0 0 16,13 0-16,12 0 15,13 0-15,10-3 16,-6 1-16,4-3 16,10-2-16,4 1 15,0-1-15,-10 3 16,-9-1-16,-2 1 16,-2 2-16,1 0 15,-6-1 1,-5 1-16,-3 2 15,-6 2-15,-18-2 16,16 3-16,-16-3 16,0 0-16</inkml:trace>
  <inkml:trace contextRef="#ctx0" brushRef="#br0" timeOffset="-185116.03">19961 11907 0,'0'0'0,"0"0"0,0 0 0,0 0 16,0 0-16,0 0 15,0 0-15,3 2 16,-3-2-1,0 18-15,0 7 16,0 0-16,-1 6 16,-2 0-16,-1 4 15,-1 0-15,1-5 16,-1 4-16,-1 4 16,-1 12-16,1-9 15,1 1-15,0-9 16,1-3-1,1 0-15,1-12 16,2-6-16,2-1 16,-2-11-16,0 0 15</inkml:trace>
  <inkml:trace contextRef="#ctx0" brushRef="#br0" timeOffset="-184732.88">19504 12586 0,'0'0'0,"0"0"0,0 0 0,0 0 16,0 0-16,0 0 15,0 0-15,0 0 16,0 0-1,7 4-15,9 2 16,15-9-16,15-6 16,8-3-16,11-11 15,-6 5-15,-2 1 16,-1 13-16,-7 6 16,3 3-16,-8 2 15,-7-2-15,-2-3 16,-7 1-16,-4-3 15,-5 2 1,-19-2-16,23-2 16,-23 2-16,17-12 15</inkml:trace>
  <inkml:trace contextRef="#ctx0" brushRef="#br0" timeOffset="-183482.82">20495 11288 0,'0'0'0,"0"0"0,0 0 0,-2-6 0,-5-5 16,-4-13-16,-6-2 16,-6-5-16,-1 6 15,-9 0-15,-11-6 16,-2 10-1,-2-2-15,-4 1 16,5 2-16,2 0 16,-1 3-16,6 13 15,5-1-15,6 0 16,4 2-16,3 0 16,2 2-16,-5 6 15,0 7-15,1-1 16,1 5-16,-2 12 15,-4 12 1,0 7-16,-1-1 16,-2 12-16,1-1 15,-3 5-15,2 0 16,0 3-16,4 2 16,1 0-16,2-1 15,4-6-15,-3 6 16,4-9-16,-1 5 15,3-7 1,5-1-16,1-3 16,6-1-16,3-6 15,4 0-15,1 3 16,4 5-16,1 5 16,2-11-16,3-4 15,-1-2-15,6 6 16,0-2-16,-1-4 15,3 3 1,1 0-16,4 0 16,7 3-16,-7-9 15,4 1-15,-1-1 16,-3-7-16,5 2 16,2-2-16,5-3 15,0-7-15,2-3 16,1-5-16,5-5 15,1-4-15,1-6 16,4-6 0,1-4-16,1-5 15,-4-1-15,-9-1 16,-1-4-16,-1-16 16,0 4-16,5-19 15,-13 18-15,-2 2 16,-1 2-16,-4 4 15,8-24 1,-8 3-16,-5-2 16,-2-4-16,-3 1 15,-4-30-15,-3 8 16,-1 14-16,-2 3 16,0 1-16,-2-13 15,-2-1-15,0 8 16,-3 5-16,-1 0 15,-2 0-15,-4-1 16,-1 0 0,-2 7-16,2 9 15,-3 0-15,-1-2 16,-6-3-16,-1 0 16,0 14-16,-6 8 15,-5-4-15,-4 5 16,-1-1-16,1 7 15,-4 5 1,-10-4-16,-13 0 16,-23 11-16</inkml:trace>
  <inkml:trace contextRef="#ctx0" brushRef="#br0" timeOffset="-182466.82">18427 11581 0,'0'0'0,"0"0"0,0 0 0,0 0 15,0 0-15,0 0 16,0 0-16,-7 6 15,-21 13-15,-41 32 16,-31 25 0,5 3-16,-15 22 15,5 9-15,-6 20 16,5-2-16,13-11 16,7-5-16,17-25 15,12-9-15,5-11 16,14-14-16,6-9 15,8-10-15,6-9 16,1-2 0,-1 2-16,-2 3 15,-2-1-15</inkml:trace>
  <inkml:trace contextRef="#ctx0" brushRef="#br0" timeOffset="-181899.09">18085 12091 0,'0'0'0,"0"0"0,0 0 0,0 0 0,-3 3 16,-15 10 0,-34 25-16,-39 32 15,-10 17-15,-6 16 16,0 6-16,1 1 16,-2 5-16,4-3 15,6-9-15,3-6 16,10-14-16,3-7 15,11-9-15,13-12 16,3-2 0,10-12-16,8-2 15,6-9-15,7-6 16,6-4-16,4-3 16,3-2-16,2-2 15,0 3-15,-1 4 16,2-1-16</inkml:trace>
  <inkml:trace contextRef="#ctx0" brushRef="#br2" timeOffset="-176431.94">1974 4476 0,'0'0'0,"-2"-3"0,2 3 16,-5-15-1,0-4-15,-5-1 16,-4-4-16,-10 0 16,-9 3-16,-14 4 15,-13 3-15,-8 13 16,-9 14-16,-9 21 16,-8 11-16,-6 24 15,1 24-15,4 12 16,12 17-16,13-2 15,9 9 1,13 8-16,12-5 16,12 6-16,12-12 15,13-12-15,10-5 16,10-14-16,13-6 16,4-13-16,7-11 15,6-6-15,8-7 16,11-5-1,4-7-15,0-9 16,3-9-16,-4-7 16,-4-3-16,-3-9 15,-7-5-15,-7-7 16,-5-2-16,-3-3 16,-8-2-16,-1-7 15,0-6-15,-5-26 16</inkml:trace>
  <inkml:trace contextRef="#ctx0" brushRef="#br2" timeOffset="-175849.35">2295 5363 0,'0'0'0,"0"0"0,0 0 0,-5-5 0,5 5 15,-23-17 1,5 7-16,-6 2 16,-8 6-16,-11 11 15,-7 11-15,-2 14 16,2 11-16,5 11 16,6 7-16,6 12 15,11 7-15,11 4 16,13 8-16,12-3 15,7-4 1,13-5-16,6-16 16,9-4-16,8-10 15,4-18-15,3-13 16,6-18-16,-1-17 16,0-16-16,-1-15 15,-12-9-15,-4-9 16,-11-10-16,-12-10 15,-9 0 1,-10 4-16,-9 5 16,-8 0-16,-8 4 15,-8 5-15,-6 5 16,-5 6-16,-7 4 16,-4 6-16,-4 4 15,-1 8-15,0 8 16,1 7-16,-1 10 15,7 5 1,7 3-16,10 1 16,8 3-16,18-5 15,-17 5-15,17-5 16</inkml:trace>
  <inkml:trace contextRef="#ctx0" brushRef="#br2" timeOffset="-175265.85">2898 4828 0,'0'0'0,"0"0"0,0 0 15,0 0-15,0 0 16,7 12-16,11 16 15,12 25-15,4 20 16,-5 10 0,0 8-16,-4 3 15,-2 0-15,1 7 16,-1-6-16,-1-6 16,-2-9-16,-1-5 15,-1-7-15,2-2 16,0-7-16,-1-13 15,-2-10-15,0-12 16,-2-5 0,-1-5-16,-14-14 15,20 15-15,-20-15 16,29-19-16,1-21 16,11-26-16,-4-11 15,1 0-15,-1-17 16,3-8-16,-2-4 15,-1-1-15,-7 16 16,-4 8 0,-3 11-16,-6 10 15,-3 9-15,-4 9 16,-4 11-16,-5 14 16,0 9-16,-1 10 15,0 0-15,0 0 16,0 0-16,0 0 15,0 0-15,0 0 16</inkml:trace>
  <inkml:trace contextRef="#ctx0" brushRef="#br2" timeOffset="-174817.03">4950 3890 0,'0'0'0,"0"0"0,0 0 16,0 0-16,-5 7 15,-23 31-15,-30 58 16,-5 31-16,3 4 15,0 16-15,6-13 16,0 9-16,3 2 16,10-5-1,5-1-15,8-4 16,7 5-16,7-5 16,8-14-16,2 7 15,7-8-15,7 6 16,11-8-16,0-17 15,11-1-15,5-15 16,8 0-16,3-15 16,3-14-1,7-15-15,11-17 16,5-14-16,8-19 16,-2-26-16,-8-15 15,-1-19-15</inkml:trace>
  <inkml:trace contextRef="#ctx0" brushRef="#br2" timeOffset="-173999.32">4960 5108 0,'0'0'0,"0"0"0,0 0 0,0 0 15,0 0 1,0 0-16,4 2 16,-4-2-16,47 18 15,12-5-15,16-8 16,6-5-16,9-5 15,-2-4-15,2-2 16,-4 0-16,-6 2 16,-6 1-1,-11 2-15,-8 8 16,-4 2-16,-6 1 16,-5 5-16,-7 3 15,-12 0-15,-7-4 16,-14-9-16,12 21 15,-14 0-15,-8 12 16,-16 19 0,-13 5-16,-6 4 0,-8 4 15,2-9 1,1-3-16,-3 2 16,7-6-16,1-4 15,5-3-15,7-8 16,2-3-16,2 0 15,4-4-15,2-4 16,8-8-16,6-4 16,9-11-1,-9 9-15,9-9 16,0 0-16,0 0 16,0 0-16,-8 11 15,8-11-15,0 0 16,0 0-16,34 4 15,5-4-15,22-5 16,18-8-16,5-4 16,-1-2-1,-6-1-15,2 1 16,-6 0-16,-5 3 16,-7 3-16,0-1 15,-2 3-15,-10 5 16,-5 2-16,-16 1 15,-8 3-15,-20 0 16,25-2-16,-25 2 16</inkml:trace>
  <inkml:trace contextRef="#ctx0" brushRef="#br2" timeOffset="-173498.99">6173 4030 0,'0'0'0,"0"-3"0,0 3 15,0 0-15,43-2 16,21 21-16,10 23 16,2 11-1,-7 13-15,3 17 16,-8 0-16,-3 15 16,-9 1-16,-12 2 15,0 17-15,-9 0 16,-2 8-16,-3 9 15,-5 3-15,-3 8 16,-6 12-16,-10-11 16,-8 6-1,-8-5-15,-10-12 16,-6-1-16,-1-20 16,-1-18-16,3-22 15,6-16-15,8-23 16,5-13-16,5-9 15,5-14-15,-7 14 16,7-14-16,0 0 16,0 0-1</inkml:trace>
  <inkml:trace contextRef="#ctx0" brushRef="#br2" timeOffset="-173099.27">7348 5212 0,'0'0'0,"0"0"15,0 0-15,0 0 16,12 0-16,21 0 16,26 0-16,14 0 15,1 0 1,0 0-16,5 0 16,2 0-16,2 0 15,3 0-15,-5 0 16,-4 0-16,-9-1 15,-10-1-15,-6 0 16,-4 1-16,-6 0 16,-10 1-16,-9 2 15,-23-2 1,0 0-16</inkml:trace>
  <inkml:trace contextRef="#ctx0" brushRef="#br2" timeOffset="-172750.27">7456 5998 0,'0'0'0,"0"-3"0,0 3 0,0 0 0,0 0 16,0 0-16,0 0 15,24-12-15,15 0 16,25-5-16,16-3 16,3 0-16,4-1 15,6 2 1,4 1-16,1-2 16,-5 3-16,-4 0 15,-4 1-15,-4-2 16,-14 4-16,-9 0 15,-12 5-15,-9 1 16,-2 1-16,-2-3 16,1-5-16</inkml:trace>
  <inkml:trace contextRef="#ctx0" brushRef="#br2" timeOffset="-172365.94">9142 4483 0,'0'0'0,"0"-4"15,0 4-15,0 0 16,0 0-16,0 0 15,17-4-15,12 2 16,28-3-16,20 1 16,8 2-1,12 2-15,3 2 16,-2 0-16,7 0 16,-16-1-16,-5 0 15,-2 1-15,-9-2 16,-2 0-16,-11 1 15,-10 1-15,-14-1 16,-12 2-16,-24-3 16,22 4-16,-22-4 15</inkml:trace>
  <inkml:trace contextRef="#ctx0" brushRef="#br2" timeOffset="-172031.52">9792 4583 0,'0'0'0,"0"0"16,0 0-16,0 0 15,0 0-15,0 0 16,0 0 0,-1 8-16,0 9 15,-2 12-15,0 7 16,1 4-16,0 4 15,-1 6-15,2 10 16,-2 7-16,-1 6 16,-2 9-16,-5-2 15,1 8 1,-1 7-16,1-13 16,0-3-16,6-11 15,1-11-15,6 0 16,-1-8-16,2-10 15,-2-9-15,-1-12 16</inkml:trace>
  <inkml:trace contextRef="#ctx0" brushRef="#br2" timeOffset="-171665.95">9101 5912 0,'0'0'0,"0"0"0,0 0 0,0 2 16,0-2-16,-1 12 15,1-12-15,0 0 16,7 12 0,11-9-16,30 1 15,26-4-15,7-7 16,4-2-16,0 1 15,4-2-15,4 1 16,-2 0-16,2 0 16,-5 4-16,-1 2 15,-8 3-15,-7 0 16,-7 0 0,-14 0-16,-8 0 15,-12 0-15,-7-1 16,-4-1-16,1-7 15,-7-16-15</inkml:trace>
  <inkml:trace contextRef="#ctx0" brushRef="#br2" timeOffset="-169533.26">8908 3107 0,'0'0'0,"0"0"0,0 0 16,8 1-16,24 4 16,46 9-16,34 7 15,11 2-15,20 2 16,9-13 0,22-16-16,-12 0 15,5-3-15,-5 1 16,-13 1-16,1-1 15,-13 3-15,0 5 16,-15 20-16,-2 12 16,-13 12-16,-8 16 15,-10 9-15,-9 18 16,-14 8-16,-8 15 16,-15 15-1,-6 4-15,-5 11 16,-3 3-16,-3-1 15,3 9-15,-2-2 16,-1 0-16,3-4 16,3-3-16,2-8 15,3-4 1,-1-4-16,2-3 16,-6-10-16,-3-14 15,-4-8-15,-2-8 16,-10 0-16,-13 5 15,-10-12-15,-13 3 16,-12 3-16,-17-4 16,-16 3-16,-20 0 15,-19 1-15,-22-6 16,-7-10-16,-13-9 16,-8-8-1,-6-7-15,-11-7 16,-9-1-16,-16-4 15,-12 2-15,-13 0 16,-11 2-16,0-2 16,-9 1-16,3 4 15,-9-1-15,8-1 16,3-7-16,3-6 16,0-2-16,2-6 15,9-9 1,8-9-16,14-2 15,6-5-15,-2 3 16,-11-2-16,-2 2 16,-8 0-16,11 0 15,6 1-15,6 1 16,5 0-16,11 1 16,-16 1-16,14 3 15,-4 3 1,6 11-16,10 5 15,7-2-15,5 0 16,8-1-16,-2-9 16,2-3-16,0-3 15,4 0-15,3-1 16,7 0-16,18 1 16,-2-4-1,11-2-15,-1-3 16,4-2-16,5-3 15,2-2-15,6-3 16,2-3-16,-4-4 16,10 2-16,1-3 15,4-3-15,9-5 16,0-16 0,4-5-16,7-10 0,2-10 15,5-5-15,2-4 16,4-14-1,10-4-15,5-8 16,6-1-16,4-5 16,4 1-16,2 4 15,-1-3-15,3 6 16,1 6-16,-2 0 16,0 1-16,-2 5 15,0-1 1,0-2-16,2 4 15,-1 2-15,1 0 16,5 4-16,6-4 16,8 1-16,3 4 15,14-2-15,6 2 16,13-10-16,8-14 16,8 13-16,11-5 15,6 4 1,9 8-16,11-5 0,4 11 15,9 6 1,11 1-16,2 7 16,21 0-16,3 10 15,9 3-15,9 5 16,4 3-16,6 3 16,6 5-16,12 1 15,-12 11-15,19 0 16,-6 6-1,0 7-15,14 1 16,-7 2-16,12 5 16,0-1-16,-3 5 15,10 5-15,-1 0 16,5 0-16,4 0 16,-4 0-16,8 0 15,-15 0-15,6 0 16,-15 0-1,3 0-15,-5 0 16,-2 0-16,3 0 16,-10 3-16,-3 2 15,-8-2-15,-6 2 16,-3-2-16,-11-1 16,-2-1-16,-8 1 15,-7-2 1,-10 2-16,-14 2 15,-6 1-15,-12 0 16,-9 2-16,-9 0 16,-8 3-16,-5-3 15,-9 0-15,-9-1 16,-11-2-16,-7 1 16,-4-3-16,-3 0 15,-6-1-15,-22-1 16,24 2-1,-24-2-15,0 0 16</inkml:trace>
  <inkml:trace contextRef="#ctx0" brushRef="#br2" timeOffset="-168983.02">11896 3522 0,'0'0'0,"0"0"0,0 0 15,6 7-15,6 4 16,12 14-16,17 4 16,21-15-16,27-20 15,33-31-15,27-34 16,18-23-16,-5-10 15,-11 0 1,-13 8-16,-23 15 16,-15 11-16,-20 14 15,-13 19-15,-12 7 16</inkml:trace>
  <inkml:trace contextRef="#ctx0" brushRef="#br2" timeOffset="-168700.47">12128 4358 0,'9'-6'0,"20"-15"16,25-16-16,78-54 15,9 9 1,14-8-16,-2 2 16,-1 0-16,-10 7 15,-13 7-15,-19 2 16,-15-5-16,-23-4 16,-20 5-16</inkml:trace>
  <inkml:trace contextRef="#ctx0" brushRef="#br2" timeOffset="-168382.83">12432 2906 0,'0'0'0,"0"0"0,0 0 0,2 3 0,7 11 16,19 31-16,23 36 15,10 15-15,5 12 16,4 4-16,2 14 16,-8 5-16,-4 8 15,0 1-15,-10-12 16,0 1-16,-8-13 15,0 9 1,-6 3-16,-5-12 16,-7-16-16</inkml:trace>
  <inkml:trace contextRef="#ctx0" brushRef="#br2" timeOffset="-168067.07">12928 2547 0,'0'0'0,"2"6"16,5 10 0,18 46-16,20 54 15,-4 21-15,1 32 16,-5 11-16,3 25 16,3 11-16,2 12 15,4 29-15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1:26:03.19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11525 4189 0,'0'0'0,"0"0"0,0 0 16,0 0-16,0 0 16,0 0-16,3 5 15,-3-5-15,7 14 16,-2 1-16,3 8 15,1 2-15,3 4 16,-1 2-16,0-3 16,-2-4-1,-2-5-15,-1-6 16,-6-13-16,7 17 16,-7-17-16,42-1 15,29-31-15,39-28 16,11-20-16,7-11 15,-2-3-15,-4 1 16,-5-1-16,-17 12 16,-6 8-1,-16 12-15,-19 14 16,-14 12-16,-15 12 16,-8 9-16,-8 4 15,-14 11-15,0 0 16,18-13-16,-18 13 15,0 0-15,0 0 16,0 0-16,0 0 16,0 0-1,0 0-15,0 0 16,0 0-16,0 0 16,0 0-16,0 0 15,0 0-15,0 0 16,0 0-16,9 11 15,-9-11-15,0 0 16,0 0-16,0 0 16,0 0-1,0 0-15,0 0 16</inkml:trace>
  <inkml:trace contextRef="#ctx0" brushRef="#br0" timeOffset="2183.32">10506 4524 0,'0'0'0,"0"0"0,0 0 0,0 0 0,0 0 15,0 0-15,0 7 16,1 6-16,0 8 16,1 8-16,-1 10 15,-2 3-15,-3 6 16,-5 4 0,-1 6-16,-2 8 15,-1 2-15,3-4 16,-1-2-16,0-10 15,1-3-15,1 1 16,0-7-16,3-3 16,-1-6-16,2-7 15,1-4-15,0-4 16,1-5-16,0-3 16,3-11-1,0 0 1</inkml:trace>
  <inkml:trace contextRef="#ctx0" brushRef="#br0" timeOffset="2982.74">10479 4514 0,'0'0'0,"0"0"0,0 0 0,0 0 16,0 0-16,0 0 15,0 0-15,0 0 16,0 0-16,-1 3 16,1-3-16,-8 14 15,-3 5-15,-5 9 16,-6 4-16,-2 3 16,-1-2-1,-2 1-15,6-4 16,-3-1-16,4-6 15,2-1-15,5-5 16,2-2-16,4-4 16,7-11-16,-12 15 15,12-15-15,0 0 16,0 0 0,-11 11-16,11-11 0,0 0 15,0 0 1,0 0-16,-4-17 15,13-14-15,23-28 16,6-6-16,-9 21 16,-10 18-16,-8 11 15,-11 15-15,12-16 16,-12 16-16,0 0 16,0 0-1,0 0-15,0 0 16,0 0-16,0 0 15,16-4-15,-16 4 16,20 28-16,0-3 16,1 5-16,3-1 15,0 4-15,3-4 16,2-2-16,-3-3 16,-2-5-1,-2-4-15,-4-2 16,-1-3-16,-17-10 15,26 17-15,-26-17 16,24 17-16,-24-17 16,26 17-16</inkml:trace>
  <inkml:trace contextRef="#ctx0" brushRef="#br0" timeOffset="8183.81">2368 6772 0,'0'0'0,"0"0"15,0 0-15,0 0 16,0 0-16,0 0 16,0 0-16,0 0 15,0 0-15,0 0 16,6 3-16,-6-3 15,0 0-15,0 0 16,24 4-16,-24-4 16,29 6-1,-9-2-15,1-1 16,-1 1-16,2-2 16,-2 0-16,-3-2 15,3 0-15,1 0 16,1-2-16,0 0 15,-1 0-15,-1-1 16,-2 1-16,0-2 16,2 0-1,-2-1-15,3 0 16,1-1-16,-1 1 16,1-1-16,1 0 15,-1-2-15,1 0 16,-2 1-16,-1 1 15,-1 1-15,-3 0 16,0 1 0,-16 4-16,26-8 15,-26 8-15,24-7 16,-24 7-16,24-8 16,-24 8-16,27-7 15,-10 7-15,0 2 16,-17-2-16,27 4 15,-27-4-15,22 1 16,-22-1-16,20 4 16,-20-4-16,22 4 15,-22-4 1,27 4-16,-27-4 16,29 5-16,-13-2 15,2 0-15,0-1 16,1 2-16,-2 0 15,1 0-15,-1 0 16,-17-4-16,28 6 16,-28-6-1,25 4-15,-25-4 16,23 6-16,-23-6 16,18 3-16,-18-3 15,16 2-15,-16-2 16,0 0-16,0 0 15,17 4-15,-17-4 16,0 0-16,0 0 16,0 0-16,0 0 15,0 0 1,0 0-16,0 0 16,0 0-16,0 0 15,0 0-15,0 0 16</inkml:trace>
  <inkml:trace contextRef="#ctx0" brushRef="#br0" timeOffset="12132.27">6111 6903 0,'0'0'0,"0"0"0,0 0 0,0 0 16,4 1-1,-4-1-15,17 6 16,-17-6-16,36 11 15,-10-4-15,1 1 16,2-2-16,2-3 16,2-2-16,0-3 15,4-2-15,-3-1 16,-3-2-16,-3 2 16,0 0-1,-1-1-15,2 2 16,0-1-16,-1-1 15,0 2-15,-7-1 16,2 1-16,-5 0 16,-1 2-16,-17 2 15,28-4-15,-28 4 16,25-1-16,-25 1 16,31 1-1,-15 1-15,2-1 16,0 0-16,2 0 15,1 0-15,1 1 16,3 0-16,-2-2 16,1 2-16,-1-1 15,2 0-15,-2 1 16,1-1-16,2 1 16,2-1-16,1 0 15,1-1 1,1 2-16,0 0 15,-1-2-15,-2-2 16,1 0-16,1 2 16,-1-1-16,4 0 15,-1-1-15,-1 1 16,-3-1-16,2 1 16,1-2-16,2 1 15,1-2 1,3-1-16,-1-2 15,1 1-15,2-2 16,-3 2-16,-2-1 16,1 1-16,-3-1 15,0 1-15,0-1 16,1 0 0,1 1-16,0 0 0,0 1 15,-3 1 1,1 2-16,-2-2 15,-2 3-15,0 0 16,4 0-16,-1 0 16,0 0-16,-1-1 15,4 1-15,-1-1 16,-1 1-16,-3 0 16,1-1-1,1 1-15,1 0 16,2-1-16,3 1 15,0-1-15,-1-1 16,-2-1-16,1 1 16,-4-3-16,-2 2 15,0-2-15,0-1 16,-1 1-16,-3 1 16,-3 0-1,0 1-15,-4 0 16,-3 0-16,-15 4 15,25-5-15,-25 5 16,0 0-16,21-4 16,-21 4-16,0 0 15,0 0-15,0 0 16,16-2-16,-16 2 16,0 0-16,0 0 15,0 0 1,0 0-16,0 0 15,0 0-15,14 10 16,-14-10-16,0 0 16,0 0-16,0 0 15,0 0-15,20 11 16,-20-11-16,0 0 16,18 8-16,-18-8 15,0 0 1,17 7-16,-17-7 15,0 0-15,18 3 16,-18-3-16,0 0 16,23 6-16,-23-6 15,16 5-15,-16-5 16,19 6-16,-19-6 16,19 8-16,-19-8 15,22 8-15,-22-8 16,25 10-1,-25-10-15,27 10 16,-27-10-16,32 13 16,-11-6-16,2 1 15,8 2-15,7-1 16,8 2-16,5-2 16,2-1-16,3 2 15,4-2 1,5 0-16,3 0 15,-1-2-15,0 0 16,3-1-16,2 1 16,-1-2-16,1 1 15,0 1-15,0-3 16,0 0-16,0-2 16,-3 0-16,-1 1 15,-2-1 1,0 1-16,-4-1 15,-6 0-15,-1 1 16,-9-2-16,0 2 16,-2-1-16,-1 0 15,-5 0-15,-3 1 16,-5 1-16,-5 0 16,-1-1-16,-4 0 15,-2 1 1,2-1-16,-3 2 15,-17-4-15,28 2 16,-28-2-16,24-1 16,-24 1-16,21-3 15,-21 3-15,22-3 16,-22 3-16,29-2 16,-29 2-16,29-2 15,-13 2 1,0 0-16,1 0 15,1 0-15,3 0 16,-1 0-16,0 0 16,6 0-16,-1-2 15,0 1-15,2-3 16,3-1-16,1 2 16,-2-1-16,-2 0 15,0 0 1,-2-1-16,1 1 15,-1-5-15,-1 2 16,2-3-16,-4 0 16,-1 0-16,0 1 15,-4 1-15,0 0 16,-17 8-16,31-15 16,-31 15-16,27-14 15,-27 14-15,26-12 16,-26 12-1,30-15-15,-11 4 16,5-3-16,-1 0 16,-2 1-16,-2 1 15,-1 0-15,-2 2 16,0 1-16,-16 9 16,24-11-16,-24 11 15,20-9 1,-20 9-16,16-8 15,-16 8-15,0 0 16,0 0-16,18-6 16,-18 6-16,0 0 15,0 0-15,0 0 16,0 0-16,0 0 16,17 10-16,-17-10 15,0 0-15,0 0 16,15 0-1,-15 0-15,23 2 16,-4 1-16,11-3 16,11 0-16,20-5 15,22-14-15,30-19 16</inkml:trace>
  <inkml:trace contextRef="#ctx0" brushRef="#br0" timeOffset="19149.79">10240 8156 0,'0'0'0,"0"0"0,0 0 0,0 0 15,0 0-15,0 0 16,0 0-16,6 2 16,-6-2-16,28 5 15,-2-1-15,4-2 16,2-2-16,4-1 16,2-1-1,7-2-15,5 0 16,-3-1-16,-1 2 15,-4-1-15,4 0 16,5 0-16,5 0 16,-2 2-16,1 0 15,-7 2-15,2 0 16,5 2-16,-1 0 16,2 2-16,-3-2 15,-2 1 1,4 0-16,3 0 15,0-1-15,-1 0 16,-5 1-16,-2 0 16,1 0-16,-3-1 15,-3-2-15,-9 0 16,-7-1 0,-8 0-16,-3-1 0,-18 2 15,24-2 1,-24 2-16,16-3 15,-16 3-15,0 0 16,0 0-16,0 0 16,16-4-16,-16 4 15,0 0-15,0 0 16,0 0-16,0 0 16,0 0-16,0 0 15,0 0-15,0 0 16,0 0-1,0 0-15,0 0 16,0 0-16,0 0 16,0 0-16,0 0 15,0 0-15,0 0 16,0 0-16,0 0 16,0 0-16,0 0 15,0 0 1,0 0-16,16 0 15,-16 0-15,0 0 16,0 0-16,0 0 16,0 0-16,0 0 15,0 0-15,0 0 16,3 11-16,-3-11 16,0 0-16</inkml:trace>
  <inkml:trace contextRef="#ctx0" brushRef="#br0" timeOffset="21182.6">14552 8072 0,'0'0'0,"0"0"0,0 0 15,0 0-15,0 0 16,4 0-16,-4 0 16,0 0-16,0 0 15,0 0-15,0 0 16,0 0-1,17 0-15,-17 0 16,0 0-16,0 0 16,0 0-16,16-1 15,-16 1-15,26-4 16,0 0-16,7 0 16,7 1-16,2-2 15,3 3 1,-3 2-16,0 1 15,-1 0-15,0 0 16,1 1-16,4 0 16,4-1-16,-3 0 15,3 0-15,-1-1 16,3-1-16,7-1 16,-1 0-16,4 0 15,0 1-15,3 0 16,4 0-1,-3 0-15,0 0 16,-4-1-16,-2 1 16,1 0-16,-3-1 15,-1 1-15,-7 0 16,-1-1-16,-3 0 16,-1 1-16,-3 0 15,-3 0-15,-4 0 16,-5 1-1,-6 0-15,-4 1 16,-5-1-16,-15 0 16,22 0-16,-22 0 15,0 0-15,0 0 16,17 1-16,-17-1 16,0 0-16,0 0 15,0 0-15,0 0 16,0 0-1,0 0-15,8 11 16,-8-11-16,0 0 16,0 0-16,0 0 15,0 0-15,0 0 16,0 0-16,0 0 16,0 0-16,0 0 15,0 0-15,0 0 16,0 0-16,0 0 15,0 0 1,0 0-16,0 10 16,0-10-16,0 0 15,0 0-15,0 0 16,0 0-16,0 0 16,0 0-16,0 11 15,0-11-15,0 0 16,0 0-1,0 0-15,-1 10 16,1-10-16,0 0 16,0 0-16,0 10 15,0-10-15,0 0 16,0 0-16,-5 10 16,5-10-16,0 0 15,0 0-15,0 0 16,-2 11-1,2-11-15,0 0 16,0 0-16,0 0 16,0 0-16,0 0 15,0 0-15,0 10 16,0-10-16,0 0 16,0 0-16,0 0 15,0 0-15,0 0 16,0 0-1,0 0-15,0 0 16,0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0-15,0 0 16,0 0-16,0 0 15,0 0 1,0 0-16,0 0 16,0 0-16,0 0 15,0 0-15,0 0 16,0 0-16,0 0 16,0 0-16,0 0 15,0 0-15,-9-15 16,9 15-16</inkml:trace>
  <inkml:trace contextRef="#ctx0" brushRef="#br0" timeOffset="41933.35">20563 3008 0,'0'0'0,"-2"7"0,2-7 0,-4 13 0,-9 29 15,-5 31-15,1 7 16,-2 9-16,6-2 16,-2 2-16,3 1 15,-1-4-15,1-3 16,-1 8-16,-6-1 16,-12 0-16,1-6 15,3-43 16</inkml:trace>
  <inkml:trace contextRef="#ctx0" brushRef="#br0" timeOffset="42416.19">20454 2951 0,'0'0'0,"-2"-2"15,2 2-15,0 0 16,0 0-16,0 0 16,0 0-16,0 0 15,0 0-15,28 14 16,9 26-16,14 20 16,4 21-1,4 17-15,-6 3 0,-4 4 16,-6 0-1,-4-9-15,-6-16 16,-6-18-16,15-5 16,-3-12-16,3-9 15,-1-9-15,2-25 16,5-16-16,11-24 16,8-37-16,1-16 15,6-36-15,-7-2 16,1 1-1,-6 1-15,-9 13 16,-8 17-16,-8 17 16,-13 24-16,-8 22 15,-5 10-15,-5 12 16,-6 12-16,6-13 16,-6 13-16,0 0 15,0 0 1</inkml:trace>
  <inkml:trace contextRef="#ctx0" brushRef="#br0" timeOffset="42982.72">22491 2528 0,'0'0'0,"0"0"16,0 0-16,0 0 15,0 0-15,-3 4 16,3-4-16,-17 36 16,-14 17-16,-17 25 15,-4 0-15,-5 9 16,-1 5-16,12 13 16,9 9-16,10-8 15,11-7-15,6 12 31,22-6-15,8-15-16,-7-40 16,-1-29-16,-12-21 15,33 2-15,32-14 16,17-21-16,-7-15 16,8-6-16,-16 3 15,0-4-15,-7 6 16,-26 17-16,-11 8 15,-12 11 1,-11 13-16,0 0 16,0 0-16,6 17 15,-19 60-15,-12 31 16,-14 12-16,-7 13 16,-10 3-16,16-31 15,-2 4-15,19-51 16,-2 5-16,-2 9 15,6-17 1,-3 5-16,13-28 16,0-7-16,11 0 15</inkml:trace>
  <inkml:trace contextRef="#ctx0" brushRef="#br0" timeOffset="43716.54">21733 4503 0,'-1'2'0,"1"-2"16,-3 16-16,0 9 16,-1 21-16,-4 26 15,0 27-15,1 3 16,1 10-1,-2 12-15,0 34 16,-4 23-16,8-41 16,10 1-16,-4-13 31,0-27-31,-4-7 16,-4-35-16,4-26 15,-1-9-15,3-2 16,1-5-1,-1-17-15,2 10 16,-2-10-16,-17-15 16,-17-26-16,-3-26 15,1-3-15,7 9 16,5 14-16,8 13 16,1 7-16,3 8 15,3 9-15,9 10 16,-26 5-16,10 24 15,-2 21 1,9 19-16,9-5 16,10-6-16,2-11 15,0-13-15,5-10 16,8-7-16,20-9 16,21-20-16,19-25 15,4-33-15,-11-8 16,-1-4-16,-14 6 15,-17 25-15,-10 11 16</inkml:trace>
  <inkml:trace contextRef="#ctx0" brushRef="#br0" timeOffset="45282.75">22395 5453 0,'0'0'0,"0"8"0,0 10 0,3 38 16,1 30-16,0 11 15,-2 11-15,-11-3 16,-3-10-16,-1-20 15,2-23-15,3-15 16,1-15 0,3-8-16,4-14 15,0 0-15,0 0 16,-7-15-16,7-49 16,16-44-16,11-23 15,6-12-15,1 27 16,-2 8-16,-8 21 15,-4 22-15,-7 19 16,-4 14 0,-5 15-16,-4 17 15,7-9-15,-7 9 16,36 30-16,5 16 16,0 31-16,1 18 15,-5 4-15,-6-3 16,-2-13-16,-8-19 15,-1-10-15,6-10 16,3-19 0,3-18-16,7-18 15,22-34-15,14-29 16,8-24-16,-2-13 16,-4-5-16,-5 0 15,-13 22-15,-12 22 16,-18 25-16,-11 20 15,-7 10-15,-3 6 16,-8 11 0,0 0-16,22 6 15,-9 29-15,8 34 16,-11 36-16,-13 32 16,-16 26-16,-10 5 15,-2-6-15,4-22 16,6-31-16,6-19 15,5-17-15,1-13 16,3-8-16,0-9 16,3-14-1,5-7-15,2-3 16,1-3-16,-5-16 16,3 11-16</inkml:trace>
  <inkml:trace contextRef="#ctx0" brushRef="#br0" timeOffset="46315.59">21871 4840 0,'0'0'0,"11"0"0,26 0 0,90 0 16,56 0-16,22 0 15,-2 0-15,10-4 16,-3-7-16,-21-9 15,-4-3-15,-26-4 16,-13 2-16,-14 3 16,-10 3-16,-12 16 15,-8 21 1,-8 14-16,-8 20 16,-7 19-16,-10 20 15,-16 30-15,-17 9 16,-23 30-16,-22 10 15,-15 23-15,-4-18 16,-1-10-16,-11 73 31,10-55-15,13 20-16,14-71 16,2-61-16,0-5 15,-1-7-15,-6-6 16,-23-2-16,-27-3 15,-35-10-15,-21 7 16,-24-13-16,-13-12 16,-2 7-16,-40 8 15,17 12 1,-8-3-16,14-2 16,-36 8-16,18-37 15,22-17-15,14-31 16,52 24-16,-2-5 15,4 2-15,34 5 16,2-32-16,20-12 16,8-58-1,15-73-15,14 13 16,13-5-16,14-6 16,22-94-1,-5 65 1,-1-17-16,-10 73 15,-13 73-15,-1 0 16,-2 17-16,-5 7 16,-1 10-1,-4 10-15,0 12 16,-1 6-16,-1 6 16,0 14-16,0-17 15,0 17-15,0 0 16,10-13-16,9 6 15</inkml:trace>
  <inkml:trace contextRef="#ctx0" brushRef="#br0" timeOffset="47465.46">21741 7507 0,'0'0'0,"-8"4"0,8-4 15,-34 11-15,5 0 16,-4 6-16,-17 18 16,-32 28-1,-23 29-15,3 11 16,10-2-16,7 12 16,13 7-16,8 9 15,9 16-15,14 3 16,8 5-16,14-11 15,15-10-15,11-12 16,15-19-16,6-17 16,5-16-16,1-17 15,1-11 1,3-12-16,10-14 16,7-16-16,10-20 15,4-18-15,0-12 16,-5-15-16,-8-2 15,-10 5-15,-7 0 16,-9 7-16,-6 1 16,-3 6-16,-4 4 15,0 4-15,0 5 16,6 7 0,3 1-16,2 4 15,1 5-15,1 6 16,-1 9-16,1 10 15,0 10-15,-6 19 16,-3 24-16,-3 29 16,-12 28-16,-15 24 15,-5 6-15,-13 5 16,2-12 0,-4 9-16,4-12 15,-2 12-15,7-19 16,5-31-16,5-5 15,6-15-15,2 5 16,2-12-16,5-10 16,0-21-16,0-12 15,-1-9-15,-1-6 16,-3-12 0,9 13-16,-9-13 15,0 0-15,0 0 16,14 10-16,-14-10 15,0 0-15,0 0 16,0 0-16,16-12 16,-16 12-16,0 0 15,4-10-15,-4 10 16,0 0 0,4-16-16,-4 16 15,3-17-15,-5 5 16,1-2-16,-2-2 15,1 4-15,2 12 16</inkml:trace>
  <inkml:trace contextRef="#ctx0" brushRef="#br0" timeOffset="48866.57">20789 10224 0,'0'0'0,"-1"2"0,1-2 0,0 0 15,-27 22-15,-10-3 16,-7-5-16,14-5 16,0-2-1,3-3-15,-8 1 16,-10-3-16,-9-2 15,0-5-15,10-4 16,10-1-16,3-3 16,6-1-16,1-2 15,-1-6-15,-6-8 16,-4-4-16,3-2 16,4 5-1,1-3-15,2-5 16,1-4-16,5 0 15,5 7-15,2 1 16,2 1-16,0-3 16,1-3-16,-1-8 15,3 1-15,2-1 16,3 7-16,0 6 16,0-2-1,-1-1-15,1-10 16,-1-6-16,1-1 15,0 3-15,-1 4 16,3 4-16,-1 2 16,1 1-16,0-3 15,1 2-15,2 3 16,2 4 0,0 5-16,-1 2 15,-1 5-15,0 1 16,-1 5-16,0 2 15,0 4-15,-2 11 16,2-17-16,-2 17 16,0 0-16,1-11 15</inkml:trace>
  <inkml:trace contextRef="#ctx0" brushRef="#br0" timeOffset="50032.52">22274 8970 0,'0'0'0,"0"0"15,4 6-15,5 7 16,7 15-16,3 3 16,1 0-16,4-1 15,19-5-15,18-8 16,13-14-16,12-26 16,13-29-16,15-16 15,18-27 1,-3-8-16,-3-5 15,-1-2-15,-19 14 16,-19 16-16,-21 21 16,-13 16-16,-9 13 15,-13 14-15,-6 8 16,-25 8-16</inkml:trace>
  <inkml:trace contextRef="#ctx0" brushRef="#br0" timeOffset="50349.54">22721 9468 0,'5'-1'0,"19"-9"0,21-9 15,77-58-15,14-28 16,15-22-16,-5-4 16,3-7-16,-13 4 15,-31 27 1,-14 14-16,-26 25 0,-21 24 15,-16 16 1,-11 11-16,-17 17 16,10-11-16</inkml:trace>
  <inkml:trace contextRef="#ctx0" brushRef="#br0" timeOffset="53499.42">20574 8871 0,'0'0'0,"0"0"0,0 0 0,-11 4 16,11-4-16,-32 16 15,8-4-15,-2 0 16,-5 0-16,-5-8 15,1-4 1,3-4-16,4 4 16,1-2-16,-4 1 15,0 0-15,3 0 16,3 1-16,2 0 16,-1 0-16,-1 0 15,3-2-15,0 2 16,5-2-1,17 2-15,-28-3 16,28 3-16,-21-4 16,21 4-16,-17-3 15,17 3-15,0 0 16,-20-9-16,20 9 16,0 0-16,-15-12 15,15 12-15,-11-24 16,7 6-16,0-8 15,3-4-15,2-6 16,2-10 0,2-3-16,-1 3 15,0 5-15,-1 5 16,1 5-16,0-1 16,3-5-16,-1-4 15,1-3-15,-2 4 16,1 4-1,-1 3-15,0 4 16,-1 1-16,0 3 16,-1-2-16,0-2 15,-1 0-15,-1-1 16,0 4-16,-1-1 16,2-2-16,-1 4 15,0-3-15,0 3 16,-1 1-16,0 0 15,0 5 1,0 1-16,0 3 16,0 0-16,0-1 15,0 0-15,-1 3 16,1 0-16,0-1 16,0-4-16,0-6 15,0-5-15,0 1 16,0-2-16,0 2 15,0 3-15,0 4 16,0 2 0,0 3-16,0-1 15,0 1-15,0-1 16,0 2-16,0 0 16,0-2-16,0-1 15,0-6-15,0-3 16,-1 1-16,0 0 15,-1 3-15,-2 1 16,0 1 0,0 1-16,-1 1 15,0-2-15,0 3 16,1 1-16,-1-2 16,0 1-16,1-1 15,0 0-15,1 1 16,-1-5-16,1 1 15,1-4 1,2 5-16,0 3 16,0-1-16,0-3 15,2-6-15,-2-4 16,3-5-16,-1-5 16,2 1-16,1-2 15,-2 4-15,2 3 16,1-2-16,0-3 15,1 1-15,-1 0 16,-1 4 0,1 1-16,-2 4 15,-1 5-15,1 1 16,-1-2-16,-2 1 16,-1-4-16,-1 0 15,-2-2-15,-1 1 16,2 0-16,-2 0 15,2 0-15,-4 3 16,3 2 0,0 3-16,0 2 15,-1-1-15,0-4 16,0-2-16,-1 0 16,2 4-16,-1 1 15,0 1-15,2-4 16,-3 1-16,2-2 15,-1 2-15,2 2 16,-3-1 0,1 0-16,0-4 15,0-2-15,0 2 16,0 0-16,2 3 16,0-4-16,1-2 15,0 0-15,1 2 16,0 3-16,0 0 15,0-2-15,0 1 16,0 0 0,0 1-16,0-2 15,0 1-15,1 0 16,2-3-16,2 0 16,0 3-16,0 5 15,1 1-15,0 1 16,0 0-16,0-1 15,0 3-15,0-2 16,0 1 0,-2 5-16,1 1 15,-1-1-15,0 1 16,-2 1-16,0 3 16,0-4-16,-1 2 15,2-2-15,-1 0 16,-1 1-16,-1-3 15,0 0-15,-1 2 16,-1 0 0,1-1-16,-1 4 15,1-1-15,0 0 16,0 1-16,0 0 16,1-3-16,3-2 15,9-2-15,4-4 16,7 2-16,-1 1 15,5 3-15,2 2 16,3 3-16,1 1 16,1 1-1,4 1-15,5 1 16,-1 2-16,0 1 16,-4 2-16,-6 0 15,0-1-15,-5 1 16,-3 0-16,-2 0 15,-5 0-15,-17 1 16,22-3 0,-22 3-16,0 0 15,0 0-15,19 0 16,-19 0-16,0 0 16,0 0-16,0 0 15,0 0-15,0 0 16,0 0-16,0 0 15,0 0-15,-25-11 16,8 4-16,0 0 16,-3 2-16,1-4 15,2 2 1,1 0-16,16 7 16,-20-10-16,20 10 15,-18-10-15,18 10 16,-15-12-16,15 12 15,-14-14-15,14 14 16,-12-11-16,12 11 16,-13-10-1,13 10-15,0 0 16,-16-13-16,16 13 16,0 0-16,0 0 15,0 0-15,0 0 16,-11-11-16,11 11 15,0 0 1,0 0-16,0 0 0,0 0 16,0 0-1,0 0-15,0 0 16,21-2-16,12 4 16,9 8-16,-3 2 15,-5-1-15,-8 1 16,-6 2-16,-4 2 15,-2-1-15,-4-2 16,-3 2-16,0-1 16,0 1-1,0 1-15,-3 2 16,-1 3-16,-5 3 16,-3 7-16,-12 7 15,-10 12-15,-9 2 16,-1-2-16,2-8 15,3-5-15,0-3 16,0-3-16,7-5 16,5-5-16</inkml:trace>
  <inkml:trace contextRef="#ctx0" brushRef="#br0" timeOffset="63865.9">8922 4599 0,'0'0'0,"0"0"0,0 0 16,0 0-16,5-1 15,-5 1-15,0 0 16,0 0-16,18 5 16,-18-5-1,0 0-15,16 7 16,-16-7-16,0 0 15,20 8-15,-20-8 16,21 8-16,-21-8 16,30 9-16,-13-7 15,5-1-15,1-1 16,-3 0-16,4 0 16,-1-1-16,3 0 15,1-2 1,0-1-16,0-1 15,2-3-15,0 0 16,2-4-16,-3 3 16,1 1-16,0-1 15,0 0-15,-5 1 16,5-1-16,-1 0 16,-1 1-1,-4 2-15,-6 1 16,-2 0-16,-15 5 15,27-7-15,-27 7 16,25-8-16,-25 8 16,24-4-16,-24 4 15,17-1-15,-17 1 16,0 0-16,20 0 16,-20 0-16,0 0 15,18 2 1,-18-2-16,0 0 15,17 6-15,-17-6 16,0 0-16,17 8 16,-17-8-16,0 0 15,0 0-15,19 14 16,-19-14-16,0 0 16,12 12-16,-12-12 15,14 9 1,-14-9-16,21 12 15,-4-10-15,5-3 16,3-3-16,3-1 16,1-3-16,3 0 15,-2-1-15,1-3 16,-4 0-16,0 3 16,-2-3-16,-4 5 15,-2 0-15,-19 7 16,22-9-1,-22 9-15,0 0 16,16-6-16,-16 6 16,0 0-16,0 0 15,0 0-15,0 0 16,0 0-16,0 0 16,0 0-16,0 0 15,0 0-15,0 0 16,0 0-1,0 0-15,0 0 16,0 0-16,0 0 16,0 0-16,0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1:27:16.30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16579 2664 0,'0'0'0,"0"0"0,0 0 0,0 9 15,-2 7-15,-2 11 16,-1 2-16,2-3 16,2-8-16,1-3 15,2-3-15,4-2 16,-6-10-16,25 20 16,15-13-16,31-3 15,42-9-15,23-20 16,24-9-1,3-12-15,1-6 16,-10 2-16,-4-3 16,-22 6-16,-13 3 15,-20 5-15,-20 5 16,-14 7-16,-14 6 16,-9 4-16,-4 2 15,-3 2-15,-3 2 16,-5 5-1,-6 2-15,-17 4 16,18-2-16,-18 2 16,0 0-16,0 0 15,0 0-15,0 0 16,16 6-16,-16-6 16,0 0-16,0 0 15,0 0 1,1 11-16,-1-11 15,0 0-15,0 0 16,0 0-16,0 0 16,0 11-16,0-11 15,0 0-15,0 0 16,0 0-16,0 0 16,0 0-16,0 0 15,0 0-15,0 0 16,0 0-1,0 0-15,0 0 16,0 0-16,0 0 16,4 11-16,-4-11 15,0 0-15,0 0 16,0 0-16,0 0 16,0 0-16,0 0 15,0 0-15,0 0 16,0 0-1,0 0-15,0 0 16,0 0-16,0 0 16,0 10-16,0-10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0-16,0 0 15,0 0-15,0 0 16,0 0 0,0 0-16,0 0 15,0 0-15</inkml:trace>
  <inkml:trace contextRef="#ctx0" brushRef="#br0" timeOffset="3966.7">7506 4890 0,'0'0'0,"0"0"0,0 0 16,5-2 0,-5 2-16,23-4 15,2 0-15,6-5 16,5 3-16,-2 0 16,0-1-16,0 2 15,-3-2-15,0 1 16,-3 2-16,3-2 15,1 1-15,1 1 16,-4-2-16,3 2 16,-2-1-1,3-1-15,-4 3 16,-4 0-16,-4 2 16,-2 0-16,-2 0 15,0-1-15,0 2 16,-2 0-16,1 2 15,-16-2-15,30 2 16,-12-1 0,0 0-16,2 1 15,1-1-15,3 1 16,1-2-16,-5 2 16,1 0-16,-1-1 15,1 0-15,1 1 16,1-2-16,-2 2 15,0-1-15,3 0 16,-3 0-16,2 1 16,-1-2-1,2 2-15,-2 0 16,-2 0-16,-1-1 16,-2 1-16,-1-2 15,3 1-15,2 0 16,-3 0-16,1 1 15,-1-1-15,-1 0 16,1 0-16,1 1 16,0 0-1,2-1-15,2-1 16,-1 0-16,1 0 16,-1 0-16,1 0 15,5 0-15,-1 0 16,1 0-16,-1 0 15,3-1-15,2-1 16,3-1-16,3 1 16,1-1-1,0 1-15,0-1 16,-5-3-16,5 2 16,2-1-16,0-1 15,4-1-15,0 0 16,0 1-16,-1 0 15,-5 0-15,-1 1 16,-2 2-16,-2-2 16,3 2-1,0-1-15,1 2 16,-1 1-16,0 0 16,0 0-16,3 0 15,-2-1-15,0 1 16,-3-1-16,-1 1 15,4 0-15,-1-1 16,-2 1-16,-3-1 16,-2 1-16,-2 0 15,0-1 1,-1 2-16,-2-2 16,-1 1-16,0 1 15,-3 1-15,3 1 16,-3 0-16,1-1 15,0 0-15,1 1 16,-3-1-16,0 1 16,1-1-16,-3 0 15,-3 1 1,0-1-16,1 1 16,1-1-16,0 0 15,0 0-15,1 0 16,0 1-16,0-1 15,-1 0-15,1 1 16,1-1-16,1-1 16,-2 2-16,3-2 15,-1-2 1,-2 2-16,-2-1 16,0-1-16,3 1 15,2 0-15,-2 1 16,-2 1-16,1 0 15,-3 1-15,1-1 16,-16-1-16,25 2 16,-25-2-16,22 4 15,-22-4 1,23 2-16,-23-2 16,21 2-16,-21-2 15,16 2-15,-16-2 16,0 0-16,18 4 15,-18-4-15,0 0 16,0 0-16,0 0 16,15 8-16,-15-8 15,0 0-15,0 0 16,0 0 0,0 0-16,0 0 15,16 4-15,-16-4 16,0 0-16,0 0 15,0 0-15,18 4 16,-18-4-16,0 0 16,0 0-16,18 6 15,-18-6 1,0 0-16,0 0 16,0 0-16,0 0 15,0 0-15,0 0 16,0 0-16,16 7 15,-16-7-15,0 0 16,0 0-16,0 0 16,0 0-16,0 0 15,0 0-15,16 10 16,-16-10 0,0 0-16,0 0 15,0 0-15,0 0 16,18 7-16,-18-7 15,0 0-15,0 0 16,16 6-16,-16-6 16,0 0-16,0 0 15,0 0-15,0 0 16,16 8 0,-16-8-16,0 0 15,0 0-15,7 10 16,-7-10-16,0 0 15,0 0-15,7 10 16,-7-10-16,0 0 16,0 0-16,0 0 15,0 0 1,0 0-16,11 11 16,-11-11-16,0 0 15,0 0-15,0 0 16,0 0-16,0 0 15,13 11-15,-13-11 16,0 0-16,0 0 16,0 0-16,9 9 15,-9-9-15,0 0 16,0 0 0,0 0-16,0 0 15,0 0-15,8 11 16,-8-11-16,0 0 15,0 0-15,0 0 16,0 0-16,10 12 16,-10-12-16,0 0 15,0 0-15,0 0 16,7 10 0,-7-10-16,0 0 15,0 0-15,0 0 16,0 0-16,0 0 15,0 0-15,0 0 16</inkml:trace>
  <inkml:trace contextRef="#ctx0" brushRef="#br0" timeOffset="87281.34">20678 6774 0,'0'0'0,"0"0"0,-2-3 16,2 3-16,0 0 15,0 0-15,0 0 16,-24 6-16,-2 8 15,-42 18-15,-40 11 16,-8 3-16,15-5 16,11 4-16,9 16 15,12 4-15,12 7 16,11 13 0,14 0-16,11 8 15,12 5-15,13-7 16,13-6-16,10-16 15,19-9-15,7-9 16,18-11-16,7-17 16,8-10-16,7-11 15,2-14-15,-3-9 16,9-14 0</inkml:trace>
  <inkml:trace contextRef="#ctx0" brushRef="#br0" timeOffset="87614.77">21100 7194 0,'0'0'0,"0"0"16,0 0-1,0 8-15,0 19 16,-4 24-16,-7 15 15,-4 6-15,-6 6 16,-2 4-16,-4-1 16,1-9-16,4-14 15,1-13-15,4-11 16,6-10 0,3-10-16,8-14 15,-4 11-15,4-11 16,36 3-16,47-5 15,24-16-15,2-6 16,-4-8-16,-2-14 16</inkml:trace>
  <inkml:trace contextRef="#ctx0" brushRef="#br0" timeOffset="87848.36">21801 7186 0,'0'0'0,"0"0"0,0 0 0,0 0 16,15-2-16,31-1 16,46-7-16,14-2 15,2 2 1,-10 1-16,-16 1 15,-18 2-15,-15-1 16</inkml:trace>
  <inkml:trace contextRef="#ctx0" brushRef="#br0" timeOffset="88018.68">22099 7304 0,'0'3'0,"0"14"0,0-17 0,-4 30 16,-1 54-16,-3 34 16,0 9-16,-2 21 15,1 9-15,-2 5 16,-9 11-16</inkml:trace>
  <inkml:trace contextRef="#ctx0" brushRef="#br0" timeOffset="100898.27">8684 8720 0,'-4'0'0,"4"0"0,-42-1 15,-25-6-15,-10-7 16,-5-3-16,13 2 15,6 0-15,4 2 16,1 0-16,-23-6 16,-41-9-1,-39-2-15,-3 19 16,28 5-16,26 5 16,18-1-16,-15 4 15,-12-2-15,-3 4 16,5 2-16,12 1 15,3 0-15,2 2 16,-2-1 0,1 0-16,4-1 15,0 1-15,-8 1 16,-11-2-16,-23 0 16,-12 1-16,1-1 15,15-1-15,22 6 16,5 7-16,0 7 15,-6 9-15,3 5 16,9 3-16,7 6 16,8 3-16,8 0 15,10-2 1,13-5-16,10 0 16,11-3-16,10-2 15,3 2-15,6 0 16,5 5-16,8-2 15,8 2-15,15 6 16,7 2-16,18 6 16,11-2-16,10-4 15,14-1 1,4-5-16,12-2 16,4-5-16,8-3 15,7-3-15,4-3 16,3-3-16,3-2 15,4-1-15,1-2 16,2 0-16,6-2 16,12 1-1,6 0-15,20 2 16,0-2-16,14-3 16,-4-5-16,2-5 15,-1-3-15,-4-6 16,0-4-16,0-6 15,-10-3-15,5-2 16,-5 0-16,0-3 16,-3-1-1,2 2-15,-11 0 16,3 1-16,-15 1 16,1 1-16,-7 0 15,-5 0-15,-3 2 16,-14 1-16,6-1 15,-10 0-15,4-4 16,-6-5-16,-6-4 16,2-4-16,-2-3 15,-6-2 1,-2-3-16,-4-4 16,-11 1-16,-4-5 15,-16 2-15,-10 0 16,-11 1-16,-13 3 15,-5 3-15,-10 2 16,-4-1-16,-11-1 16,-6-4-16,-12-8 15,-11-6 1,-18-6-16,-19-2 16,-14-2-16,-4 8 15,-3 3-15,3 3 16,3 2-16,1 0 15,6 6-15,-5-2 16,1 4-16,0 3 16,4 4-1,5 1-15,4 2 16,-3 0-16,4 1 16,2 2-16,5 6 15,4 2-15,0 1 16,-11-2-16,-31-7 15,-35-2-15,-21-2 16,-2 8-16,0 6 16,9 7-1,15 3-15,2 4 16,19 2-16,-1 1 16,7 1-16,9 0 15,6 0-15,3 2 16,8-3-16,-1 0 15,-4 1-15,-6-1 16,-10 1-16,-13 1 16,-21-2-16,-15 0 15,-27 0 1,-15 7-16</inkml:trace>
  <inkml:trace contextRef="#ctx0" brushRef="#br0" timeOffset="112498.48">6882 10040 0,'0'0'0,"0"0"0,0 0 0,0 0 16,0 0-16,0 0 15,0 0-15,9 0 16,13 2-16,10 2 16,8-1-16,10-1 15,2-2 1,3-5-16,0 0 15,-1-2-15,-6 1 16,-4 1-16,-9-1 16,-2 2-16,-5-2 15,0 1-15,-1-1 16,-1-1-16,-4 2 16,-4-1-16,-18 6 15,23-6 1,-23 6-16,0 0 15,18-5-15,-18 5 16,0 0-16,0 0 16,0 0-16,0 0 15</inkml:trace>
  <inkml:trace contextRef="#ctx0" brushRef="#br0" timeOffset="112915.89">6818 10133 0,'0'0'0,"0"0"0,0 0 0,0 0 16,0 0-16,0 0 15,0 0-15,0 0 16,9 0-1,7 0-15,18 0 16,16 0-16,7 0 16,11-3-16,3-4 15,7-2-15,2-2 16,-3-4-16,-1 0 16,-6-2-16,-3 2 15,-6-1-15,-6 2 16,-5 1-1,-6-1-15,-7 4 16,-3-1-16,-7 2 16,-5 1-16,-6 1 15,-16 7-15,18-8 16,-18 8-16,0 0 16,0 0-16</inkml:trace>
  <inkml:trace contextRef="#ctx0" brushRef="#br0" timeOffset="113331.19">6888 10170 0,'0'0'0,"0"0"16,0 0-16,0 0 15,6 1-15,13 2 16,17 3-16,14 2 16,10-1-16,8-6 15,2-5-15,4-5 16,-2-4-1,-1-2-15,-1-4 16,-3 1-16,-6-1 16,-2-2-16,-5 2 15,-11 1-15,-5 2 16,-10 4-16,-6 1 16,-7 5-16,-15 6 15,16-9-15,-16 9 16,0 0-16,0 0 15</inkml:trace>
  <inkml:trace contextRef="#ctx0" brushRef="#br0" timeOffset="116381.23">6904 10289 0,'0'0'0,"0"0"0,0 0 16,0 0-16,6 0 16,-6 0-16,42 0 15,-1-2-15,14-1 16,6-4-16,4-1 15,0-7-15,-1-6 16,-1-1 0,-4 0-16,-7 3 15,-5 2-15,-8 3 16,-4 1-16,-7 3 16,-4 0-16,-6 5 15,-18 5-15,22-10 16,-22 10-16,0 0 15,0 0 1,18-7-16,-18 7 16,0 0-16,0 0 15,0 0-15,0 0 16,0 0-16,0 0 16,0 0-16,0 0 15,0 0-15,0 0 16,0 0-16,0 0 15,0 0-15,0 0 16,0 0-16,0 0 16,0 0-1,0 0-15,0 0 16,0 0-16,0 0 16,0 0-16,0 0 15,0 0-15,0 0 16,0 0-16,0 0 15,0 0 1,0 0-16,0 0 16,0 0-16,0 0 15,0 0-15,0 0 16,0 0-16,0 0 16,0 0-16,0 0 15,0 0-15,0 0 16,0 0-16,0 0 15,0 0-15,0 0 16,0 0 0,0 0-16,0 0 15,0 0-15,0 0 16,0 0-16,0 0 16,0 0-16,0 0 15,0 0-15,0 0 16,0 0-16,15-2 15,-15 2 1,0 0-16,0 0 16,0 0-16,0 0 15,0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 0,0 0-16,0 0 15,0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 0,0 0-16,0 0 0,0 0 15,0 0 1,0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16,0 0-16,0 0 15,0 0 1,0 0-16,0 0 16,0 0-16,0 0 15,0 0-15,0 0 16,0 0-16,0 0 15,0 0-15,0 0 16,0 0-16,0 0 16,0 0-1,0 0-15,0 0 16,0 0-16,0 0 16,0 0-16,0 0 15,0 0-15,0 0 16,0 0-16,0 0 15,0 0-15,0 0 16,0 0-16,0 0 16,16-2-1,-16 2-15,0 0 16</inkml:trace>
  <inkml:trace contextRef="#ctx0" brushRef="#br0" timeOffset="128814.12">6203 9967 0,'0'0'0,"0"0"0,0 0 0,0 0 16,0 0-16,0 0 16,4 1-16,-4-1 15,23 6-15,1-5 16,13-6-16,11-6 16,7-5-1,9-5-15,3-2 16,-2-3-16,1 2 15,1-1-15,-3 0 16,-2 2-16,0 0 16,1-1-16,-2 2 15,1-2-15,-8 3 16,-4 3-16,-2-1 16,-10 4-1,0 5-15,-1 4 16,-1 3-16,-2 2 15,-3 1-15,-4 3 16,-3-2-16,-2 4 16,-2 0-16,-4 1 15,0 0-15,1 0 16,-1 1-16,1 3 16,-2-1-16,-15-9 15,27 16 1,-27-16-16,27 15 15,-27-15-15,25 15 16,-25-15-16,24 13 16,-24-13-16,24 13 15,-24-13-15,24 15 16,-24-15-16,22 11 16,-22-11-16,20 10 15,-20-10 1,26 11-16,-26-11 15,29 7-15,-29-7 16,23 6-16,-23-6 16,25 4-16,-25-4 15,27 6-15,-27-6 16,26 5-16,-26-5 16,26 2-16,-26-2 15,29 3-15,-29-3 16,27 3-1,-27-3-15,23 1 16,-23-1-16,20 0 16,-20 0-16,15 0 15,-15 0-15,0 0 16,0 0-16,18 0 16,-18 0-16,0 0 15,0 0 1,0 0-16,0 0 15,0 0-15,0 0 16,0 0-16,0 0 16,0 0-16,0 0 15,0 0-15,0 0 16,0 0-16,0 0 16,0 0-16,0 0 15,0 0-15,0 0 16,0 0-1,0 0-15,0 0 16,0 0-16,0 0 16,0 0-16,0 0 15,0 0-15,0 0 16,0 0-16,0 0 16,0 0-16,16 3 15,-16-3-15,0 0 16,0 0-1,0 0-15,0 0 16,0 0-16,0 0 16,0 0-16,0 0 15,0 0-15,0 0 16,0 0-16,0 0 16,15 1-16,-15-1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0-16,0 0 15,0 0-15,0 0 16,0 0-1,0 0-15,0 0 16,0 0-16,0 0 16,0 0-16,0 0 15,0 0-15,0 0 16,0 0-16,0 0 16,0 0-16,0 0 15,0 0-15,0 0 16,0 0-16,0 0 15,0 0 1,0 0-16,0 0 16,0 0-16,0 0 15,0 0-15,5 11 16,-5-11-16,0 0 16,0 0-16,0 0 15,0 0-15,0 0 16,0 0-1,0 0-15,0 0 0,0 0 16,0 0 0,0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0-16,0 0 15,0 0 1,0 0-16,0 0 16,0 0-16,0 0 15,0 0-15,0 0 16,0 0-16,0 0 16,0 0-1,0 0-15,0 0 0,0 0 16,0 0-16,0 0 15,0 0 1,0 0-16,0 0 16,0 0-16,0 0 15,0 0-15,0 0 16,0 0-16,0 0 16,0 0-16,0 0 15,0 0-15,0 0 16,0 0-16,0 0 15,0 0-15,0 0 16,0 0 0,0 0-16,0 0 15,0 0-15,0 0 16,0 0-16,0 0 16,0 0-16,0 0 15,0 0-15,0 0 16,0 0-16,0 0 15,0 0-15,0 0 16,2-11 0,-2 11-16,0 0 15,0 0-15,0 0 16,0-12-16,0 12 16,0 0-16</inkml:trace>
  <inkml:trace contextRef="#ctx0" brushRef="#br0" timeOffset="138081.31">8537 9554 0,'0'0'0,"1"2"0,-1-2 15,0 0-15,0 0 16,0 0-16,6 11 16,-6-11-1,6 11-15,-1-1 16,3 5-16,-1 3 16,3 2-16,0 5 15,1 0-15,-1-2 16,2 0-16,-1-1 15,3 0-15,4-2 16,2 3-16,0-3 16,-1-2-1,1 1-15,-2-4 16,-1-2-16,1-2 16,1 0-16,0-3 15,2 2-15,3-2 16,-1 0-16,1-3 15,0 1-15,0-5 16,0-1 0,1-1-16,-1-1 15,4-3-15,0-1 16,3-2-16,-1 1 16,0-2-16,-1 3 15,-1-3-15,0 1 16,1-1-16,-2 2 15,-4-1-15,0 2 16,-1-1-16,1 1 16,-2-1-1,-2 2-15,0 0 16,-2 0-16,0-1 16,-2 2-16,3-1 15,0 1-15,1 2 16,-1 1-16,-2 0 15,1 1-15,1 0 16,0 1-16,-2 0 16,3 0-1,-2 0-15,-1 1 16,0-1-16,-16-1 16,30 3-16,-14-3 15,4-2-15,4 0 16,0-2-16,-1 0 15</inkml:trace>
  <inkml:trace contextRef="#ctx0" brushRef="#br0" timeOffset="165514.04">8952 10833 0,'0'0'0,"-7"0"0,7 0 0,0 0 15,-20 0-15,20 0 16,0 0-16,0 0 16,-14 17-16,9 2 15,1 10-15,3 9 16,3 3 0,3-1-16,3-1 15,3-6-15,4-6 16,1-5-16,1-5 15,5-10-15,16-12 16,21-18-16,26-38 16,9-16-16,2-21 15,1-14-15,-12 17 16,-5 1-16,-12 17 16,-13 13-1,-2 6-15,-11 15 16,-8 7-16,-6 10 15,-9 6-15,-5 8 16,-14 12-16,18-15 16,-18 15-16,0 0 15,0 0-15,0 0 16,15-8-16,-15 8 16,0 0-1,0 0-15,0 0 16,0 0-16,0 0 15,0 0-15,0 0 16,3 11-16,-3-11 16,0 0-16,0 0 15,0 0-15,0 0 16,0 0-16,0 0 16,0 0-16,0 0 15,0 0 1,0 0-16,0 0 15,0 0-15,0 0 16,0 0-16,0 0 16,0 0-16,0 0 15,0 0-15,0 0 16,0 0-16,0 0 16,0 0-1,0 0-15,0 0 16,0 0-16,0 0 15,0 0-15,0 0 16,0 0-16,16 3 16,-16-3-16,0 0 15,0 0-15,0 0 16,0 0-16,0 0 16,0 0-16,0 0 15,0 0 1,0 0-16,0 0 15,0 0-15,0 0 16,0 0-16,1 9 16,-1-9-16,0 0 15,0 0-15,0 0 16,0 0 0,0 0-16,0 0 15,1 11-15,-1-11 16,0 0-16,0 0 15,0 0-15,0 0 16,0 0-16,0 0 16,0 0-16,0 0 15,0 0-15,0 0 16,0 0-16,0 0 16,0 0-1,0 0-15,0 0 16,0 0-16,0 0 15,0 0-15,0 0 16,0 0-16,0 10 16,0-10-16,0 0 15,0 0-15,0 0 16,0 0-16,0 0 16,0 0-1,0 0-15,0 0 16,0 0-16,0 0 15,0 0-15,0 0 16,0 0-16,0 0 16,0 0-16,0 0 15,0 0-15,0 0 16,0 0-16,0 0 16,0 0-1,0 0-15,0 0 16,0 0-16,0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 1,0 0-16,0 0 15,0 0-15,0 0 16,0 0-16,0 0 16,0 0-16,0 0 15,0 0-15,0 0 16,0 0-16,0 0 16,0 0-16,0 0 15,-8 11 1,8-11-16,0 0 15,0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0-1,0 0-15,0 0 16,0 0-16,0 0 15,0 0-15,0 0 16,0 0-16,0 0 16,0 0-16,0 0 15,0 0-15,0 0 16,0 0-16,0 0 16,0 0-16,0 0 15,0 0 1,0 0-16,0 0 15,0 0-15,0 0 16,0 0-16,0 0 16,0 0-16,0 0 15,0 0-15,0 0 16,0 0-16,0 0 16,0 0-16,0 0 15,0 0-15,0 0 16,0 0-1,0 0-15,0 0 16,0 0-16,0 0 16,0 0-16,0 0 15,0 0-15,0 0 16,0 0-16,0 0 16,0 0-16,0 0 15,0 0-15,0 0 16,0 0-1,0 0-15,0 0 16,0 0-16,0 0 16,0 0-16,0 0 15,0 0-15,0 0 16,0 0-16,0 0 16,0 0-16,0 0 15,0 0-15,0 0 16,0 0-1,0 0-15,0 0 16,0 0-16,1-13 16,0 2-16,7-8 31</inkml:trace>
  <inkml:trace contextRef="#ctx0" brushRef="#br0" timeOffset="184214.3">11204 8896 0,'0'0'0,"0"0"0,0 0 0,0 0 16,19-8-16,31-16 15,36-14-15,6 3 16,3 3-16,-5 3 16,-7 7-16,-6 9 15,-7 7 1,-6 6-16,-7 6 16,-7 11-16,-7 12 15,-7 14-15,-4 18 16,-10 17-16,-19 21 15,-6 4-15,-26 13 16,-2 5-16,-10 2 16,-2-2-16,-3-1 15,4-5 1,-6 5-16,3-1 16,-2 4-16,0-5 15,1 0-15,0-1 16,1-3-16,1 0 15,4-4-15,-3 0 16,3-2-16,2-7 16,5-11-1,-3-3-15,-7-13 16,0-8-16,-4-3 16,4-11-16,3-10 15,5-10-15,4-6 16,3-4-16,0-3 15,-4-2-15,-1-3 16,0-3-16,-2-3 16,-9 0-16,-17 2 15,-13 2 1,-12 3-16,2-1 16,-3 0-16,1 1 15,-1 4-15,-1 1 16,-2 0-16,8 1 15,10-2-15,2-1 16,4-1-16,2 0 16,0-1-16,9-2 15,4-4 1,4-2-16,0-3 16,4-2-16,6-3 15,5-2-15,6 0 16,7-1-16,2 1 15,17 2-15,-25-6 16,25 6-16,0 0 16,-20-7-1,20 7-15,0 0 16,0 0-16,0 0 16,0 0-16,0 0 15,0 0-15,0 0 16,0 0-16,-15-6 15,15 6-15,0 0 16,0 0-16,0 0 16,0 0-16,0 0 15,0 0-15,0 0 16,0 0 0,0 0-16,0 0 15,0 0-15,0 0 16,0 0-16,4-12 15,7-6-15</inkml:trace>
  <inkml:trace contextRef="#ctx0" brushRef="#br0" timeOffset="190081.14">22385 11745 0,'0'0'0,"-5"-2"16,5 2-16,-40-24 15,-5 1-15,-6-5 16,3 2-1,-4-1-15,0 0 16,-5-1-16,0 4 16,-1 1-16,1 1 15,1 2-15,-2 3 16,-9 0-16,-1 4 16,1 2-16,-7 0 15,-7 1-15,3 4 16,3 2-1,0 3-15,0-1 16,-2 4-16,-2 2 16,5 1-16,-1 3 15,-3 1-15,1 2 16,-5 2-16,4 2 16,-4 6-16,3 5 15,4 2-15,2 5 16,2 2-1,5 3-15,-1 0 16,8-1-16,3 4 16,1 4-16,6 0 15,4 5-15,2 3 16,5-3-16,3 2 16,4 2-16,5 7 15,3 7-15,5-1 16,4-6-16,3-5 15,2 1 1,4 3-16,5 0 16,5-3-16,2-2 15,5-1-15,3 1 16,5 1-16,9 0 16,2-4-16,2-6 15,7-1-15,5 2 16,9-4-16,9-4 15,5-6 1,3-3-16,2-3 16,-3-1-16,1 0 15,-1-3-15,11 0 16,1-4-16,-2-4 16,12 2-16,-9-6 15,3-3-15,0-1 16,-2-3-16,8-3 15,2 1 1,6-4-16,-10 1 16,-4-1-16,9-2 15,-8 2-15,-1-1 16,3 0-16,-7 0 16,2-2-16,-3 0 15,3-1-15,-5-2 16,4-1-16,-6 1 15,-7-1 1,4 1-16,1 1 16,-2-3-16,-8 2 15,-6-6-15,-2-3 16,-3 2-16,-2 2 16,-1-2-16,-3 4 15,-3 5-15,-6 2 16,-2 4-16,5 0 15,-1 2-15,1-2 16,-2-2 0,0-1-16,2-1 15,-3-3-15,2-3 16,-1-6-16,-2-1 16,-6 1-16,-4 2 15,4-2-15,1-1 16,4-2-16,0 0 15,3 2-15,-2 0 16,3 1 0,-5 4-16,-2 0 15,0 0-15,-3 1 16,-1 0-16,-4-2 16,-3 2-16,-2-1 15,6-5-15,0-4 16,-1 0-16,-2-2 15,-6 3-15,-1 1 16,-3-3 0,-1 0-16,-1-2 15,-3 3-15,-3-4 16,-3 1-16,-7-8 16,-3-5-16,-1 2 15,-2-1-15,0 2 16,-5 3-16,-2 0 15,-3 0-15,-2 0 16,-1 0 0,-2-2-16,-2-1 15,-1 3-15,-4-6 16,-6 1-16,-7-3 16,1 6-16,-1 2 15,0 1-15,1 1 16,-1-1-16,-1 0 15,1 0-15,0 1 16,-1 0-16,-1 1 16,0 6-1,-5 1-15,1 3 16,2 3-16,-2 2 16,2 4-16,5-1 15,2 3-15,6 1 16,0-1-16,-2 0 15,1 1-15,4 1 16,3 0 0,2 1-16,4-1 15,1 3-15,3 0 16,2 0-16,2 0 16,16 2-16,-26 0 15,26 0-15,-23 0 16,23 0-16,-24-3 15,24 3-15,0 0 16,-19-5 0,19 5-16,0 0 15,-25-9-15,25 9 16,-28-12-16,10 6 16,-1 2-16,1 0 15,-1 1-15,-2-1 16,2-1-16,-3 1 15,-3 1-15,-2-1 16,-7-1 0,-5 0-16,-2-1 15,-4 1-15,1 1 16,2-2-16,-2 2 16,1 0-16,2 2 15,-1-1-15,2 0 16,1 1-16</inkml:trace>
  <inkml:trace contextRef="#ctx0" brushRef="#br0" timeOffset="-210649.98">5964 12665 0,'0'0'0,"0"0"0,0 0 0,0 0 16,0 5-16,0-5 16,4 14-16,3 2 15,4 7 1,9 5-16,-1 3 15,2 3-15,0-4 16,-2 1-16,0-3 16,2 0-16,0-6 15,0-4-15,1-7 16,4-5-16,8-10 16,13-17-1,17-25-15,12-18 16,5-23-16,2-6 15,-4-5-15,-4 5 16,-12 10-16,-6 7 16,-4 5-16,-9 13 15,-5 7-15,-8 11 16,-2 1-16,1 3 16,-3 4-16,-1 5 15,-3 6 1,-5 3-16,-2 5 15,-3 3-15,-13 10 16,15-13-16,-15 13 16,0 0-16,0 0 15,15-4-15,-15 4 16,0 0-16,0 0 16,0 0-16,0 0 15,0 0 1,0 0-16,0 0 15,0 0-15,0 0 16,0 0-16,0 0 16,0 0-16,0 0 15,0 0-15,0 0 16,0 0-16,0 0 16,0 0-16,0 0 15,0 0-15,0 0 16,0 0-1,0 0-15,0 0 16,0 0-16,0 0 16,11 10-16,-11-10 15,0 0-15,0 0 16,0 0-16,0 0 16,0 0-16,0 0 15,0 0 1,0 0-16,0 0 15,0 0-15,0 0 16,0 0-16,0 0 16,0 0-16,0 0 15,0 0-15,0 0 16,0 0-16,0 10 16,0-10-16,0 0 15,0 0-15,0 0 16,0 0-1,0 0-15,0 0 16,0 0-16,0 0 16,0 0-16,0 0 15,0 0-15,0 0 16,0 0-16,0 0 16,0 0-16,0 0 15,0 0-15,0 0 16,0 10-1,0-10-15,0 0 16,0 0-16,0 0 16,0 0-16,0 0 15,0 0-15,0 0 16,0 0-16,0 0 16,0 0-16,0 0 15,0 0-15,0 0 16,0 0-16,0 0 15,0 0 1,0 11-16,0-11 16,0 0-16,0 0 15,0 0-15,0 0 16,0 0-16,0 0 16,0 0-16,0 0 15,0 0-15,0 0 16,0 0-1,0 0-15,0 0 16,0 0-16,0 0 16,0 0-16,0 0 15,0 0-15,0 0 16,0 0-16,0 0 16,0 0-16,0 0 15,0 0-15,0 0 16,0 0-16,0 0 15,0 0-15,0 0 16</inkml:trace>
  <inkml:trace contextRef="#ctx0" brushRef="#br0" timeOffset="-178232.96">20458 10503 0,'0'0'0,"0"0"0,0 0 15,0 0-15,3 6 16,1 4-16,6 8 16,1 6-16,5 6 15,5 6 1,10 2-16,10-2 16,14-11-16,29-15 15,41-28-15,58-51 16,52-39-16,11-35 15,26-5-15,-12 4 16,-9 4-16,-14 15 16,-13 29-16,-22 22 15,-22 17 1,-23 10-16</inkml:trace>
  <inkml:trace contextRef="#ctx0" brushRef="#br0" timeOffset="-146250.85">19606 1736 0,'2'5'0,"1"5"0,-3-10 0,11 22 15,16 32-15,16 22 16,11 9-16,4-5 16,11 9-16,1-3 15,1-2-15,0-3 16,-5-5 0,-4-5-16,-1-3 15,-3-2-15,-8-8 16,0-2-16,-7-6 15,-5-5-15,-5-5 16,-8-5-16,-4-5 16,-7-9-16</inkml:trace>
  <inkml:trace contextRef="#ctx0" brushRef="#br0" timeOffset="-145917.28">20674 1721 0,'0'0'0,"0"0"16,0 0-1,-8 6-15,-24 26 16,-39 42-16,-13 23 15,-2 13-15,4 7 16,0 0-16,5-5 16,8-7-16,-1-1 15,4-4-15,3-2 16,2 4-16,5-6 16,2 7-1,3-1-15,7-3 16,4 1-16,9-5 15,8-5-15</inkml:trace>
  <inkml:trace contextRef="#ctx0" brushRef="#br0" timeOffset="-145066.56">21343 2486 0,'0'0'0,"0"0"0,0 0 15,0 0-15,0 0 16,0 0-16,0 0 16,0 0-16,0 0 15,0 0 1,-3 2-16,3-2 15,0 0-15,-20 15 16,-18 15-16,-18 13 16,4-2-16,8-2 15,4 8-15,5 12 16,7 3-16,8-4 16,5 1-16,7-9 15,6-10 1,5-10-16,2-6 15,1-8-15,0-4 16,-6-12-16,36 13 16,-10-15-16,8-13 15,5-14-15,2-13 16,0-5-16,-6-1 16,-4-1-1,-4 2-15,-9 5 16,-5 1-16,-9 8 15,-4 6-15,0 8 16,0 7-16,0 12 16,0-12-16,0 12 15,0 0-15,0 0 16,0 0-16,0 0 16,5 28-16,4 14 15,5 16 1,8 9-16,7 5 15,2-9-15,11-9 16,5-12-16,2-11 16,1-7-16,-7-10 15,-2-12-15,6-12 16,9-23-16,-3-8 16</inkml:trace>
  <inkml:trace contextRef="#ctx0" brushRef="#br0" timeOffset="-144667.21">21968 2683 0,'0'0'0,"0"0"16,0 0-16,0 0 15,3 8 1,9 10-16,4 11 15,4 9-15,5 4 16,0-4-16,3 2 16,1-6-16,-1-4 15,-3-8-15,0-1 16,-3-6-16,2-4 16,0-5-16,1-9 15,1-11-15,4-8 16,2-8-1,5-14-15,3-13 16,0-13-16,-3 1 16,-10 4-16,-7 11 15,-6 13-15,-7 13 16,-1 11-16,-4 4 16,-2 13-16,2-14 15,-2 14 1,0 0-16,0 0 15,0 0-15</inkml:trace>
  <inkml:trace contextRef="#ctx0" brushRef="#br0" timeOffset="-144384.42">23002 2456 0,'0'0'0,"0"0"0,0 0 16,3 4-16,-3-4 15,7 21-15,4 5 16,3 12-16,-2 8 16,-4 7-16,-4-4 15,-2-8 1,-2-5-16,-2-11 15,2-6-15,0-6 16,0-13-16,0 16 16,0-16-16</inkml:trace>
  <inkml:trace contextRef="#ctx0" brushRef="#br0" timeOffset="-144166.83">23123 2137 0,'0'0'0,"0"0"15,0 0-15,0 0 16,0 0-16,0 0 16,0 3-16,0-3 15,0 0-15,0 0 16,0 0-1</inkml:trace>
  <inkml:trace contextRef="#ctx0" brushRef="#br0" timeOffset="-143750.37">23430 2728 0,'0'0'0,"4"-1"15,-4 1-15,32-6 16,5 1-16,6-2 16,-4 0-16,3-2 15,-3-4-15,4-8 16,-1-4-16,-7-3 16,-8 0-16,-7 3 15,-10 0-15,-4 0 16,-5 3-1,-4 3-15,-2 4 16,-2 6-16,-9 1 16,-17 10-16,-14 10 15,-6 11-15,3 9 16,7 14-16,5 4 16,9 0-16,16-2 15,13-8-15,10-2 16,10-5-1,18 0-15,15 0 16,12-9-16,5-12 16,1-8-16,5-6 15</inkml:trace>
  <inkml:trace contextRef="#ctx0" brushRef="#br0" timeOffset="-143334.5">24207 2468 0,'0'0'0,"0"0"16,0 0-16,0 0 16,3 7-16,7 10 15,18 29-15,21 23 16,5 3-1,-6-9-15,-11-14 16,-9-13-16,-9-9 16,-2-4-16,-6-9 15,-11-14-15,7 11 16,-7-11-16,-23 12 16,-22-1-16,-17-11 15,8-8-15,17-5 16,19 2-1,13-10-15,19-16 16,45-36-16,34-26 16,3 12-16,-5 12 15,-1 20-15,-14 15 16,-19 11-16,-9 5 16,-1 4-16</inkml:trace>
  <inkml:trace contextRef="#ctx0" brushRef="#br0" timeOffset="-139134.49">20451 4235 0,'0'0'0,"0"0"15,0 0-15,0 0 16,0 0-16,0 0 15,0 0-15,0 0 16,-4 0-16,4 0 16,-20 3-16,-4-1 15,-6 5-15,-1 5 16,4 0 0,6 2-16,5 2 15,6 3-15,4 3 16,10 3-16,13 3 15,16-4-15,15-2 16,8-8-16,-5-13 16,3-10-16,-5-17 15,-2-7 1,-8-9-16,-17-1 16,-7 1-16,-14-3 15,-7 7-15,-10-1 16,-7 4-16,0 14 15,-8 10-15,-12 17 16,-23 23-16,-2 24 16,6 9-16</inkml:trace>
  <inkml:trace contextRef="#ctx0" brushRef="#br0" timeOffset="-138716.55">20554 5102 0,'0'0'0,"0"0"0,0 0 16,-5-4-16,5 4 15,-23-14-15,-7 7 16,-12 9-16,-5 8 15,8 7-15,8 4 16,7-2-16,4 1 16,3 3-16,7 0 15,5 0-15,10 1 16,3-4 0,3-7-16,17-7 15,4-10-15,11-7 16,-6-6-16,-8-5 15,-4-5-15,-8 1 16,-6 3-16,-5 4 16,-4 5-16,-2 14 15,-13-17 1,-11 19-16,-12 27 16</inkml:trace>
  <inkml:trace contextRef="#ctx0" brushRef="#br0" timeOffset="-138299.68">20524 5816 0,'0'0'0,"0"0"0,0 0 0,0 0 0,-5 2 16,-10 8-16,-17 21 16,-4 13-16,5 3 15,14-1 1,13 0-16,2-7 16,7-5-16,5-6 15,4-5-15,8-8 16,4-10-16,12-14 15,6-12-15,-2-13 16,1-14-16,-6-2 16,-8-4-16,-12-4 15,-13 9-15,-9 5 16,-8 10-16,-6 12 16,-10 8-1,-13 7-15,-24 16 16,-12 12-16</inkml:trace>
  <inkml:trace contextRef="#ctx0" brushRef="#br0" timeOffset="-136617.66">20197 3453 0,'0'0'0,"0"0"0,0 0 0,0 0 16,4 0-16,17 0 16,31 0-1,30-5-15,6-9 16,1-1-16,-6-2 15,-13 1-15,-11-1 16,-9-1-16,-15 0 16,-7-1-16,-12 9 15</inkml:trace>
  <inkml:trace contextRef="#ctx0" brushRef="#br0" timeOffset="-136417.58">20672 3405 0,'0'0'0,"0"0"15,0 0-15,0 0 16,0 5-16,0 10 16,0 20-16,0 15 15,0 13-15,0 0 16,2-5-16,-1-12 16,0-10-16,1-7 15,-2-8 1,0-6-16,0-15 15,-4 15-15</inkml:trace>
  <inkml:trace contextRef="#ctx0" brushRef="#br0" timeOffset="-136244.36">20405 3867 0,'0'0'0,"0"0"0,0 0 0,0 0 16,0 0-16,0 0 15,0 0-15,0 4 16,0-4-1,15 9-15,22 6 16,33-9-16,19-5 16,7-4-16,7-12 15,1-2-15</inkml:trace>
  <inkml:trace contextRef="#ctx0" brushRef="#br0" timeOffset="-135867.79">22310 3462 0,'0'0'0,"-5"8"0,-5 9 16,-17 36-16,-3 30 16,5 4-16,6-10 15,6-14-15,2-9 16,5-13-16,1-12 16,2-12-16,3-17 15,0 0 1,0 0-16,0 0 15,-14-32-15,12-17 16,12-20-16,14-9 16,2-4-16</inkml:trace>
  <inkml:trace contextRef="#ctx0" brushRef="#br0" timeOffset="-135666.52">22617 3255 0,'0'0'0,"0"0"15,0 0-15,-1 7 16,-3 21-16,-2 25 16,-3 6-16,0 1 15,1 0-15,0-1 16,-1 2-16,3-6 16,-4 1-16,2-4 15,-1-3 1,2-8-16,0-11 15</inkml:trace>
  <inkml:trace contextRef="#ctx0" brushRef="#br0" timeOffset="-135433.89">23016 3779 0,'0'0'0,"0"0"0,0 4 15,0 17 1,0 37-16,0 31 16,0-3-16,-4-11 15,1-6-15,0-10 16,-2-2-16,2-11 16,-1-16-16,2-16 15</inkml:trace>
  <inkml:trace contextRef="#ctx0" brushRef="#br0" timeOffset="-135084.45">22174 3704 0,'0'0'0,"0"0"0,0 0 16,0 0-16,0 0 16,0 0-16,5 0 15,25 0-15,27 0 16,14 0-16,4-7 16,-2-3-16</inkml:trace>
  <inkml:trace contextRef="#ctx0" brushRef="#br0" timeOffset="-134450.95">23727 3383 0,'-1'5'0,"2"9"16,-1 10-16,-1 32 16,-5 15-16,-2-2 15,-2-10-15,-1-14 16,1-14-16,2-11 15,2-7 1,6-13-16,-10 15 16,10-15-16,0 0 15,-16-5-15,14-12 16,6-9-16,10-8 16,13-5-16,8 1 15,6 3-15,1 4 16,-2 12-16,-1 4 15,5 1 1,-1 1-16,0 0 16,-7 3-16,-7 0 15,-6-5-15,-5-3 16,-4-2-16,-4 4 16,-4 4-16,-6 12 15,4-11-15,-4 11 16,0 0-16,0 0 15,0 0-15,-14 23 16,-11 39 0,2 24-16,4 15 15,8-8-15,6 4 16,3-34-16</inkml:trace>
  <inkml:trace contextRef="#ctx0" brushRef="#br0" timeOffset="-134150.56">24370 3939 0,'4'-1'0,"-4"1"0,18-2 16,0 4-16,5 3 15,-2 5-15,-2 3 16,-6 4-16,-6 6 15,-7 5-15,-6 3 16,-6 0 0,-5 2-16,-2-2 15,-1-5-15,5-6 16,7-8-16,8-12 16,0 0-16,0 0 15,18 15-15,12-9 16,11 1-16,10-1 15,-1-2-15,-14-1 16</inkml:trace>
  <inkml:trace contextRef="#ctx0" brushRef="#br0" timeOffset="-132966.15">24978 3479 0,'0'0'0,"0"0"0,-4 5 0,-5 10 16,-6 13-16,3 9 15,7 10-15,7 0 16,6-5 0,1-10-16,1-3 15,2-7-15,-12-22 16,0 0-16,16 11 16,-16-11-16,19 4 15,-19-4-15,24-5 16,-7-5-16,2-10 15,-1-15-15,-7-2 16,-7 9-16,0 7 16,-4 7-1,-1 2-15,-4 2 16,-26 2-16,-76-18 16,53 32-16</inkml:trace>
  <inkml:trace contextRef="#ctx0" brushRef="#br0" timeOffset="-131084.61">22340 4694 0,'0'0'0,"0"0"0,0 0 15,0 0-15,0 0 16,0 0-16,0 0 16,0 0-16,0 0 15,0 0-15,0 0 16,-3 3 0,3-3-16,-4 15 15,-1-3-15,1 6 16,4 1-16,7 5 15,4-2-15,8 2 16,8-3-16,6-2 16,4-6-1,5-12-15,-2-6 16,-2-11-16,-7-7 16,-7 0-16,-7-9 15,-7-1-15,-8-3 16,-6 4-16,-7-1 15,-8 4-15,-2 5 16,-3 9-16,-2 6 16,-5 6-16,-4 11 15,-2 16-15,4 15 16,0-7 0</inkml:trace>
  <inkml:trace contextRef="#ctx0" brushRef="#br0" timeOffset="-130650.42">22537 5225 0,'0'0'0,"-4"-2"15,4 2-15,0 0 16,-16-9-16,16 9 16,0 0-16,-25 2 15,25-2-15,-35 22 16,17 11-16,1 3 16,6-2-1,7-8-15,4-2 16,2-5-16,8-3 15,3-1-15,11-5 16,8-1-16,0-3 16,-5-10-16,-8-3 15,-4-10-15,-4-10 16,-4-6 0,-7 2-16,-7 5 15,-5 5-15,-5 2 16,-5 4-16,-6 10 15,-6 19-15,-8 28 16</inkml:trace>
  <inkml:trace contextRef="#ctx0" brushRef="#br0" timeOffset="-130283.59">22630 5809 0,'0'0'0,"0"0"0,0 0 0,0 0 15,3-3-15,-3 3 16,0 0-16,0 0 16,-4-14-1,4 14-15,-16-15 16,-2 6-16,-6 6 15,-2 8-15,4 4 16,10 8-16,10 2 16,5-3-16,10 1 15,3-4-15,6-6 16,6-7-16,2-12 16,1-9-1,-3-5-15,-10-2 16,-8 1-16,-11 0 15,-8 1-15,-4 9 16</inkml:trace>
  <inkml:trace contextRef="#ctx0" brushRef="#br0" timeOffset="-129100.36">20913 4290 0,'1'4'0,"10"6"0,8 7 16,33 27-16,20 5 15,7-4-15,9-5 16,5-3-16,1-1 16,0 0-16,-4-3 15,5-2-15,0-2 16,-3-6-16,1-1 16,-12-7-16,4-2 15,-11-2 1,-5-4-16,-4 1 15,-11-2-15,1 1 16,-5-1-16,-8-1 16,-10-1-16,-10-1 15,-6-1-15,-16-2 16</inkml:trace>
  <inkml:trace contextRef="#ctx0" brushRef="#br0" timeOffset="-128668.12">20420 5403 0,'0'0'0,"0"0"0,7-1 16,17-4-16,40-10 15,36-3 1,8-3-16,2 1 15,11 1-15,10 2 16,0 2-16,3-2 16,-2 1-16,-3 1 15,-3 4-15,-6 1 16,-11 1-16,0 0 16,-11 1-1,-14 2-15,-12 1 16,-12 2-16</inkml:trace>
  <inkml:trace contextRef="#ctx0" brushRef="#br0" timeOffset="-128200.49">20663 6091 0,'0'0'0,"0"0"0,0 0 0,0 0 16,0 0-16,3 2 16,13 6-16,18 8 15,19-5-15,25-15 16,10-1-16,19-19 16,15-15-16,-1-4 15,23-13-15,-15 6 16,6-5-1,-8 7-15,-11 7 16,-4 1-16,-14 5 16,-15 5-16,-17 7 15,-14 5-15,-14 5 16,-11 3-16,-4 5 16,-5 5-16</inkml:trace>
  <inkml:trace contextRef="#ctx0" brushRef="#br0" timeOffset="-127217.84">21465 4261 0,'0'0'0,"0"0"16,0 0-16,0 8 16,0 11-16,0 19 15,0 18-15,0 10 16,2 8-16,-1 10 16,-1-1-16,1 2 15,-1 6-15,-1 0 16,-6-1-16,-4-4 15,-2-5 1,-4 8-16,-1 2 16,-2 0-16,2-5 15,1-5-15,2-3 16,3-7-16,3-7 16,0-5-16,2-8 15,0-6-15,4-9 16,-2-7-16,2-10 15,1-9 1,2-10-16,0 10 16,0-10-16,0 0 15,0 0-15,0 0 16,0 0-16</inkml:trace>
  <inkml:trace contextRef="#ctx0" brushRef="#br0" timeOffset="-125916.53">21453 4210 0,'0'0'0,"0"0"16,0 0-16,0 0 0,0 0 16,0 0-16,0 0 15,9 0-15,11 0 16,16 0-16,15 0 16,7-2-16,6-3 15,2-1-15,-3-3 16,2 0-16,-7 1 15,-6 2 1,-3 1-16,-11 1 16,-5 0-16,-9 2 15,-3 1-15,-3 1 16,-18 0-16,28 5 16,-28-5-16,24 12 15,-11-1-15,1 3 16,-1 4-16,-2 4 15,-5 6-15,-4 10 16,-4 3 0,-4 3-16,-5-1 15,-1-4-15,-1 1 16,1 4-16,-2 2 16,0 3-16,2-3 15,0 1-15,4-1 16,-1 2-16,1 6 15,2 2-15,3-1 16,0-2-16,1-3 16,-1 3-1,1 3-15,0 3 16,0-2-16,-1-4 16,3-8-16,-2-4 15,-1 6-15,1 6 16,-2 2-16,1-6 15,1-7-15,0-6 16,-1-6-16,1-2 16,1-3-1,0 2-15,1-2 16,-2 3-16,1-2 16,0-2-16,-1-3 15,2-5-15,-2-3 16,-1-2-16,1-2 15,-2 2-15,-4-1 16,-3 1-16,-10-1 16,-8 1-1,-12-2-15,-5 1 16,0 0-16,4-2 16,-1-2-16,-4-1 15,-6-1-15,-3-2 16,4 0-16,7-2 15,7 2-15,5-2 16,3-2-16,5 2 16,7 0-1,18 0-15,-25-2 16,25 2-16,0 0 16,0 0-16,0 0 15,-16-4-15,16 4 16,0 0-16,0 0 15,0 0-15,0 0 16,0 0-16,0 0 16,0 0-1,0 0-15,-4-9 16,4 9-16,0 0 16,0 0-16,0 0 15,-15-9-15,15 9 16,-16-17-16,8 3 15,6-15-15</inkml:trace>
  <inkml:trace contextRef="#ctx0" brushRef="#br0" timeOffset="-124782.52">21708 4517 0,'0'0'0,"0"0"0,-3-3 0,3 3 15,0 0 1,0 0-16,0 0 16,0 0-16,0 0 15,0 0-15,0 0 16,0 0-16,0 0 15,0 0-15,-10 20 16,11-3-16,2 8 16,-1 5-16,1 1 15,-1 3 1,1-2-16,-2 2 16,3-5-16,1-4 15,0-7-15,-3-3 16,2-5-16,-4-10 15,6 14-15,-6-14 16,0 0-16,5 10 16,-5-10-16,0 0 15,0 0 1,0 0-16,23 0 16,9-6-16,29-21 15,9-20-15,2-4 16,-9-2-16,-5 2 15,0-2-15,-5 5 16,-3 2-16,-9 9 16,-10 12-16,-9 6 15,-9 7 1,-13 12-16,15-12 16,-15 12-16,0 0 15,0 0-15,0 0 16,13-10-16,-13 10 15,0 0-15,0 0 16</inkml:trace>
  <inkml:trace contextRef="#ctx0" brushRef="#br0" timeOffset="-123351.39">21742 4885 0,'0'0'0,"0"0"0,0 0 15,-13 1-15,-4 1 16,-10 1-16,-4 1 15,-1-4-15,-4 0 16,-5-2-16,-6-3 16,-7-3-16,-12-1 15,-5 1-15,-3-3 16,-8 1 0,-1 1-16,-13-4 15,-1 2-15,-10 9 16,-20 13-16,-5 18 15,2 5-15,13 6 16,21-5-16,16-3 16,8-3-16,11-3 15,7-3-15,9-4 16,13-5 0,7-3-16,7-3 15,18-8-15,-20 9 16,20-9-16,0 0 15,0 0-15,0 0 16,0 0-16,-15-3 16,15-13-16,7-27 15,19-36-15,13-12 16,9 2 0,-4 13-16,-5 11 15,-8 15-15,-11 18 16,-8 11-16,-3 9 15,-9 12-15,7-13 16,-7 13-16,0 0 16,0 0-16,0 0 15,-34 17-15,-18 20 16,-6 13 0,-1 2-16,-3 4 15,-4 8-15,5-3 16,5-1-16,8-6 15,14-15-15,10-11 16,7-7-16,6-10 16,11-11-16,-7 14 15,7-14 1,7 17-16,16-3 0,19 5 16,18-2-1,9-1-15,6-3 16,-1-2-16,-7-2 15,0 1-15,-8-3 16,-4 3-16,-5-1 16,-15-3-16,-6 0 15,-10-1-15,-4-1 16</inkml:trace>
  <inkml:trace contextRef="#ctx0" brushRef="#br0" timeOffset="-122214.86">17439 4616 0,'0'0'0,"0"0"16,0 0-16,0 0 15,0 0-15,0 0 16,0 0-16,5 11 16,9 13-16,8 16 15,4 11 1,8 9-16,1 3 16,3 10-16,2-4 15,-1 3-15,-1-2 16,0 1-16,-1-5 15,-5-9-15,-4-8 16,-4-11-16,3-7 16,1-4-16,-7-12 15,-3-6-15,-2-5 16,-1-8-16,3-12 16,1-21-16,12-29 15,-3-18 1,2-14-16,-2 0 15,0 1-15,-3 12 16,-6 19-16,-5 19 16,-4 15-16,-5 9 15,-1 11-15,-4 12 16,3-11-16,-3 11 16,0 0-1,0 0-15,0 0 16,0 0-16,0 0 15,0 0-15,9 32 16,4 21-16,5 23 16,2 7-16,-3-7 15,0-4-15,3-3 16,0 1-16,5 3 31,7-6-15,2-11-16,5-12 15,-7-16-15,-4-5 16,-7-8-16,-4-7 16,-17-8-16,28 6 15,-10-10-15,8-9 16,7-13-16,13-21 16,2-20-1,-9-22-15,11-32 16,-1-23-16,-4-31 15,-7 26-15,-11 17 16,-7 15-16,-8 44 16,-1 10-16,-4 20 15,-1 12-15,-1 6 16,-3 14-16,-2 11 16,0 0-16,4-12 15,-4 12 1,0 0-16,0 0 15,5-14-15,-5 14 16,0 0-16,3-14 16,-3 14-16,0 0 15,0 0-15,0 0 16,0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1:33:58.07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15880 5106 0,'0'0'0,"0"0"0,0 0 0,0 0 15,0 0-15,0 0 16,0 0 0,0 0-16,0 0 15,0 0-15,5 2 16,-5-2-16,17 2 16,5 1-16,16 2 15,17 1-15,21 4 16,20 1-16,21-5 15,23-22-15,24-28 16,17-20 0,16-29-16,12-20 15,-8-3-15,-3-2 16,-10 3-16,-21 14 16,-8 2-16,-25 18 15,-21 16-15,-16 19 16,-22 17-16,-10 11 15,-11 4-15,-3 4 16,-1 2 0,2 1-16,7 4 15,8 0-15,10-3 16,-3 1-16</inkml:trace>
  <inkml:trace contextRef="#ctx0" brushRef="#br0" timeOffset="18330.9">18316 7188 0,'0'0'0,"0"0"0,0 0 0,0 3 15,0-3-15,0 0 16,12 15-16,-12-15 15,23 14-15,-23-14 16,27 15-16,-10-10 16,8-4-16,24-13 15,23-12-15,26-28 16,10-17-16,3-8 16,-1-2-1,-8 7-15,-4 3 16,-10 7-16,0 4 15,-7 11-15,-10 8 16,-16 12-16,-17 10 16,-16 7-16,-22 10 15,23-9-15,-23 9 16,0 0 0,0 0-16,0 0 15,15-5-15,-15 5 16,0 0-16,0 0 15,0 0-15,0 0 16,0 0-16</inkml:trace>
  <inkml:trace contextRef="#ctx0" brushRef="#br0" timeOffset="19480.83">19306 7368 0,'0'0'0,"0"0"0,0 0 0,0 0 16,0 3-16,0-3 15,3 16 1,0-4-16,-2-1 15,2 5-15,1 0 16,0 0-16,3 2 16,4 3-16,4 2 15,3 2-15,4-1 16,2-3-16,1-3 16,7-2-16,3-6 15,13-10-15,14-15 16,14-16-1,17-18-15,19-18 16,25-21-16,44-40 16,31-33-16</inkml:trace>
  <inkml:trace contextRef="#ctx0" brushRef="#br0" timeOffset="46964.23">18865 4361 0,'0'0'0,"0"0"0,0 0 0,-1 2 16,1-2-16,-3 21 15,1 7-15,-2 13 16,0 13-16,-3 15 15,2 13-15,-2 4 16,-5 12-16,-5 2 16,-3-4-16,-3 11 15,1-19-15,-1 2 16,0-11 0,3-10-16,2-9 15,5-10-15,0-5 16,3-8-16,4-6 15,1-4-15,3-4 16,0-8-16</inkml:trace>
  <inkml:trace contextRef="#ctx0" brushRef="#br0" timeOffset="47497.61">18816 4333 0,'0'0'0,"0"0"0,5 0 16,-5 0-16,0 0 16,23 5-16,-23-5 15,27 21-15,-9 6 16,2 10 0,0 6-16,5 15 15,2 11-15,1 7 16,1 2-16,2 5 15,3 4-15,0 8 16,6-8-16,-1-1 16,4-6-16,0-5 15,-1-4-15,2-8 16,-5-8-16,1-4 16,1-4-1,-9-8-15,-1-4 16,-7-9-16,-9-9 15,-3-4-15,-12-13 16,14 16-16,-14-16 16,0 0-16,0 0 15,11 10-15,-11-10 16</inkml:trace>
  <inkml:trace contextRef="#ctx0" brushRef="#br0" timeOffset="47996.93">19995 4252 0,'0'0'0,"0"5"0,0-5 16,-5 26-16,0 8 15,-4 8-15,-2 9 16,-3 1 0,-2 5-16,-3 5 15,0 0-15,0 1 16,2-1-16,-2 3 15,-1 3-15,-2 4 16,3 1-16,-1-1 16,3 7-16,-1-1 15,1-1-15,3-10 16,0-1-16,1-3 16,0-1-16,1-4 15,2-12 1,-3-5-16,-1-5 15,-3 1-15,2-1 16,-1-1-16,2-3 16,1-2-16,2-5 15,3-6-15,2 0 16</inkml:trace>
  <inkml:trace contextRef="#ctx0" brushRef="#br0" timeOffset="48863.14">20071 5541 0,'0'0'0,"0"0"0,0 0 0,4 0 16,-4 0-16,27 11 16,-2-1-1,2 4-15,2-1 16,1 2-16,1-2 15,6-4-15,1-3 16,3-4-16,4-8 16,1-5-16,-2-8 15,-3-1-15,-2-2 16,-5 1-16,-4-3 16,-5-6-16,-7-4 15,-3-4 1,-4-7-16,-6 0 15,-5 1-15,-2 4 16,-4 2-16,-6-1 16,-3 2-16,-5 3 15,1 3-15,0 8 16,0 2-16,-2 4 16,-1 3-16,-5 3 15,-3 3 1,-7 7-16,-2 7 15,1 8-15,-1 8 16,1 9-16,-1 7 16,-3 13-16,5 3 15,4 11-15,5 3 16,6 0-16,5-2 16,4 3-16,7 2 15,6-2 1,5-5-16,4-2 15,5-4-15,3 0 16,8-2-16,4-4 16,10-5-16,10-2 15,6-6-15,9-9 16,4-3-16,0-6 16,2-8-16,0-6 15,-1-7 1,2-6-16,-4-4 15,4-1-15,-4-4 16,-6-2-16,-9-2 16,-4-5-16,-3-5 15,3-12-15</inkml:trace>
  <inkml:trace contextRef="#ctx0" brushRef="#br0" timeOffset="49347.81">21277 4921 0,'0'0'0,"1"2"0,-1-2 16,5 18-16,0 7 16,3 8-16,-2 6 15,-6 6-15,-2 0 16,-2 6-16,-4 7 16,-2 5-16,2-2 15,-1-1-15,2-2 16,-2 4-1,1-5-15,3-1 16,10-4-16,2-9 16,6-5-16,5-4 15,3-3-15,6-1 16,2-6-16,4-7 16,4-10-16,0-7 15,5-5 1,1-6-16,-1-4 15,-1-2-15,-4-2 16,-5-7-16,-4-17 16,-5-2-16</inkml:trace>
  <inkml:trace contextRef="#ctx0" brushRef="#br0" timeOffset="49979.91">22019 5044 0,'0'0'0,"0"0"0,0 6 16,-3 5-16,0 11 16,-4 8-16,-1 8 15,-2 8-15,0 6 16,-2 5-1,1-2-15,-4-2 16,-1-1-16,-6 2 16,-6 7-16,1-6 15,-1-3-15,5-9 16,5-11-16,1-1 16,5-6-16,0-1 15,3-8 1,4-6-16,5-10 15,-4 11-15,4-11 16,0 0-16</inkml:trace>
  <inkml:trace contextRef="#ctx0" brushRef="#br0" timeOffset="50696.59">22392 4970 0,'0'0'0,"0"0"16,0 0-16,0 0 15,0 0-15,-4 11 16,-3 11-1,1 12-15,-2 8 16,3 6-16,1 5 16,2 11-16,2-1 15,0-6-15,1-4 16,0-1-16,1 1 16,-1 8-16,1-1 15,-1-6-15,5-5 16,0-5-1,0-1-15,4 4 16,0 0-16,-3-6 16,1-6-16,-3-12 15,-2-8-15,-1-6 16,-2-9-16,3 14 16,-3-14-16,0 0 15,0 0-15,-6 12 16,6-12-1,-34-4-15,5-5 16,-2-7-16,0-4 16,0-4-16,7-3 15,5 1-15,5-1 16,5-1-16,6-4 16,10-8-16,10-9 15,12-9 1,5-2-16,11 1 15,5 3-15,8 4 16,3-3-16,-2 3 16,-2 3-16,-8 5 15,-7 6-15,-9 5 16,-6 6-16,-8 5 16,-6 5-16,-6 4 15,-7 13-15,10-15 16,-10 15-16,0 0 15,4-10-15</inkml:trace>
  <inkml:trace contextRef="#ctx0" brushRef="#br0" timeOffset="51279.92">23374 5244 0,'0'0'0,"0"0"0,0 0 0,0 0 16,0 0-16,0 0 16,-6 5-16,-5 5 15,-14 13-15,-8 6 16,-4 4-16,-1 4 15,-1 4 1,1 4-16,2 0 16,0 4-16,5 1 15,8-2-15,7-6 16,7-6-16,7-3 16,6-4-16,10 2 15,7 3-15,15-6 16,9-10-1,4-14-15,2-9 16,4-9-16,3-10 16,1-11-16,0-9 15,-10-16-15,-8-4 16,-9 2-16,-10-7 16,-8 7-16,-7 1 15,-7 3-15,-10 12 16,-12 6-16,-3 5 15,-9 7 1,-4 6-16,-7 6 16,-11 6-16,-8 7 15,-9 9-15,7 11 16,2 9-16,0 7 16,7 0-16</inkml:trace>
  <inkml:trace contextRef="#ctx0" brushRef="#br0" timeOffset="174345.68">18682 8186 0,'0'0'0,"0"0"0,-4-2 16,4 2-16,-50-7 15,-7 7-15,-7 11 16,-10 19-16,-8 9 15,2 8-15,11-5 16,3 2-16,8-4 16,6-4-1,6-1-15,12 1 16,8 7-16,6-4 16,8-7-16,6-4 15,6-3-15,8 1 16,15 1-16,13 0 15,13-1-15,1-7 16,-1-3-16,10 1 16,4 2-1,3 1-15,-13-1 16,-9 3-16,-8 4 16,2 7-16,-6 2 15,-5 11-15,-20 0 16,-15-4-16,-18 0 15,-17-8-15,6-6 16,-18 1-16,2-9 16,-10 4-1,-5-1-15,6-7 16,3-6-16,-2-15 16,7-7-16,4-3 15,6-4-15,11 4 16,5 0-1,5 4 1,23 11-16,-23-17 16</inkml:trace>
  <inkml:trace contextRef="#ctx0" brushRef="#br0" timeOffset="174678.8">18859 8470 0,'0'0'0,"0"0"0,0 0 0,-4 0 16,4 0-16,0 0 15,0 0-15,0 0 16,0 0-16,3 27 16,-1 10-16,-2 20 15,-13 21 1,-13 9-16,-1 15 16,-9 31-1,2-15 1</inkml:trace>
  <inkml:trace contextRef="#ctx0" brushRef="#br0" timeOffset="174995.55">19011 8959 0,'5'-6'0,"12"-16"0,-17 22 0,29-39 16,39-52-16,1 8 15,-7 14-15,-19 20 16,-10 13-16,-8 12 16,-7 7-1,-6 6-15,-12 11 0</inkml:trace>
  <inkml:trace contextRef="#ctx0" brushRef="#br0" timeOffset="175345.75">18789 9106 0,'0'0'0,"0"0"16,0 0-16,0 0 15,16 0-15,11 0 16,12 0-16,2 4 15,-5 4-15,0 3 16,2 8-16,-2 6 16,5 16-16,-1 9 15,-6 0 1,-7-3-16,-8-1 16,2 4-16,0-1 15,7 4-15,20-19 16,-13-9-16,-1-7 15,-14-8-15,-4-3 16,1-3-16</inkml:trace>
  <inkml:trace contextRef="#ctx0" brushRef="#br0" timeOffset="176246.21">19794 9160 0,'0'0'0,"0"0"16,0 0-16,0 0 15,0 4-15,0-4 16,0 0-16,0 0 15,0 0-15,0 0 16,0 0-16,0 0 16,0 0-16,0 0 15,0 0-15</inkml:trace>
  <inkml:trace contextRef="#ctx0" brushRef="#br0" timeOffset="177379.73">20797 8920 0,'0'0'0,"0"0"15,-7-5-15,-8-5 16,-17-3-16,-11 0 15,1 5-15,-4 7 16,-6 10-16,-5 7 16,-3 11-16,4 5 15,4 5-15,9 2 16,6 2-16,2 11 16,6 8-1,1 8-15,12 0 16,10-5-16,6-7 15,13-9-15,3-6 16,5-4-16,19-12 31,18-10-31,11-10 16,2-14-16,-15-12 16,-3-14-16,14-54 15,-4 9-15,3-56 16,-8 8-1,-14 31-15,3-12 16,-17 43-16,-4 4 16,-6 8-16,-6 6 15,-5 11-15,-3 6 16,-4 9-16,0 7 16,-1 2-16,-1 13 15,0-11 1,0 11-16,0 0 15,0 0-15,-29 41 16,0 23-16,-5 60 16,5-11-16,3 8 15</inkml:trace>
  <inkml:trace contextRef="#ctx0" brushRef="#br0" timeOffset="177845.81">21614 8959 0,'0'0'0,"-8"-5"0,8 5 0,0 0 0,-20-10 16,-3 12-16,-14 18 16,-18 13-16,-2 12 15,4 1 1,-1 10-16,8 12 15,7 5-15,3 15 16,12-9-16,1-9 16</inkml:trace>
  <inkml:trace contextRef="#ctx0" brushRef="#br0" timeOffset="178561.49">21537 9083 0,'0'0'0,"-3"-5"15,3 5-15,7-28 16,6 4-16,10-3 16,14 4-16,8 1 15,6 11-15,-1 11 16,-4 7-16,-4 9 16,-7 4-16,-7 7 15,-12 7-15,-10-1 16,-18 6-1,-22 12-15,-7 5 16,-17 0-16,-5-4 16,2-12-16,3-7 15,11-7-15,12-9 16,7-4-16,3-4 16,3-3-16,2 0 15,20-6 1,-16 1-16,16-1 15</inkml:trace>
  <inkml:trace contextRef="#ctx0" brushRef="#br0" timeOffset="179094.66">22576 9179 0,'0'0'0,"-3"-5"0,3 5 0,0 0 0,0 0 16,-19-12-16,1 7 15,-26 16-15,-31 11 16,-20 29-1,-1 17-15,-2 15 16,14-3-16,9 4 16,8 0-16,15-10 15,5 8-15,20-1 16,32 7 0,21-13-1,24-21-15,17-15 16,-19-20-16,-4-10 15,9-6 1,10-3-16,25-9 16,-22-17-16</inkml:trace>
  <inkml:trace contextRef="#ctx0" brushRef="#br0" timeOffset="179412.01">22804 9679 0,'0'0'0,"0"0"0,-4 1 16,4-1-16,0 0 15,0 0-15,-12 11 16,12-11-16,0 0 15,0 0 1,0 0-16,0 0 16,0 0-16,0 0 15,0 0-15,0 0 16,0 0-16,0 0 16,0 0-16,0 0 15,0 0-15</inkml:trace>
  <inkml:trace contextRef="#ctx0" brushRef="#br0" timeOffset="182412.8">20184 10482 0,'0'0'0,"0"2"0,0-2 15,0 0-15,-3 10 16,0 0-16,-3 20 15,-3 16-15,-4 38 16,3-15-16,3-11 16,-1 7-16,-2 22 15,-3 26 1,0-14-16,4-10 16,1-19-16,1-9 15,0 0-15,0 1 16,1-10-16,1-1 15,5-7-15,2-8 16,1-6-16,-1-8 16,-1-3-1,1-2-15,-1-2 0,1 0 16,-1-2 0,2-2-16</inkml:trace>
  <inkml:trace contextRef="#ctx0" brushRef="#br0" timeOffset="182846.22">20055 10688 0,'2'4'0,"-2"-4"0,0 0 0,0 0 15,0 0-15,0 0 16,0 0 0,0 0-16,0 0 15,0 0-15,0 0 16,0 0-16,36-32 15,12 9-15,14-1 16,10-5-16,4-1 16,-3 0-16,-1 2 15,3 4 1,1 2-16,-2 5 16,-11 5-16,2 8 15,-4-2-15,-5 3 16,-9 0-16,-6-1 15,-7 8-15,-6 3 16</inkml:trace>
  <inkml:trace contextRef="#ctx0" brushRef="#br0" timeOffset="183162.76">20332 11137 0,'0'0'0,"0"0"15,0 0-15,14 5 16,11 4-16,10-1 15,7-10-15,-4-4 16,4-7-16,-6 3 16,2-6-16,-9 6 15,0-2-15,-4 6 16,8 15 0,-1-1-16</inkml:trace>
  <inkml:trace contextRef="#ctx0" brushRef="#br0" timeOffset="183795.08">21307 11048 0,'2'-5'0,"-2"5"0,0-12 16,0-5-16,0 6 15,-2-7-15,2 18 16,-7-22-16,-7-2 16,14 24-16,-35-22 15,10 26-15,-7 14 16,-11 2 0,-18 23-16,3 1 15,-1 11-15,6 20 16,7-1-16,-1 26 15,12 0-15,11-17 16,10-8-16,12-14 16,6-19-16,5-4 15,1-14-15,1-12 16,-11-12-16,33 10 16,-6-19-1,17-18-15,15-25 16,5-15-16,-9 3 15,-10 3-15,-7 1 16,-3 6-16,-7 10 16,-5 10-16,-11 14 15,-4 3-15,2 2 16,-6 5 0,-4 10-16,0 0 15,0 0-15,4 11 16,-2 27-16,-4 14 15,-1 0-15,2-7 16,0-3-16,0 6 16,9-4-16,8-5 15,7-1-15,-3-10 16,5-5 0,6-9-16,8-11 15,1-6-15,7-14 16</inkml:trace>
  <inkml:trace contextRef="#ctx0" brushRef="#br0" timeOffset="184262.47">21943 10944 0,'0'4'0,"0"-4"16,-5 15-16,-7-1 15,-5-8-15,-6-7 16,-6 4-16,-4-2 16,-5 12-16,-4 19 15,7-7-15,1 20 16,9-2-16,7 17 16,5-10-1,12-3-15,6-1 16,8-2-16,29 17 31,15-2-31,15 3 16,-1-11-16,-15-11 15,-11-8-15,-10-6 16,11 8-16,-12-10 16,-11-3-16,-12-2 15,-14-3 1,-8 10-16,-4-5 15,-14 1-15,-9 9 16,1-7-16,-2-6 16,-1-5-16,0-11 15,6 0-15,13-2 16,-3-1-16</inkml:trace>
  <inkml:trace contextRef="#ctx0" brushRef="#br0" timeOffset="184745.16">22671 10776 0,'0'0'0,"0"0"0,0 0 16,0 5-16,-2 13 15,0 24 1,-7 22-16,-10 11 15,-8 9-15,-7 5 16,-4 5-16,0-12 16,0-2-16,6-6 15,-2 14 1,10-3 0,6-24-16,7-20 15,6-23-15,5-8 16,0-10-1,0 0-15,9 11 16,20-19-16,19-15 16,20-32-16,26-18 15,-28-3-15</inkml:trace>
  <inkml:trace contextRef="#ctx0" brushRef="#br0" timeOffset="185046.2">22161 11326 0,'0'0'15,"0"0"-15,0-3 16,0 3-16,0 0 15,20-17-15,6 7 16,21-6-16,21-5 16,8 2-16,5 0 15,-27 7-15,-3 1 16,-4 2-16,0-1 16</inkml:trace>
  <inkml:trace contextRef="#ctx0" brushRef="#br0" timeOffset="185361.89">23089 10613 0,'0'0'0,"0"0"16,0 0-16,3 3 16,-3-3-16,20-3 15,9-2-15,13-6 16,8-4-16,8-3 16,5-2-16,1-4 15,-1 2 1,-6 2-16,-6 3 15,-1 0-15,-3 2 16,-3 6-16,-7 3 16,-7 3-16,-11 2 15</inkml:trace>
  <inkml:trace contextRef="#ctx0" brushRef="#br0" timeOffset="185661.62">23466 10626 0,'0'0'0,"0"3"15,0-3-15,2 14 16,-1 3-16,-1 10 16,-4 16-16,-4 18 15,0 7 1,-5 2-16,1-1 15,-3 2-15,3-4 16,0-1-16,-1-1 16,-2 1-1,1 3 1,3-10-16,2-10 16,3-16-16,8-14 15</inkml:trace>
  <inkml:trace contextRef="#ctx0" brushRef="#br0" timeOffset="185994.57">23137 11743 0,'6'-2'0,"14"-3"16,9-1-16,36-15 16,4-10-16,-4-2 15,-7 2 1,-12 5-16,-9 5 15,-6 4-15,-9 6 16,-2 1-16,-2 2 16,-18 8-16,31-12 15,-13 4-15</inkml:trace>
  <inkml:trace contextRef="#ctx0" brushRef="#br0" timeOffset="186428.1">24286 10194 0,'0'0'0,"0"0"0,0 0 16,0 0-1,-8 3-15,-23 11 16,-34 21-16,-12 14 16,6 4-16,4 10 15,-2 15-15,-1 10 16,3 11-16,5-2 16,11 2-16,10-8 15,7 0-15,8-5 16,11-5-1,7-3-15,8-15 16,19-5 0,18-2-1,6-6-15,14-16 16,-5-24-16,4-9 16,7-6-16,4-5 15,3-5-15,-2-9 16</inkml:trace>
  <inkml:trace contextRef="#ctx0" brushRef="#br0" timeOffset="187094.96">24439 10754 0,'0'0'0,"-6"4"0,6-4 0,-9 11 0,-16 24 16,-11 27-16,0 22 15,4-3-15,-4 15 16,5-7-16,6-10 16,5-8-16,3-11 15,1-7-15,1 2 31,3-8-31,6-16 16,4-8 0,2-23-16,0 0 15,0 0-15,29-23 16,5-31-16,6-20 16,-1-22-16,3-28 15,4-15-15,-2 3 16,-3 9-16,-5 19 15,-8 19 1,-4 13-16,-6 19 16,-6 12-16,-1 11 15,-4 8-15,-2 9 16,-3 7-16,-2 10 16,0 0-16,0 0 15,17-2-15,0 22 16,2 25-16,-5 20 15,-3 13 1,-8 10-16,-10-4 16,-7 6-16,-2-2 15,1-3-15,-2 2 16,6-15-16,14-3 16,4-11-16,19 5 31,1-7-31,7-4 15,1-13-15,-11-16 16,-4-6 0,-4-5-16</inkml:trace>
  <inkml:trace contextRef="#ctx0" brushRef="#br0" timeOffset="187329.12">24185 11228 0,'0'0'0,"0"0"0,-3 2 16,3-2-16,0 0 15,0 0-15,0 0 16,21-2-16,16-4 15,14-3-15,3 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951.42279" units="1/cm"/>
          <inkml:channelProperty channel="Y" name="resolution" value="1522.63013" units="1/cm"/>
          <inkml:channelProperty channel="T" name="resolution" value="1" units="1/dev"/>
        </inkml:channelProperties>
      </inkml:inkSource>
      <inkml:timestamp xml:id="ts0" timeString="2026-01-24T11:27:48.00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18532 3527 0,'0'0'0,"0"0"0,5-2 0,12-3 15,40-9-15,40-1 16,5 3 0,7 6-16,-10 4 15,7 5-15,-1 2 16,-12 3-16,-6 1 16,0 5-16,-6 8 15,3 11-15,-9 9 16,-9 7-16,0 9 15,-11 8-15,0 16 16,-8 1 0,-7 9-16,-3 12 15,-9-2-15,-6 5 16,-4 9-16,-6-2 16,-2 10-16,-3 5 15,-1-2-15,-5 9 16,-2 1-16,-3 8 15,2-3-15,-1 8 16,1-3 0,0 3-16,5-4 15,3 1-15,4 1 16,3-1-16,3 1 16,4 1-16,-2-4 15,3 2-15,-4-12 16,2 12-16,-1-10 15,0 3-15,0-2 16,-2-13 0,-2 8-16,-3-11 15,-3-6-15,-1 4 16,-2-14-16,-4 2 16,0 5-16,-2-13 15,0-2-15,-2-2 16,-1-6-16,-1-3 15,-1-1-15,-6 2 16,3-6 0,-1-2-16,1-9 15,1-9-15,2-10 16,1-4-16,-2-11 16,1-7-16,2-11 15,0-4-15,2-4 16,2-11-16,-3 15 15,3-15-15,0 0 16,-5 12-16,5-12 16,0 0-1,-14 11-15,14-11 16,0 0-16,-22 7 16,22-7-16,-59 4 15,-82 9-15,-76 21 16,40 11-16,56-14 15,54-13-15,14-4 16,-40 10 0,-82 23-16,-15 3 15,46-10-15,45-11 16,31-10-16,5-6 16,-10-9-16,-4-1 15,11-3-15,4-1 16,4-2-16,1-2 15,-4-2-15,4 1 16,-1-2 0,5 1-16,4 3 15,8 0-15,6-1 16,1 3-16,7 0 16,2 1-16,4-1 15,4 1-15,17 1 16,-27-3-16,27 3 15,-21-2-15,21 2 16,0 0 0,0 0-16,-17-2 15,17 2-15,0 0 16,0 0-16,0 0 16,0 0-16,0 0 15,0 0-15,0 0 16,0 0-16</inkml:trace>
  <inkml:trace contextRef="#ctx0" brushRef="#br0" timeOffset="11665.07">11464 8978 0,'0'0'0,"0"0"0,0 0 0,0 4 15,0-4 1,8 17-16,2 5 15,11 5-15,6-1 16,2-7-16,11-8 16,20-9-16,28-24 15,31-30-15,19-30 16,20-34-16,7-11 16,5-11-16,-5 6 15,-10 6 1,-13 19-16,-15 19 15,-19 19-15,-19 17 16,-20 16-16,-12 16 16,-13 10-16</inkml:trace>
  <inkml:trace contextRef="#ctx0" brushRef="#br0" timeOffset="12483">11300 9944 0,'0'0'0,"0"0"0,0 0 15,-1 4-15,1-4 16,3 19-16,0 0 16,3 6-16,4 3 15,1-1 1,3 1-16,6 0 15,3-2-15,6-4 16,9-5-16,11-12 16,15-16-16,29-24 15,38-53-15,56-50 16,54-69-16,17-22 16,36-33-16,19-17 15,-4 15 1,-10 49-16</inkml:trace>
  <inkml:trace contextRef="#ctx0" brushRef="#br0" timeOffset="13582.04">10387 11291 0,'0'0'0,"2"5"0,-2-5 16,15 29-16,0 1 15,9 5 1,9-3-16,14-4 16,13-13-16,26-26 15,52-53-15,76-108 16,25-64-16,44-33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966F2-D852-4790-88BA-F937A7B6C53D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7C2E1-0CBE-46AD-AE44-0D86F64F6C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46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br>
              <a:rPr dirty="0"/>
            </a:br>
            <a:br>
              <a:rPr dirty="0"/>
            </a:br>
            <a:r>
              <a:rPr sz="1100" dirty="0"/>
              <a:t>We’re learning how to replace many raw variables with a few informative summaries.</a:t>
            </a:r>
            <a:br>
              <a:rPr dirty="0"/>
            </a:br>
            <a:br>
              <a:rPr dirty="0"/>
            </a:br>
            <a:r>
              <a:rPr sz="1100" dirty="0"/>
              <a:t>Example: 200 CAN/telematics features → 10 components representing ‘drive style’, ‘load’, ‘thermal regime’, and ‘road roughness’. Then cluster vehicles or detect anomalies.</a:t>
            </a:r>
            <a:br>
              <a:rPr dirty="0"/>
            </a:br>
            <a:br>
              <a:rPr dirty="0"/>
            </a:br>
            <a:r>
              <a:rPr sz="1100" dirty="0"/>
              <a:t>Engage: Quick ask: In your work, what is the ‘latent thing’ you wish you could measure directly—quality, health, stress, or driver behavior?</a:t>
            </a:r>
            <a:endParaRPr dirty="0"/>
          </a:p>
        </p:txBody>
      </p:sp>
      <p:sp>
        <p:nvSpPr>
          <p:cNvPr id="434" name="Google Shape;4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452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 dirty="0"/>
              <a:t>We’re learning how to replace many raw variables with a few informative summaries.</a:t>
            </a:r>
            <a:br>
              <a:rPr dirty="0"/>
            </a:br>
            <a:br>
              <a:rPr dirty="0"/>
            </a:br>
            <a:r>
              <a:rPr sz="1100" dirty="0"/>
              <a:t>Imagine you’re looking at a vehicle with 300 dials on the dashboard. No driver can use that.</a:t>
            </a:r>
            <a:br>
              <a:rPr dirty="0"/>
            </a:br>
            <a:r>
              <a:rPr sz="1100" dirty="0"/>
              <a:t>Factor/component analysis builds a new dashboard with maybe 5–20 needles that summarize the car’s state.</a:t>
            </a:r>
            <a:br>
              <a:rPr dirty="0"/>
            </a:br>
            <a:r>
              <a:rPr sz="1100" dirty="0"/>
              <a:t>Those needles are weighted mixes of many sensors—so the ‘needle’ moves when the underlying phenomenon changes.</a:t>
            </a:r>
            <a:br>
              <a:rPr dirty="0"/>
            </a:br>
            <a:endParaRPr dirty="0"/>
          </a:p>
        </p:txBody>
      </p:sp>
      <p:sp>
        <p:nvSpPr>
          <p:cNvPr id="447" name="Google Shape;4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6228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3715C5-E504-4081-A05E-315707057315}" type="slidenum">
              <a:rPr lang="en-US"/>
              <a:pPr/>
              <a:t>3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sz="1100" dirty="0"/>
              <a:t>Multiple sound sources in room (independent)</a:t>
            </a:r>
            <a:br>
              <a:rPr dirty="0"/>
            </a:br>
            <a:br>
              <a:rPr dirty="0"/>
            </a:br>
            <a:r>
              <a:rPr sz="1100" dirty="0"/>
              <a:t>Concept/Gist: ICA separates mixed signals into statistically independent sources.</a:t>
            </a:r>
            <a:br>
              <a:rPr dirty="0"/>
            </a:br>
            <a:br>
              <a:rPr dirty="0"/>
            </a:br>
            <a:r>
              <a:rPr sz="1100" dirty="0"/>
              <a:t>Example: </a:t>
            </a:r>
            <a:r>
              <a:rPr lang="en-GB" sz="1100" dirty="0"/>
              <a:t>S</a:t>
            </a:r>
            <a:r>
              <a:rPr sz="1100" dirty="0" err="1"/>
              <a:t>ensors</a:t>
            </a:r>
            <a:r>
              <a:rPr sz="1100" dirty="0"/>
              <a:t> capture mixtures of engine harmonics + road input + gearbox resonance; ICA helps separate these sources for diagnosis.</a:t>
            </a:r>
            <a:br>
              <a:rPr dirty="0"/>
            </a:br>
            <a:br>
              <a:rPr dirty="0"/>
            </a:br>
            <a:r>
              <a:rPr sz="1100" dirty="0"/>
              <a:t>Engage: Quick ask: What independent sources could be mixing in your signals (engine/road/noise/sensor drift)?</a:t>
            </a:r>
            <a:br>
              <a:rPr dirty="0"/>
            </a:br>
            <a:br>
              <a:rPr dirty="0"/>
            </a:br>
            <a:r>
              <a:rPr sz="1100" dirty="0"/>
              <a:t>Transition: ‘Cocktail party or Blind Source Separation (BSS) problem’ — we keep the same theme: replace many raw dimensions with a few informative ones.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843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A68D0C-95CF-4DBB-91E3-5F1D9E06D7C2}" type="slidenum">
              <a:rPr lang="en-US"/>
              <a:pPr/>
              <a:t>4</a:t>
            </a:fld>
            <a:endParaRPr lang="en-US"/>
          </a:p>
        </p:txBody>
      </p:sp>
      <p:sp>
        <p:nvSpPr>
          <p:cNvPr id="4546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sz="1100" dirty="0"/>
              <a:t>ICA separates mixed signals into statistically independent sources.</a:t>
            </a:r>
            <a:br>
              <a:rPr dirty="0"/>
            </a:br>
            <a:br>
              <a:rPr dirty="0"/>
            </a:br>
            <a:r>
              <a:rPr sz="1100" dirty="0"/>
              <a:t>Think of multiple speakers in a room: each mic records a mixture. ICA tries to unmix.</a:t>
            </a:r>
            <a:br>
              <a:rPr dirty="0"/>
            </a:br>
            <a:r>
              <a:rPr sz="1100" dirty="0"/>
              <a:t>In vehicles, sensors often measure mixtures too—road + engine + drivetrain + sensor noise.</a:t>
            </a:r>
            <a:br>
              <a:rPr dirty="0"/>
            </a:br>
            <a:r>
              <a:rPr sz="1100" dirty="0"/>
              <a:t>ICA works when sources are independent and non-Gaussian; then it can recover them up to scaling and order.</a:t>
            </a:r>
            <a:br>
              <a:rPr dirty="0"/>
            </a:br>
            <a:br>
              <a:rPr dirty="0"/>
            </a:br>
            <a:r>
              <a:rPr sz="1100" dirty="0"/>
              <a:t>Transition: ‘Source Separation Using ICA’ — we keep the same theme: replace many raw dimensions with a few informative ones.</a:t>
            </a:r>
            <a:br>
              <a:rPr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370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3BECE1-CD4B-49D3-A637-AF8BD462DC94}" type="slidenum">
              <a:rPr lang="en-US"/>
              <a:pPr/>
              <a:t>5</a:t>
            </a:fld>
            <a:endParaRPr lang="en-US"/>
          </a:p>
        </p:txBody>
      </p:sp>
      <p:sp>
        <p:nvSpPr>
          <p:cNvPr id="478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002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4114CC-2A29-45A7-B557-12CBD2D7FD50}" type="slidenum">
              <a:rPr lang="en-US"/>
              <a:pPr/>
              <a:t>6</a:t>
            </a:fld>
            <a:endParaRPr lang="en-US"/>
          </a:p>
        </p:txBody>
      </p:sp>
      <p:sp>
        <p:nvSpPr>
          <p:cNvPr id="4505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0563" name="Rectangle 3"/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914400" y="4343400"/>
                <a:ext cx="5029200" cy="41148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s1​(t),s2​(t),s3​(t),s4​(t) These are the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true underlying signals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you want to recover.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x1​(t),x2​(t),x3​(t),x4​(t) These are the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signals you actually record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from sensors/microphones. These are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mixtures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of the sources.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aij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​ These numbers tell you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how much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contributes to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sensor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 meaning: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12</m:t>
                        </m:r>
                      </m:sub>
                    </m:sSub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Each observed signal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a weighted sum of all the hidden sources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weights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every sensor hears a mixture — not a pure source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50563" name="Rectangle 3"/>
              <p:cNvSpPr>
                <a:spLocks noGrp="1" noChangeArrowheads="1"/>
              </p:cNvSpPr>
              <p:nvPr>
                <p:ph type="body" idx="1"/>
              </p:nvPr>
            </p:nvSpPr>
            <p:spPr bwMode="auto">
              <a:xfrm>
                <a:off x="914400" y="4343400"/>
                <a:ext cx="5029200" cy="411480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s1​(t),s2​(t),s3​(t),s4​(t) These are the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true underlying signals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you want to recover.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x1​(t),x2​(t),x3​(t),x4​(t) These are the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signals you actually record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from sensors/microphones. These are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mixtures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of the sources.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aij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​ These numbers tell you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how much source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𝑠_𝑗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contributes to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sensor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𝑥_𝑖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 meaning: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𝑎_12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=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contribution of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𝑠_2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</a:t>
                </a:r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Each observed signal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𝑥_𝑖 (𝑡)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a weighted sum of all the hidden sources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𝑠_1 (𝑡)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𝑠_4 (𝑡)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weights are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𝑎_𝑖𝑗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every sensor hears a mixture — not a pure source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8556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E2793A-884E-41CF-AC3A-817F125E3467}" type="slidenum">
              <a:rPr lang="en-US"/>
              <a:pPr/>
              <a:t>7</a:t>
            </a:fld>
            <a:endParaRPr lang="en-US"/>
          </a:p>
        </p:txBody>
      </p:sp>
      <p:sp>
        <p:nvSpPr>
          <p:cNvPr id="4587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sz="1100"/>
              <a:t>Explain (45–75 sec)</a:t>
            </a:r>
            <a:br/>
            <a:r>
              <a:rPr sz="1100"/>
              <a:t>Slide 121/224 — If we knew the mixing parameters aij then we would just need to solve a linear system of equations.</a:t>
            </a:r>
            <a:br/>
            <a:br/>
            <a:r>
              <a:rPr sz="1100"/>
              <a:t>Concept/Gist: ICA separates mixed signals into statistically independent sources.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NVH sensors capture mixtures of engine harmonics + road input + gearbox resonance; ICA helps separate these sources for diagnosis.</a:t>
            </a:r>
            <a:br/>
            <a:br/>
            <a:r>
              <a:rPr sz="1100"/>
              <a:t>Engage: Quick ask: What independent sources could be mixing in your signals (engine/road/noise/sensor drift)?</a:t>
            </a:r>
            <a:br/>
            <a:r>
              <a:rPr sz="1100"/>
              <a:t>Delivery tip: These slides can be grouped—cover the idea, then move quickly through supporting visuals.</a:t>
            </a:r>
            <a:br/>
            <a:br/>
            <a:r>
              <a:rPr sz="1100"/>
              <a:t>Transition: ‘ICA is a statistical method, the goal of which is to decompose given multivariate data into a linear sum of statistically independent components.’ — we keep the same theme: replace many raw dimensions with a few informative ones.</a:t>
            </a:r>
            <a:br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59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ICA works because it uses independence as a powerful clue. It searches for a transformation that makes the outputs as independent as possible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478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covariance and ICA objectives are cleaner when the mean is zero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713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fontAlgn="t"/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Xc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​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XcT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​ is an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matrix.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Entry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e>
                    </m:d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equals the average product of sensor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𝑖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sensor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centering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</a:p>
              <a:p>
                <a:pPr lvl="1"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large positive ⇒ they move together</a:t>
                </a:r>
              </a:p>
              <a:p>
                <a:pPr lvl="1"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negative ⇒ opposite</a:t>
                </a:r>
              </a:p>
              <a:p>
                <a:pPr lvl="1"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near 0 ⇒ not linearly related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summarizes how the observed signals are correlated.</a:t>
                </a:r>
              </a:p>
              <a:p>
                <a:pPr fontAlgn="t"/>
                <a:br>
                  <a:rPr lang="en-GB" dirty="0"/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E: matrix of eigenvectors (orthonormal directions)</a:t>
                </a:r>
              </a:p>
              <a:p>
                <a:pPr fontAlgn="t"/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𝐷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diagonal matrix of eigenvalues (variances along those directions)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Interpretation (simple):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rewrites the covariance in a coordinate system where it becomes diagonal — meaning the variables become uncorrelated in that new basis.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GB" dirty="0"/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V=D−1/2ET</a:t>
                </a:r>
              </a:p>
              <a:p>
                <a:pPr fontAlgn="t"/>
                <a:br>
                  <a:rPr lang="en-GB" dirty="0"/>
                </a:b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Rotate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into the eigenvector basis: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</m:oMath>
                </a14:m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Scale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each rotated axis so its variance becomes 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Because: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variance along an eigen-direction is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𝜆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dividing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e>
                    </m:rad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makes variance become 1.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literally “divide by standard deviation in each eigen-direction”.</a:t>
                </a:r>
              </a:p>
              <a:p>
                <a:pPr fontAlgn="t"/>
                <a:br>
                  <a:rPr lang="en-GB" dirty="0"/>
                </a:br>
                <a:br>
                  <a:rPr lang="en-GB" dirty="0"/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Z=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VXc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​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we take 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centered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apply whitening transform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GB" dirty="0"/>
                </a:br>
                <a:br>
                  <a:rPr lang="en-GB" dirty="0"/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Cov(Z)=I</a:t>
                </a:r>
              </a:p>
              <a:p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Cov(Z)=T1​ZZT</a:t>
                </a:r>
              </a:p>
              <a:p>
                <a:pPr fontAlgn="t"/>
                <a:br>
                  <a:rPr lang="en-GB" dirty="0"/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𝑍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/>
                        <m:t>Cov</m:t>
                      </m:r>
                      <m:d>
                        <m:d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den>
                      </m:f>
                      <m:d>
                        <m:d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d>
                        <m:dPr>
                          <m:endChr m:val="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1200" b="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b="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den>
                      </m:f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  <m:sSubSup>
                        <m:sSub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den>
                    </m:f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bSup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/>
                        <m:t>Cov</m:t>
                      </m:r>
                      <m:d>
                        <m:d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𝑉𝐶</m:t>
                      </m:r>
                      <m:sSup>
                        <m:sSup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p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Now substitute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𝐸𝐷</m:t>
                    </m:r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𝐷</m:t>
                        </m:r>
                      </m:e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/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First compute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𝑉𝐶</m:t>
                    </m:r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𝑉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𝑉𝐶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</m:e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𝐸𝐷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</m:t>
                          </m:r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𝐸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𝐼</m:t>
                    </m:r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</m:t>
                          </m:r>
                        </m:e>
                      </m:d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sup>
                          </m:s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</m:t>
                          </m:r>
                        </m:e>
                      </m:d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𝐷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𝐼</m:t>
                      </m:r>
                    </m:oMath>
                  </m:oMathPara>
                </a14:m>
                <a:endParaRPr lang="ar-AE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✅ Done.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whitening guarantees the transformed variables are:</a:t>
                </a:r>
              </a:p>
              <a:p>
                <a:pPr fontAlgn="t"/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zero mean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was 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centered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pPr fontAlgn="t"/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uncorrelated</a:t>
                </a:r>
                <a:endParaRPr lang="en-GB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unit variance</a:t>
                </a:r>
                <a:endParaRPr lang="en-GB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fontAlgn="t"/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Xc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​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XcT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​ is an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𝑚×𝑚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matrix.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(𝑖ⓜ,𝑗)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equals the average product of sensor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𝑖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sensor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𝑗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centering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</a:t>
                </a:r>
              </a:p>
              <a:p>
                <a:pPr lvl="1"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large positive ⇒ they move together</a:t>
                </a:r>
              </a:p>
              <a:p>
                <a:pPr lvl="1"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negative ⇒ opposite</a:t>
                </a:r>
              </a:p>
              <a:p>
                <a:pPr lvl="1"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near 0 ⇒ not linearly related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summarizes how the observed signals are correlated.</a:t>
                </a:r>
              </a:p>
              <a:p>
                <a:pPr fontAlgn="t"/>
                <a:br>
                  <a:rPr lang="en-GB" dirty="0"/>
                </a:b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E: matrix of eigenvectors (orthonormal directions)</a:t>
                </a:r>
              </a:p>
              <a:p>
                <a:pPr fontAlgn="t"/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 diagonal matrix of eigenvalues (variances along those directions)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Interpretation (simple):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rewrites the covariance in a coordinate system where it becomes diagonal — meaning the variables become uncorrelated in that new basis.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GB" dirty="0"/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V=D−1/2ET</a:t>
                </a:r>
              </a:p>
              <a:p>
                <a:pPr fontAlgn="t"/>
                <a:br>
                  <a:rPr lang="en-GB" dirty="0"/>
                </a:b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Rotate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into the eigenvector basis: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𝐸^𝑇</a:t>
                </a:r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Scale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each rotated axis so its variance becomes 1: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𝐷^(−1/2)</a:t>
                </a:r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Because: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variance along an eigen-direction is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𝜆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dividing by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√𝜆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makes variance become 1.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𝐷^(−1/2)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literally “divide by standard deviation in each eigen-direction”.</a:t>
                </a:r>
              </a:p>
              <a:p>
                <a:pPr fontAlgn="t"/>
                <a:br>
                  <a:rPr lang="en-GB" dirty="0"/>
                </a:br>
                <a:br>
                  <a:rPr lang="en-GB" dirty="0"/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Z=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VXc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​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we take 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centered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𝑋_𝑐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apply whitening transform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lang="en-GB" dirty="0"/>
                </a:br>
                <a:br>
                  <a:rPr lang="en-GB" dirty="0"/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Cov(Z)=I</a:t>
                </a:r>
              </a:p>
              <a:p>
                <a:endParaRPr lang="en-GB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Cov(Z)=T1​ZZT</a:t>
                </a:r>
              </a:p>
              <a:p>
                <a:pPr fontAlgn="t"/>
                <a:br>
                  <a:rPr lang="en-GB" dirty="0"/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Substitute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𝑍=𝑉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𝑋_𝑐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GB" b="0" i="0">
                    <a:latin typeface="Cambria Math" panose="02040503050406030204" pitchFamily="18" charset="0"/>
                  </a:rPr>
                  <a:t>"Cov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</a:t>
                </a:r>
                <a:r>
                  <a:rPr lang="ar-AE" b="0" i="0"/>
                  <a:t>𝑍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)=1/𝑇 (𝑉𝑋_𝑐 )(𝑉𝑋_𝑐 ├ )┤^𝑇 ┤</a:t>
                </a:r>
                <a:endParaRPr lang="ar-AE" b="0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=1/𝑇 𝑉𝑋_𝑐 𝑋_𝑐^𝑇 𝑉^𝑇</a:t>
                </a:r>
                <a:endParaRPr lang="ar-AE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But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1/𝑇 𝑋_𝑐 𝑋_𝑐^𝑇=𝐶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so:</a:t>
                </a:r>
              </a:p>
              <a:p>
                <a:r>
                  <a:rPr lang="en-GB" b="0" i="0">
                    <a:latin typeface="Cambria Math" panose="02040503050406030204" pitchFamily="18" charset="0"/>
                  </a:rPr>
                  <a:t>"Cov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(</a:t>
                </a:r>
                <a:r>
                  <a:rPr lang="ar-AE" b="0" i="0"/>
                  <a:t>𝑍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)=𝑉𝐶𝑉^𝑇</a:t>
                </a:r>
                <a:endParaRPr lang="ar-AE" b="0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Now substitute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𝐶=𝐸𝐷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𝐸^𝑇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𝐷^(−1/2) 𝐸^𝑇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First compute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𝑉𝐶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𝑉^𝑇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𝑉𝐶𝑉^𝑇=(𝐷^(−1/2) 𝐸^𝑇 )(𝐸𝐷𝐸^𝑇 )(𝐸𝐷^(−1/2) )</a:t>
                </a:r>
                <a:endParaRPr lang="ar-AE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Use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𝐸^𝑇 𝐸=𝐼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𝐸^𝑇=𝐼</a:t>
                </a:r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=𝐷^(−1/2) (𝐸^𝑇 𝐸)𝐷(𝐸^𝑇 𝐸) 𝐷^(−1/2)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=𝐷^(−1/2) 𝐷𝐷^(−1/2)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=𝐼</a:t>
                </a:r>
                <a:endParaRPr lang="ar-AE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✅ Done.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whitening guarantees the transformed variables are:</a:t>
                </a:r>
              </a:p>
              <a:p>
                <a:pPr fontAlgn="t"/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zero mean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(because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𝑋_𝑐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was 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centered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pPr fontAlgn="t"/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uncorrelated</a:t>
                </a:r>
                <a:endParaRPr lang="en-GB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unit variance</a:t>
                </a:r>
                <a:endParaRPr lang="en-GB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206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ICA assumes our observed signals are linear mixtures of hidden independent sources: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𝐴𝑠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We only observe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while both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𝑠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are unknown. ICA learns an unmixing matrix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𝑊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that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𝑊𝑥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gives us signals that are as independent as possible—these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’s approximate the original sources, up to scaling and ordering. In practice ICA is done in three steps: first we center the data, then we whiten it so covariance becomes identity, and finally we find a rotation that maximizes non‑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Gaussianity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or independence of the outputs. FastICA is a common algorithm for this</a:t>
                </a:r>
              </a:p>
              <a:p>
                <a:endParaRPr lang="en-GB" dirty="0"/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Central Limit intuition)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“Mixtures of independent signals look more Gaussian than the original signals.”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if we try many directions (many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’s) and look at: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directions that produce the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most non‑Gaussian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output tend to align with the original sources.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Find directions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maximally non‑Gaussian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(or equivalently, maximally independent).</a:t>
                </a:r>
              </a:p>
              <a:p>
                <a:endParaRPr lang="en-GB" dirty="0"/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is why ICA often talks about: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non‑</a:t>
                </a:r>
                <a:r>
                  <a:rPr lang="en-US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Gaussianity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negentropy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kurtosis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FastICA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ICA assumes our observed signals are linear mixtures of hidden independent sources: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𝑥=𝐴𝑠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We only observe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while both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𝐴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are unknown. ICA learns an unmixing matrix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𝑊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that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𝑦=𝑊𝑥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gives us signals that are as independent as possible—these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’s approximate the original sources, up to scaling and ordering. In practice ICA is done in three steps: first we center the data, then we whiten it so covariance becomes identity, and finally we find a rotation that maximizes non‑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Gaussianity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or independence of the outputs. FastICA is a common algorithm for this</a:t>
                </a:r>
              </a:p>
              <a:p>
                <a:endParaRPr lang="en-GB" dirty="0"/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Central Limit intuition)</a:t>
                </a:r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“Mixtures of independent signals look more Gaussian than the original signals.”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if we try many directions (many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’s) and look at: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directions that produce the 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most non‑Gaussian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output tend to align with the original sources.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Find directions </a:t>
                </a:r>
                <a:r>
                  <a:rPr lang="en-GB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such that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𝑤^𝑇 𝑧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maximally non‑Gaussian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(or equivalently, maximally independent).</a:t>
                </a:r>
              </a:p>
              <a:p>
                <a:endParaRPr lang="en-GB" dirty="0"/>
              </a:p>
              <a:p>
                <a:pPr fontAlgn="t"/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is why ICA often talks about:</a:t>
                </a: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non‑</a:t>
                </a:r>
                <a:r>
                  <a:rPr lang="en-US" sz="1200" b="1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Gaussianity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negentropy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kurtosis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FastICA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8401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Remember: we already converted our observed data into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whitened signals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,…,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Whitening means they are zero-mean, uncorrelated, and have unit variance. So the easy part—correlation and scaling—is removed.</a:t>
                </a:r>
              </a:p>
              <a:p>
                <a:pPr fontAlgn="t"/>
                <a:endParaRPr lang="en-GB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“On the top, the equation says: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simply means: at each time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 output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a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linear combination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of the whitened signals.</a:t>
                </a:r>
                <a:b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vector form, this is the same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p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sup>
                      </m:sSup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you can think of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 a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direction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in whitened space.”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“So what are we doing conceptually?</a:t>
                </a:r>
                <a:b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We choose a direction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we project the data onto that direction, and we get one candidate signal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That candidate is ‘our guess’ for one hidden source.”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“Now the key question: how do we choose the right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?</a:t>
                </a:r>
                <a:b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ICA says: adjust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that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becomes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maximally non-Gaussian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because mixtures of independent sources tend to look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more Gaussian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than the original sources.</a:t>
                </a:r>
                <a:b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So the ‘most non-Gaussian’ projection is likely to correspond to a true independent component.”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“That’s why we use this update rule here: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  <m:r>
                        <a:rPr lang="en-GB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r>
                        <a:rPr lang="en-GB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  <m:r>
                            <m:rPr>
                              <m:nor/>
                            </m:r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 </m:t>
                          </m:r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  <m:d>
                            <m:d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ar-AE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</m:oMath>
                  </m:oMathPara>
                </a14:m>
                <a:endParaRPr lang="ar-AE" b="0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Don’t get scared by the notation. The meaning is simple: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First we compute the current output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p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sup>
                    </m:sSup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𝑧</m:t>
                    </m:r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Then we apply a nonlinearity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𝑔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⋅</m:t>
                        </m:r>
                      </m:e>
                    </m:d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commonly something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tanh</m:t>
                    </m:r>
                    <m:r>
                      <a:rPr lang="en-GB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⁡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⋅</m:t>
                        </m:r>
                      </m:e>
                    </m:d>
                  </m:oMath>
                </a14:m>
                <a:r>
                  <a:rPr lang="ar-AE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term </a:t>
                </a:r>
                <a14:m>
                  <m:oMath xmlns:m="http://schemas.openxmlformats.org/officeDocument/2006/math">
                    <m:r>
                      <a:rPr lang="en-GB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ar-AE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 </m:t>
                        </m:r>
                        <m: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𝑔</m:t>
                        </m:r>
                        <m:d>
                          <m:dPr>
                            <m:ctrlPr>
                              <a:rPr lang="ar-AE" sz="12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b="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pushes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toward directions that increase non-</a:t>
                </a:r>
                <a:r>
                  <a:rPr lang="en-GB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Gaussianity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term </a:t>
                </a:r>
                <a14:m>
                  <m:oMath xmlns:m="http://schemas.openxmlformats.org/officeDocument/2006/math">
                    <m:r>
                      <a:rPr lang="en-GB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e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ar-AE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 </m:t>
                    </m:r>
                    <m:r>
                      <a:rPr lang="ar-AE" sz="1200" b="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a correction term that stabilizes the update and prevents trivial solutions.”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“After updating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we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normalize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it: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  <m:r>
                        <a:rPr lang="en-GB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←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∥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∥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is important because if we let the length of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grow,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would grow just by scaling, and the algorithm could ‘cheat’. Normalization ensures we care only about the </a:t>
                </a: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direction</a:t>
                </a: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not the magnitude.”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“Finally, we repeat these steps until convergence. The stopping condition written here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∣</m:t>
                      </m:r>
                      <m:sSubSup>
                        <m:sSub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new</m:t>
                          </m:r>
                        </m:sub>
                        <m:sup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old</m:t>
                          </m:r>
                        </m:sub>
                      </m:sSub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∣≈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ar-AE" b="0" dirty="0"/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new direction is almost the same as the old direction—so we stop when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is no longer changing.</a:t>
                </a:r>
                <a:b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absolute value is used because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and </a:t>
                </a:r>
                <a14:m>
                  <m:oMath xmlns:m="http://schemas.openxmlformats.org/officeDocument/2006/math">
                    <m:r>
                      <a:rPr lang="en-GB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represent the same component; sign doesn’t matter.”</a:t>
                </a:r>
              </a:p>
              <a:p>
                <a:pPr fontAlgn="t"/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“So summarizing this slide in one line:</a:t>
                </a:r>
                <a:b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Pick a direction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project to get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update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make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 non-Gaussian as possible, normalize, and repeat until </a:t>
                </a:r>
                <a14:m>
                  <m:oMath xmlns:m="http://schemas.openxmlformats.org/officeDocument/2006/math">
                    <m:r>
                      <a:rPr lang="en-GB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en-GB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stops changing.</a:t>
                </a:r>
                <a:b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en-GB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That gives us one independent component.”</a:t>
                </a:r>
              </a:p>
              <a:p>
                <a:pPr fontAlgn="t"/>
                <a:endParaRPr lang="en-GB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Project whitened data onto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then adjust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to make output independent (non-Gaussian)</a:t>
                </a:r>
              </a:p>
              <a:p>
                <a:endParaRPr lang="en-GB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C2E1-0CBE-46AD-AE44-0D86F64F6CD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899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60F5C5-FF32-4F07-9516-90198E24F2F7}" type="slidenum">
              <a:rPr lang="en-US"/>
              <a:pPr/>
              <a:t>15</a:t>
            </a:fld>
            <a:endParaRPr lang="en-US"/>
          </a:p>
        </p:txBody>
      </p:sp>
      <p:sp>
        <p:nvSpPr>
          <p:cNvPr id="4608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476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413080-53E6-428D-9B92-A3A1ED81B073}" type="slidenum">
              <a:rPr lang="en-US"/>
              <a:pPr/>
              <a:t>16</a:t>
            </a:fld>
            <a:endParaRPr lang="en-US"/>
          </a:p>
        </p:txBody>
      </p:sp>
      <p:sp>
        <p:nvSpPr>
          <p:cNvPr id="483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br>
              <a:rPr dirty="0"/>
            </a:br>
            <a:r>
              <a:rPr sz="1100" dirty="0"/>
              <a:t>Concept/Gist: ICA separates mixed signals into statistically independent sources.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93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194/224 — APPENDIX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195/224 — 195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196/224 — 196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197/224 — 197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198/224 — 198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199/224 — 199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200/224 — 200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201/224 — 201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202/224 — 202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203/224 — 203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204/224 — 204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205/224 — 205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206/224 — 206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207/224 — 207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208/224 — 208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209/224 — 209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210/224 — 210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211/224 — 211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Treat this as a picture-based intuition slide. Describe what it illustrates in one sentence, then state the takeaway.</a:t>
            </a:r>
            <a:br/>
            <a:r>
              <a:rPr sz="1100"/>
              <a:t>Relate it back to ‘compress + denoise + visualize’.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212/224 — Eigenvector and Eigenvalue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213/224 — Ax = λx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214/224 — Ax - λx = 0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Translate the equation into plain English: what is being maximized/minimized, and what constraint keeps the solution well-behaved.</a:t>
            </a:r>
            <a:br/>
            <a:r>
              <a:rPr sz="1100"/>
              <a:t>Then give the one practical takeaway: eigenvalues rank importance; vectors define the new coordinates.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215/224 — Example 1: Find the eigenvalues of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Choosing K components is like choosing how many summary needles your dashboard needs.</a:t>
            </a:r>
            <a:br/>
            <a:r>
              <a:rPr sz="1100"/>
              <a:t>Keep too few and you lose important behavior; keep too many and you keep noise.</a:t>
            </a:r>
            <a:br/>
            <a:r>
              <a:rPr sz="1100"/>
              <a:t>Rule of thumb: pick K by explained variance *and* by downstream performance (accuracy, clustering quality, anomaly separation).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02A7F3-353B-4C97-B9D7-2EB26CDF5B61}" type="slidenum">
              <a:rPr lang="en-US" altLang="en-US" sz="1200" smtClean="0"/>
              <a:pPr/>
              <a:t>39</a:t>
            </a:fld>
            <a:endParaRPr lang="en-US" altLang="en-US" sz="120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  <a:noFill/>
        </p:spPr>
        <p:txBody>
          <a:bodyPr/>
          <a:lstStyle/>
          <a:p>
            <a:pPr eaLnBrk="1" hangingPunct="1"/>
            <a:r>
              <a:rPr sz="1100"/>
              <a:t>Optional / Backup</a:t>
            </a:r>
            <a:br/>
            <a:r>
              <a:rPr sz="1100"/>
              <a:t>Slide 216/224 — Question: how much spread is in the data along the axis? (distance to the mean)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26185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FFDF61-10F5-41A0-A6EB-65B05D874432}" type="slidenum">
              <a:rPr lang="en-US" altLang="en-US" sz="1200" smtClean="0"/>
              <a:pPr/>
              <a:t>40</a:t>
            </a:fld>
            <a:endParaRPr lang="en-US" altLang="en-US" sz="120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  <a:noFill/>
        </p:spPr>
        <p:txBody>
          <a:bodyPr/>
          <a:lstStyle/>
          <a:p>
            <a:pPr eaLnBrk="1" hangingPunct="1"/>
            <a:r>
              <a:rPr sz="1100"/>
              <a:t>Optional / Backup</a:t>
            </a:r>
            <a:br/>
            <a:r>
              <a:rPr sz="1100"/>
              <a:t>Slide 217/224 — 217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025007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80691D-E594-4129-B8CD-716BFB1F3B02}" type="slidenum">
              <a:rPr lang="en-US" altLang="en-US" sz="1200" smtClean="0"/>
              <a:pPr/>
              <a:t>41</a:t>
            </a:fld>
            <a:endParaRPr lang="en-US" altLang="en-US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  <a:noFill/>
        </p:spPr>
        <p:txBody>
          <a:bodyPr/>
          <a:lstStyle/>
          <a:p>
            <a:pPr eaLnBrk="1" hangingPunct="1"/>
            <a:r>
              <a:rPr sz="1100"/>
              <a:t>Optional / Backup</a:t>
            </a:r>
            <a:br/>
            <a:r>
              <a:rPr sz="1100"/>
              <a:t>Slide 218/224 — Contains covariance values between all possible dimensions (=attributes):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Covariance answers: do two variables ‘dance together’?</a:t>
            </a:r>
            <a:br/>
            <a:r>
              <a:rPr sz="1100"/>
              <a:t>Positive covariance means they rise/fall together; negative means one rises when the other falls; near-zero means no linear relation.</a:t>
            </a:r>
            <a:br/>
            <a:r>
              <a:rPr sz="1100"/>
              <a:t>PCA starts by building the covariance matrix—basically a scoreboard of how every pair moves together.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57511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999F6B-7BBB-4D2F-B956-B08ACA039356}" type="slidenum">
              <a:rPr lang="en-US" altLang="en-US" sz="1200" smtClean="0"/>
              <a:pPr/>
              <a:t>42</a:t>
            </a:fld>
            <a:endParaRPr lang="en-US" altLang="en-US" sz="120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  <a:noFill/>
        </p:spPr>
        <p:txBody>
          <a:bodyPr/>
          <a:lstStyle/>
          <a:p>
            <a:pPr eaLnBrk="1" hangingPunct="1"/>
            <a:r>
              <a:rPr sz="1100"/>
              <a:t>Optional / Backup</a:t>
            </a:r>
            <a:br/>
            <a:r>
              <a:rPr sz="1100"/>
              <a:t>Slide 219/224 — 219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30938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220/224 — Vectors x having same direction as Ax are  called eigenvectors of A (A is an n by n matrix).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221/224 — Ax=x  (A-I)x=0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Translate the equation into plain English: what is being maximized/minimized, and what constraint keeps the solution well-behaved.</a:t>
            </a:r>
            <a:br/>
            <a:r>
              <a:rPr sz="1100"/>
              <a:t>Then give the one practical takeaway: eigenvalues rank importance; vectors define the new coordinates.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222/224 — 1. principal component (PC1)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03EAFAF-58D1-4DC9-B137-930D6811C403}" type="slidenum">
              <a:rPr lang="en-US" altLang="en-US" sz="1200" smtClean="0"/>
              <a:pPr/>
              <a:t>46</a:t>
            </a:fld>
            <a:endParaRPr lang="en-US" alt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3725"/>
            <a:ext cx="5121275" cy="4171950"/>
          </a:xfrm>
          <a:noFill/>
        </p:spPr>
        <p:txBody>
          <a:bodyPr/>
          <a:lstStyle/>
          <a:p>
            <a:pPr eaLnBrk="1" hangingPunct="1"/>
            <a:r>
              <a:rPr sz="1100"/>
              <a:t>Optional / Backup</a:t>
            </a:r>
            <a:br/>
            <a:r>
              <a:rPr sz="1100"/>
              <a:t>Slide 223/224 — Let      be the mean vector (taking the mean of all rows)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Explain the idea in one sentence, then give a quick automotive example, then move on.</a:t>
            </a:r>
            <a:br/>
            <a:r>
              <a:rPr sz="1100"/>
              <a:t>Don’t read bullets—use them as keywords.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95002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100"/>
              <a:t>Optional / Backup</a:t>
            </a:r>
            <a:br/>
            <a:r>
              <a:rPr sz="1100"/>
              <a:t>Slide 224/224 — Calculate eigenvalues  and eigenvectors x for covariance matrix:</a:t>
            </a:r>
            <a:br/>
            <a:br/>
            <a:r>
              <a:rPr sz="1100"/>
              <a:t>Concept/Gist: Math appendix—use only if someone asks for derivations.</a:t>
            </a:r>
            <a:br/>
            <a:br/>
            <a:r>
              <a:rPr sz="1100"/>
              <a:t>Say this (teacher-style):</a:t>
            </a:r>
            <a:br/>
            <a:r>
              <a:rPr sz="1100"/>
              <a:t>Covariance answers: do two variables ‘dance together’?</a:t>
            </a:r>
            <a:br/>
            <a:r>
              <a:rPr sz="1100"/>
              <a:t>Positive covariance means they rise/fall together; negative means one rises when the other falls; near-zero means no linear relation.</a:t>
            </a:r>
            <a:br/>
            <a:r>
              <a:rPr sz="1100"/>
              <a:t>PCA starts by building the covariance matrix—basically a scoreboard of how every pair moves together.</a:t>
            </a:r>
            <a:br/>
            <a:br/>
            <a:r>
              <a:rPr sz="1100"/>
              <a:t>Tata Motors example: Example: compress high-dimensional features to make downstream models faster, more robust, and easier to interpret.</a:t>
            </a:r>
            <a:br/>
            <a:br/>
            <a:r>
              <a:rPr sz="1100"/>
              <a:t>Engage: Quick ask: What would be the most useful 2D visualization you could get from your high-dimensional data?</a:t>
            </a:r>
            <a:br/>
            <a:r>
              <a:rPr sz="1100"/>
              <a:t>Delivery tip: SKIP in live session; keep as backup for Q&amp;A.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" name="Google Shape;19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" name="Google Shape;20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2" name="Google Shape;22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6"/>
          <p:cNvSpPr/>
          <p:nvPr/>
        </p:nvSpPr>
        <p:spPr>
          <a:xfrm>
            <a:off x="2895600" y="4572000"/>
            <a:ext cx="2895600" cy="5715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76"/>
          <p:cNvSpPr/>
          <p:nvPr/>
        </p:nvSpPr>
        <p:spPr>
          <a:xfrm>
            <a:off x="0" y="4572000"/>
            <a:ext cx="2895600" cy="5715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76"/>
          <p:cNvSpPr/>
          <p:nvPr/>
        </p:nvSpPr>
        <p:spPr>
          <a:xfrm>
            <a:off x="5791200" y="4572000"/>
            <a:ext cx="2895600" cy="571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1200" kern="0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" name="Google Shape;27;p76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2514600"/>
            <a:ext cx="2057400" cy="148471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6"/>
          <p:cNvSpPr txBox="1"/>
          <p:nvPr/>
        </p:nvSpPr>
        <p:spPr>
          <a:xfrm>
            <a:off x="-76200" y="3943350"/>
            <a:ext cx="2209800" cy="403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2175" b="1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BITS</a:t>
            </a:r>
            <a:r>
              <a:rPr lang="en-US" sz="2175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Pilani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9" name="Google Shape;29;p76"/>
          <p:cNvSpPr txBox="1"/>
          <p:nvPr/>
        </p:nvSpPr>
        <p:spPr>
          <a:xfrm>
            <a:off x="152400" y="4250531"/>
            <a:ext cx="1905000" cy="20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9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0" name="Google Shape;30;p76"/>
          <p:cNvSpPr txBox="1">
            <a:spLocks noGrp="1"/>
          </p:cNvSpPr>
          <p:nvPr>
            <p:ph type="body" idx="1"/>
          </p:nvPr>
        </p:nvSpPr>
        <p:spPr>
          <a:xfrm>
            <a:off x="2514600" y="4057650"/>
            <a:ext cx="6019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350">
                <a:solidFill>
                  <a:schemeClr val="lt1"/>
                </a:solidFill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2514600" y="28575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4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/>
        </p:nvSpPr>
        <p:spPr>
          <a:xfrm>
            <a:off x="3276600" y="4947047"/>
            <a:ext cx="5867400" cy="1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r">
              <a:buClr>
                <a:srgbClr val="000000"/>
              </a:buClr>
              <a:buFont typeface="Arial"/>
              <a:buNone/>
            </a:pPr>
            <a:r>
              <a:rPr lang="en-US" sz="825" b="1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BITS </a:t>
            </a:r>
            <a:r>
              <a:rPr lang="en-US" sz="825" kern="0">
                <a:solidFill>
                  <a:srgbClr val="101141"/>
                </a:solidFill>
                <a:ea typeface="Arial"/>
                <a:cs typeface="Arial"/>
                <a:sym typeface="Arial"/>
              </a:rPr>
              <a:t>Pilani, Pilani Campus</a:t>
            </a:r>
            <a:endParaRPr sz="1050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44" name="Google Shape;44;p78"/>
          <p:cNvGrpSpPr/>
          <p:nvPr/>
        </p:nvGrpSpPr>
        <p:grpSpPr>
          <a:xfrm>
            <a:off x="2084388" y="4912519"/>
            <a:ext cx="7059612" cy="36910"/>
            <a:chOff x="2083888" y="6550671"/>
            <a:chExt cx="7060112" cy="48665"/>
          </a:xfrm>
        </p:grpSpPr>
        <p:sp>
          <p:nvSpPr>
            <p:cNvPr id="45" name="Google Shape;45;p78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" name="Google Shape;46;p78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" name="Google Shape;47;p78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48" name="Google Shape;48;p78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1" y="0"/>
            <a:ext cx="2193925" cy="519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49;p78"/>
          <p:cNvGrpSpPr/>
          <p:nvPr/>
        </p:nvGrpSpPr>
        <p:grpSpPr>
          <a:xfrm>
            <a:off x="2133600" y="4914900"/>
            <a:ext cx="7010400" cy="34529"/>
            <a:chOff x="1905000" y="6553200"/>
            <a:chExt cx="7010400" cy="45719"/>
          </a:xfrm>
        </p:grpSpPr>
        <p:sp>
          <p:nvSpPr>
            <p:cNvPr id="50" name="Google Shape;50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2" name="Google Shape;52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3" name="Google Shape;53;p78"/>
          <p:cNvGrpSpPr/>
          <p:nvPr/>
        </p:nvGrpSpPr>
        <p:grpSpPr>
          <a:xfrm>
            <a:off x="0" y="971550"/>
            <a:ext cx="7010400" cy="34529"/>
            <a:chOff x="1905000" y="6553200"/>
            <a:chExt cx="7010400" cy="45719"/>
          </a:xfrm>
        </p:grpSpPr>
        <p:sp>
          <p:nvSpPr>
            <p:cNvPr id="54" name="Google Shape;54;p7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" name="Google Shape;55;p7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" name="Google Shape;56;p7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sz="1200" kern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7" name="Google Shape;57;p78"/>
          <p:cNvSpPr txBox="1">
            <a:spLocks noGrp="1"/>
          </p:cNvSpPr>
          <p:nvPr>
            <p:ph type="body" idx="1"/>
          </p:nvPr>
        </p:nvSpPr>
        <p:spPr>
          <a:xfrm>
            <a:off x="304800" y="112037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685800" marR="0" lvl="1" indent="-24765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2"/>
          </p:nvPr>
        </p:nvSpPr>
        <p:spPr>
          <a:xfrm>
            <a:off x="304800" y="114300"/>
            <a:ext cx="6324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 b="1">
                <a:latin typeface="Arial"/>
                <a:ea typeface="Arial"/>
                <a:cs typeface="Arial"/>
                <a:sym typeface="Arial"/>
              </a:defRPr>
            </a:lvl1pPr>
            <a:lvl2pPr marL="685800" lvl="1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714500" lvl="4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057400" lvl="5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3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9095-6199-624F-BD16-1B6E41EB48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7F88-3D78-EE41-BDDF-9CB676EC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0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57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57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594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69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9095-6199-624F-BD16-1B6E41EB48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7F88-3D78-EE41-BDDF-9CB676EC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3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69095-6199-624F-BD16-1B6E41EB487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97F88-3D78-EE41-BDDF-9CB676EC9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7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85900"/>
            <a:ext cx="3810000" cy="1485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086100"/>
            <a:ext cx="3810000" cy="1485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008A2-A931-4382-8B33-C6AE923D47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99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7D886-B426-46D5-8BC3-46F665546B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0532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0330-F960-4901-99EA-CC400A81E5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170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96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442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907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413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E9E449-369D-4FE9-8AA5-9136DD4E2B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46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7772400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086100"/>
            <a:ext cx="7772400" cy="148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/>
            </a:lvl1pPr>
          </a:lstStyle>
          <a:p>
            <a:fld id="{ED25419A-59E0-42FA-9A1B-2FCE03464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29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00150"/>
            <a:ext cx="4038600" cy="16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00150"/>
            <a:ext cx="4038600" cy="16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2953942"/>
            <a:ext cx="4038600" cy="164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2953942"/>
            <a:ext cx="4038600" cy="164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10DF35-9FB3-47F7-A182-11281F3453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30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644029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5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7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7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28384230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4.wav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customXml" Target="../ink/ink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6.w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59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"/>
          <p:cNvSpPr txBox="1">
            <a:spLocks noGrp="1"/>
          </p:cNvSpPr>
          <p:nvPr>
            <p:ph type="title"/>
          </p:nvPr>
        </p:nvSpPr>
        <p:spPr>
          <a:xfrm>
            <a:off x="2075361" y="2552156"/>
            <a:ext cx="6629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Advanced Deep Learning</a:t>
            </a:r>
            <a:b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FFFF66"/>
                </a:solidFill>
                <a:latin typeface="Calibri"/>
                <a:ea typeface="Calibri"/>
                <a:cs typeface="Calibri"/>
                <a:sym typeface="Calibri"/>
              </a:rPr>
              <a:t>ZG513 </a:t>
            </a:r>
            <a:endParaRPr sz="2800" dirty="0">
              <a:solidFill>
                <a:srgbClr val="FFFF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"/>
          <p:cNvSpPr txBox="1">
            <a:spLocks noGrp="1"/>
          </p:cNvSpPr>
          <p:nvPr>
            <p:ph type="body" idx="4294967295"/>
          </p:nvPr>
        </p:nvSpPr>
        <p:spPr>
          <a:xfrm>
            <a:off x="3886200" y="3695156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74320" indent="-192024" algn="r">
              <a:spcBef>
                <a:spcPts val="0"/>
              </a:spcBef>
              <a:buClr>
                <a:schemeClr val="accent1"/>
              </a:buClr>
              <a:buSzPct val="68000"/>
              <a:buNone/>
            </a:pPr>
            <a:r>
              <a:rPr lang="en-US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Prepared by Dr. </a:t>
            </a:r>
            <a:r>
              <a:rPr lang="en-IN" sz="2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Sugata Ghosal and notes by Aakash Goel</a:t>
            </a:r>
            <a:endParaRPr sz="21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"/>
          <p:cNvSpPr txBox="1">
            <a:spLocks noGrp="1"/>
          </p:cNvSpPr>
          <p:nvPr>
            <p:ph type="body" idx="1"/>
          </p:nvPr>
        </p:nvSpPr>
        <p:spPr>
          <a:xfrm>
            <a:off x="766010" y="1021681"/>
            <a:ext cx="6172200" cy="2997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  <a:buSzPts val="3200"/>
            </a:pPr>
            <a:r>
              <a:rPr lang="en-US" sz="2000" dirty="0"/>
              <a:t>Factor Analysis</a:t>
            </a:r>
            <a:endParaRPr lang="en-US" dirty="0"/>
          </a:p>
          <a:p>
            <a:pPr marL="285750" indent="-28575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Principal Component Analysis (PCA)</a:t>
            </a:r>
          </a:p>
          <a:p>
            <a:pPr marL="971550" lvl="2" indent="-285750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1600" dirty="0"/>
              <a:t>Randomized PCA</a:t>
            </a:r>
          </a:p>
          <a:p>
            <a:pPr marL="971550" lvl="2" indent="-285750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1600" dirty="0"/>
              <a:t>Incremental PCA</a:t>
            </a:r>
          </a:p>
          <a:p>
            <a:pPr marL="971550" lvl="2" indent="-285750">
              <a:spcBef>
                <a:spcPts val="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1800" dirty="0"/>
              <a:t>Kernel PCA</a:t>
            </a:r>
          </a:p>
          <a:p>
            <a:pPr marL="685800" lvl="2" indent="0">
              <a:spcBef>
                <a:spcPts val="0"/>
              </a:spcBef>
              <a:buSzPct val="100000"/>
              <a:buNone/>
            </a:pPr>
            <a:endParaRPr lang="en-US" sz="1600" dirty="0"/>
          </a:p>
          <a:p>
            <a:pPr marL="285750" indent="-28575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Independent Component Analysis (ICA)</a:t>
            </a:r>
          </a:p>
          <a:p>
            <a:pPr indent="-342900">
              <a:spcBef>
                <a:spcPts val="0"/>
              </a:spcBef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Canonical Correlation Analysis (CCA)</a:t>
            </a:r>
          </a:p>
          <a:p>
            <a:pPr indent="-342900">
              <a:spcBef>
                <a:spcPts val="0"/>
              </a:spcBef>
              <a:buSzPct val="100000"/>
              <a:buFont typeface="Wingdings" panose="05000000000000000000" pitchFamily="2" charset="2"/>
              <a:buChar char="ü"/>
            </a:pPr>
            <a:endParaRPr lang="en-US" dirty="0"/>
          </a:p>
          <a:p>
            <a:pPr indent="-342900"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Locally Linear Embeddings (LLE)</a:t>
            </a:r>
          </a:p>
        </p:txBody>
      </p:sp>
      <p:sp>
        <p:nvSpPr>
          <p:cNvPr id="450" name="Google Shape;450;p3"/>
          <p:cNvSpPr txBox="1">
            <a:spLocks noGrp="1"/>
          </p:cNvSpPr>
          <p:nvPr>
            <p:ph type="body" idx="2"/>
          </p:nvPr>
        </p:nvSpPr>
        <p:spPr>
          <a:xfrm>
            <a:off x="770021" y="143376"/>
            <a:ext cx="4743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marL="0" indent="0"/>
            <a:r>
              <a:rPr lang="en-US" sz="2800" b="0" dirty="0">
                <a:latin typeface="Calibri" panose="020F0502020204030204" pitchFamily="34" charset="0"/>
                <a:cs typeface="Calibri" panose="020F0502020204030204" pitchFamily="34" charset="0"/>
              </a:rPr>
              <a:t>Session Content</a:t>
            </a:r>
            <a:endParaRPr sz="28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F3BBBB-5A9B-4411-A1E3-0A07069F74E8}"/>
              </a:ext>
            </a:extLst>
          </p:cNvPr>
          <p:cNvSpPr txBox="1"/>
          <p:nvPr/>
        </p:nvSpPr>
        <p:spPr>
          <a:xfrm>
            <a:off x="786774" y="4400550"/>
            <a:ext cx="4859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Reading</a:t>
            </a:r>
            <a:r>
              <a:rPr lang="en-US" sz="1400" dirty="0"/>
              <a:t>: R1: </a:t>
            </a:r>
            <a:r>
              <a:rPr lang="en-US" sz="1400" b="1" i="1" dirty="0"/>
              <a:t>Hands-On Machine Learning </a:t>
            </a:r>
            <a:r>
              <a:rPr lang="en-US" sz="1400" dirty="0"/>
              <a:t>…, Chapter 8</a:t>
            </a:r>
            <a:endParaRPr lang="en-I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58478"/>
            <a:ext cx="8229600" cy="3394472"/>
          </a:xfrm>
        </p:spPr>
        <p:txBody>
          <a:bodyPr/>
          <a:lstStyle/>
          <a:p>
            <a:pPr marL="514350" indent="-342900">
              <a:buFont typeface="Arial" panose="020B0604020202020204" pitchFamily="34" charset="0"/>
              <a:buChar char="•"/>
            </a:pPr>
            <a:r>
              <a:rPr lang="en-US" sz="2100" dirty="0"/>
              <a:t>Multiple sound sources in room (independent)</a:t>
            </a:r>
          </a:p>
          <a:p>
            <a:pPr marL="514350" indent="-342900">
              <a:buFont typeface="Arial" panose="020B0604020202020204" pitchFamily="34" charset="0"/>
              <a:buChar char="•"/>
            </a:pPr>
            <a:r>
              <a:rPr lang="en-US" sz="2100" dirty="0"/>
              <a:t>Multiple sensors receiving signals which are mixture of original signals</a:t>
            </a:r>
          </a:p>
          <a:p>
            <a:pPr marL="514350" indent="-342900">
              <a:buFont typeface="Arial" panose="020B0604020202020204" pitchFamily="34" charset="0"/>
              <a:buChar char="•"/>
            </a:pPr>
            <a:r>
              <a:rPr lang="en-US" sz="2100" dirty="0"/>
              <a:t>Estimate original source signals from mixture of received signals</a:t>
            </a:r>
          </a:p>
          <a:p>
            <a:pPr marL="514350" indent="-342900">
              <a:buFont typeface="Arial" panose="020B0604020202020204" pitchFamily="34" charset="0"/>
              <a:buChar char="•"/>
            </a:pPr>
            <a:r>
              <a:rPr lang="en-US" sz="2100" dirty="0"/>
              <a:t>Can be viewed as Blind-Source Separation as mixing parameters are not known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Cocktail-party Problem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84616" y="971550"/>
            <a:ext cx="8229600" cy="3962400"/>
          </a:xfrm>
          <a:ln cap="rnd">
            <a:noFill/>
            <a:prstDash val="sysDot"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endParaRPr lang="en-GB" sz="1125" dirty="0"/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Cocktail party or Blind Source Separation (BSS) problem</a:t>
            </a:r>
          </a:p>
          <a:p>
            <a:pPr lvl="1">
              <a:lnSpc>
                <a:spcPct val="90000"/>
              </a:lnSpc>
            </a:pPr>
            <a:r>
              <a:rPr lang="en-GB" sz="1500" dirty="0"/>
              <a:t>Ill posed problem, unless assumptions are made!</a:t>
            </a:r>
          </a:p>
          <a:p>
            <a:pPr marL="438150" lvl="1" indent="0">
              <a:lnSpc>
                <a:spcPct val="90000"/>
              </a:lnSpc>
              <a:buNone/>
            </a:pPr>
            <a:endParaRPr lang="en-GB" sz="1500" dirty="0"/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Most common assumption is that source signals are  statistically independent. This means knowing value of one of them gives no information about the other.</a:t>
            </a:r>
          </a:p>
          <a:p>
            <a:pPr marL="171450" indent="0">
              <a:lnSpc>
                <a:spcPct val="90000"/>
              </a:lnSpc>
            </a:pPr>
            <a:endParaRPr lang="en-GB" sz="1800" dirty="0"/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Methods based on this assumption are called Independent Component Analysis methods</a:t>
            </a:r>
          </a:p>
          <a:p>
            <a:pPr lvl="1">
              <a:lnSpc>
                <a:spcPct val="90000"/>
              </a:lnSpc>
            </a:pPr>
            <a:r>
              <a:rPr lang="en-GB" sz="1500" dirty="0"/>
              <a:t>statistical techniques for decomposing a complex data set into independent parts.</a:t>
            </a:r>
          </a:p>
          <a:p>
            <a:pPr marL="438150" lvl="1" indent="0">
              <a:lnSpc>
                <a:spcPct val="90000"/>
              </a:lnSpc>
              <a:buNone/>
            </a:pPr>
            <a:endParaRPr lang="en-GB" sz="1500" dirty="0"/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It can be shown that under some reasonable conditions, if the ICA assumption holds, then the source signals can be recovered up to permutation and scaling.</a:t>
            </a: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BSS and ICA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altLang="ko-KR" sz="2800" dirty="0"/>
              <a:t>Source Separation Using ICA</a:t>
            </a:r>
            <a:endParaRPr lang="en-IN" dirty="0"/>
          </a:p>
        </p:txBody>
      </p:sp>
      <p:grpSp>
        <p:nvGrpSpPr>
          <p:cNvPr id="416771" name="Group 3"/>
          <p:cNvGrpSpPr>
            <a:grpSpLocks/>
          </p:cNvGrpSpPr>
          <p:nvPr/>
        </p:nvGrpSpPr>
        <p:grpSpPr bwMode="auto">
          <a:xfrm>
            <a:off x="2400300" y="1714500"/>
            <a:ext cx="4219575" cy="2628900"/>
            <a:chOff x="1056" y="1440"/>
            <a:chExt cx="3544" cy="2208"/>
          </a:xfrm>
        </p:grpSpPr>
        <p:sp>
          <p:nvSpPr>
            <p:cNvPr id="416772" name="Rectangle 4"/>
            <p:cNvSpPr>
              <a:spLocks noChangeArrowheads="1"/>
            </p:cNvSpPr>
            <p:nvPr/>
          </p:nvSpPr>
          <p:spPr bwMode="auto">
            <a:xfrm>
              <a:off x="2064" y="1440"/>
              <a:ext cx="624" cy="379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350">
                  <a:solidFill>
                    <a:srgbClr val="000066"/>
                  </a:solidFill>
                  <a:ea typeface="굴림" pitchFamily="1" charset="-127"/>
                </a:rPr>
                <a:t>W</a:t>
              </a:r>
              <a:r>
                <a:rPr lang="en-US" altLang="ko-KR" sz="675">
                  <a:solidFill>
                    <a:srgbClr val="000066"/>
                  </a:solidFill>
                  <a:ea typeface="굴림" pitchFamily="1" charset="-127"/>
                </a:rPr>
                <a:t>11</a:t>
              </a:r>
              <a:endParaRPr lang="en-US" altLang="ko-KR" sz="1500">
                <a:solidFill>
                  <a:srgbClr val="000066"/>
                </a:solidFill>
                <a:ea typeface="굴림" pitchFamily="1" charset="-127"/>
              </a:endParaRPr>
            </a:p>
          </p:txBody>
        </p:sp>
        <p:sp>
          <p:nvSpPr>
            <p:cNvPr id="416773" name="Rectangle 5"/>
            <p:cNvSpPr>
              <a:spLocks noChangeArrowheads="1"/>
            </p:cNvSpPr>
            <p:nvPr/>
          </p:nvSpPr>
          <p:spPr bwMode="auto">
            <a:xfrm>
              <a:off x="2064" y="2134"/>
              <a:ext cx="624" cy="378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350">
                  <a:solidFill>
                    <a:srgbClr val="000066"/>
                  </a:solidFill>
                  <a:ea typeface="굴림" pitchFamily="1" charset="-127"/>
                </a:rPr>
                <a:t>W</a:t>
              </a:r>
              <a:r>
                <a:rPr lang="en-US" altLang="ko-KR" sz="675">
                  <a:solidFill>
                    <a:srgbClr val="000066"/>
                  </a:solidFill>
                  <a:ea typeface="굴림" pitchFamily="1" charset="-127"/>
                </a:rPr>
                <a:t>21</a:t>
              </a:r>
              <a:endParaRPr lang="en-US" altLang="ko-KR" sz="1500">
                <a:solidFill>
                  <a:srgbClr val="000066"/>
                </a:solidFill>
                <a:ea typeface="굴림" pitchFamily="1" charset="-127"/>
              </a:endParaRPr>
            </a:p>
          </p:txBody>
        </p:sp>
        <p:sp>
          <p:nvSpPr>
            <p:cNvPr id="416774" name="Rectangle 6"/>
            <p:cNvSpPr>
              <a:spLocks noChangeArrowheads="1"/>
            </p:cNvSpPr>
            <p:nvPr/>
          </p:nvSpPr>
          <p:spPr bwMode="auto">
            <a:xfrm>
              <a:off x="2064" y="2576"/>
              <a:ext cx="624" cy="378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350">
                  <a:solidFill>
                    <a:srgbClr val="000066"/>
                  </a:solidFill>
                  <a:ea typeface="굴림" pitchFamily="1" charset="-127"/>
                </a:rPr>
                <a:t>W</a:t>
              </a:r>
              <a:r>
                <a:rPr lang="en-US" altLang="ko-KR" sz="675">
                  <a:solidFill>
                    <a:srgbClr val="000066"/>
                  </a:solidFill>
                  <a:ea typeface="굴림" pitchFamily="1" charset="-127"/>
                </a:rPr>
                <a:t>12</a:t>
              </a:r>
              <a:endParaRPr lang="en-US" altLang="ko-KR" sz="1500">
                <a:solidFill>
                  <a:srgbClr val="000066"/>
                </a:solidFill>
                <a:ea typeface="굴림" pitchFamily="1" charset="-127"/>
              </a:endParaRPr>
            </a:p>
          </p:txBody>
        </p:sp>
        <p:sp>
          <p:nvSpPr>
            <p:cNvPr id="416775" name="Rectangle 7"/>
            <p:cNvSpPr>
              <a:spLocks noChangeArrowheads="1"/>
            </p:cNvSpPr>
            <p:nvPr/>
          </p:nvSpPr>
          <p:spPr bwMode="auto">
            <a:xfrm>
              <a:off x="2064" y="3269"/>
              <a:ext cx="624" cy="379"/>
            </a:xfrm>
            <a:prstGeom prst="rect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350">
                  <a:solidFill>
                    <a:srgbClr val="000066"/>
                  </a:solidFill>
                  <a:ea typeface="굴림" pitchFamily="1" charset="-127"/>
                </a:rPr>
                <a:t>W</a:t>
              </a:r>
              <a:r>
                <a:rPr lang="en-US" altLang="ko-KR" sz="750">
                  <a:solidFill>
                    <a:srgbClr val="000066"/>
                  </a:solidFill>
                  <a:ea typeface="굴림" pitchFamily="1" charset="-127"/>
                </a:rPr>
                <a:t>22</a:t>
              </a:r>
              <a:endParaRPr lang="en-US" altLang="ko-KR" sz="1500">
                <a:solidFill>
                  <a:srgbClr val="000066"/>
                </a:solidFill>
                <a:ea typeface="굴림" pitchFamily="1" charset="-127"/>
              </a:endParaRPr>
            </a:p>
          </p:txBody>
        </p:sp>
        <p:sp>
          <p:nvSpPr>
            <p:cNvPr id="416776" name="Oval 8"/>
            <p:cNvSpPr>
              <a:spLocks noChangeArrowheads="1"/>
            </p:cNvSpPr>
            <p:nvPr/>
          </p:nvSpPr>
          <p:spPr bwMode="auto">
            <a:xfrm>
              <a:off x="3456" y="1503"/>
              <a:ext cx="240" cy="252"/>
            </a:xfrm>
            <a:prstGeom prst="ellipse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350" b="1">
                  <a:solidFill>
                    <a:srgbClr val="000066"/>
                  </a:solidFill>
                  <a:latin typeface="굴림" pitchFamily="1" charset="-127"/>
                  <a:ea typeface="굴림" pitchFamily="1" charset="-127"/>
                </a:rPr>
                <a:t>+</a:t>
              </a:r>
            </a:p>
          </p:txBody>
        </p:sp>
        <p:sp>
          <p:nvSpPr>
            <p:cNvPr id="416777" name="Oval 9"/>
            <p:cNvSpPr>
              <a:spLocks noChangeArrowheads="1"/>
            </p:cNvSpPr>
            <p:nvPr/>
          </p:nvSpPr>
          <p:spPr bwMode="auto">
            <a:xfrm>
              <a:off x="3456" y="3333"/>
              <a:ext cx="240" cy="252"/>
            </a:xfrm>
            <a:prstGeom prst="ellipse">
              <a:avLst/>
            </a:prstGeom>
            <a:gradFill rotWithShape="0">
              <a:gsLst>
                <a:gs pos="0">
                  <a:srgbClr val="FF99FF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 sz="1350" b="1">
                  <a:solidFill>
                    <a:srgbClr val="000066"/>
                  </a:solidFill>
                  <a:latin typeface="굴림" pitchFamily="1" charset="-127"/>
                  <a:ea typeface="굴림" pitchFamily="1" charset="-127"/>
                </a:rPr>
                <a:t>+</a:t>
              </a:r>
            </a:p>
          </p:txBody>
        </p:sp>
        <p:cxnSp>
          <p:nvCxnSpPr>
            <p:cNvPr id="416778" name="AutoShape 10"/>
            <p:cNvCxnSpPr>
              <a:cxnSpLocks noChangeShapeType="1"/>
              <a:endCxn id="416772" idx="1"/>
            </p:cNvCxnSpPr>
            <p:nvPr/>
          </p:nvCxnSpPr>
          <p:spPr bwMode="auto">
            <a:xfrm>
              <a:off x="1056" y="1630"/>
              <a:ext cx="100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79" name="AutoShape 11"/>
            <p:cNvCxnSpPr>
              <a:cxnSpLocks noChangeShapeType="1"/>
              <a:endCxn id="416775" idx="1"/>
            </p:cNvCxnSpPr>
            <p:nvPr/>
          </p:nvCxnSpPr>
          <p:spPr bwMode="auto">
            <a:xfrm>
              <a:off x="1088" y="3459"/>
              <a:ext cx="976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0" name="AutoShape 12"/>
            <p:cNvCxnSpPr>
              <a:cxnSpLocks noChangeShapeType="1"/>
              <a:stCxn id="416772" idx="3"/>
              <a:endCxn id="416776" idx="2"/>
            </p:cNvCxnSpPr>
            <p:nvPr/>
          </p:nvCxnSpPr>
          <p:spPr bwMode="auto">
            <a:xfrm>
              <a:off x="2688" y="1629"/>
              <a:ext cx="76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1" name="AutoShape 13"/>
            <p:cNvCxnSpPr>
              <a:cxnSpLocks noChangeShapeType="1"/>
              <a:stCxn id="416776" idx="6"/>
            </p:cNvCxnSpPr>
            <p:nvPr/>
          </p:nvCxnSpPr>
          <p:spPr bwMode="auto">
            <a:xfrm>
              <a:off x="3696" y="1629"/>
              <a:ext cx="904" cy="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2" name="AutoShape 14"/>
            <p:cNvCxnSpPr>
              <a:cxnSpLocks noChangeShapeType="1"/>
              <a:stCxn id="416775" idx="3"/>
              <a:endCxn id="416777" idx="2"/>
            </p:cNvCxnSpPr>
            <p:nvPr/>
          </p:nvCxnSpPr>
          <p:spPr bwMode="auto">
            <a:xfrm>
              <a:off x="2688" y="3459"/>
              <a:ext cx="76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3" name="AutoShape 15"/>
            <p:cNvCxnSpPr>
              <a:cxnSpLocks noChangeShapeType="1"/>
              <a:stCxn id="416777" idx="6"/>
            </p:cNvCxnSpPr>
            <p:nvPr/>
          </p:nvCxnSpPr>
          <p:spPr bwMode="auto">
            <a:xfrm>
              <a:off x="3696" y="3459"/>
              <a:ext cx="88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4" name="AutoShape 16"/>
            <p:cNvCxnSpPr>
              <a:cxnSpLocks noChangeShapeType="1"/>
            </p:cNvCxnSpPr>
            <p:nvPr/>
          </p:nvCxnSpPr>
          <p:spPr bwMode="auto">
            <a:xfrm>
              <a:off x="1440" y="1629"/>
              <a:ext cx="240" cy="69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5" name="AutoShape 17"/>
            <p:cNvCxnSpPr>
              <a:cxnSpLocks noChangeShapeType="1"/>
              <a:endCxn id="416773" idx="1"/>
            </p:cNvCxnSpPr>
            <p:nvPr/>
          </p:nvCxnSpPr>
          <p:spPr bwMode="auto">
            <a:xfrm>
              <a:off x="1680" y="2323"/>
              <a:ext cx="384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6" name="AutoShape 18"/>
            <p:cNvCxnSpPr>
              <a:cxnSpLocks noChangeShapeType="1"/>
            </p:cNvCxnSpPr>
            <p:nvPr/>
          </p:nvCxnSpPr>
          <p:spPr bwMode="auto">
            <a:xfrm flipV="1">
              <a:off x="1440" y="2765"/>
              <a:ext cx="240" cy="69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7" name="AutoShape 19"/>
            <p:cNvCxnSpPr>
              <a:cxnSpLocks noChangeShapeType="1"/>
              <a:endCxn id="416774" idx="1"/>
            </p:cNvCxnSpPr>
            <p:nvPr/>
          </p:nvCxnSpPr>
          <p:spPr bwMode="auto">
            <a:xfrm>
              <a:off x="1680" y="2765"/>
              <a:ext cx="384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8" name="AutoShape 20"/>
            <p:cNvCxnSpPr>
              <a:cxnSpLocks noChangeShapeType="1"/>
            </p:cNvCxnSpPr>
            <p:nvPr/>
          </p:nvCxnSpPr>
          <p:spPr bwMode="auto">
            <a:xfrm>
              <a:off x="2688" y="2323"/>
              <a:ext cx="384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89" name="AutoShape 21"/>
            <p:cNvCxnSpPr>
              <a:cxnSpLocks noChangeShapeType="1"/>
              <a:endCxn id="416777" idx="1"/>
            </p:cNvCxnSpPr>
            <p:nvPr/>
          </p:nvCxnSpPr>
          <p:spPr bwMode="auto">
            <a:xfrm>
              <a:off x="3072" y="2324"/>
              <a:ext cx="419" cy="104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90" name="AutoShape 22"/>
            <p:cNvCxnSpPr>
              <a:cxnSpLocks noChangeShapeType="1"/>
              <a:stCxn id="416774" idx="3"/>
            </p:cNvCxnSpPr>
            <p:nvPr/>
          </p:nvCxnSpPr>
          <p:spPr bwMode="auto">
            <a:xfrm>
              <a:off x="2688" y="2765"/>
              <a:ext cx="384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6791" name="AutoShape 23"/>
            <p:cNvCxnSpPr>
              <a:cxnSpLocks noChangeShapeType="1"/>
              <a:endCxn id="416776" idx="3"/>
            </p:cNvCxnSpPr>
            <p:nvPr/>
          </p:nvCxnSpPr>
          <p:spPr bwMode="auto">
            <a:xfrm flipV="1">
              <a:off x="3072" y="1718"/>
              <a:ext cx="419" cy="104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16792" name="Text Box 24"/>
          <p:cNvSpPr txBox="1">
            <a:spLocks noChangeArrowheads="1"/>
          </p:cNvSpPr>
          <p:nvPr/>
        </p:nvSpPr>
        <p:spPr bwMode="auto">
          <a:xfrm>
            <a:off x="1250157" y="1371600"/>
            <a:ext cx="134440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ko-KR" sz="1350" b="1">
                <a:latin typeface="굴림" pitchFamily="1" charset="-127"/>
                <a:ea typeface="굴림" pitchFamily="1" charset="-127"/>
              </a:rPr>
              <a:t>Microphone 1</a:t>
            </a:r>
          </a:p>
        </p:txBody>
      </p:sp>
      <p:sp>
        <p:nvSpPr>
          <p:cNvPr id="416793" name="Text Box 25"/>
          <p:cNvSpPr txBox="1">
            <a:spLocks noChangeArrowheads="1"/>
          </p:cNvSpPr>
          <p:nvPr/>
        </p:nvSpPr>
        <p:spPr bwMode="auto">
          <a:xfrm>
            <a:off x="1257301" y="3579019"/>
            <a:ext cx="134440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ko-KR" sz="1350" b="1">
                <a:latin typeface="굴림" pitchFamily="1" charset="-127"/>
                <a:ea typeface="굴림" pitchFamily="1" charset="-127"/>
              </a:rPr>
              <a:t>Microphone 2</a:t>
            </a:r>
          </a:p>
        </p:txBody>
      </p:sp>
      <p:sp>
        <p:nvSpPr>
          <p:cNvPr id="416794" name="Text Box 26"/>
          <p:cNvSpPr txBox="1">
            <a:spLocks noChangeArrowheads="1"/>
          </p:cNvSpPr>
          <p:nvPr/>
        </p:nvSpPr>
        <p:spPr bwMode="auto">
          <a:xfrm>
            <a:off x="6343650" y="1371600"/>
            <a:ext cx="1232582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ko-KR" sz="1350" b="1">
                <a:latin typeface="굴림" pitchFamily="1" charset="-127"/>
                <a:ea typeface="굴림" pitchFamily="1" charset="-127"/>
              </a:rPr>
              <a:t>Separation 1</a:t>
            </a:r>
          </a:p>
        </p:txBody>
      </p:sp>
      <p:sp>
        <p:nvSpPr>
          <p:cNvPr id="416795" name="Text Box 27"/>
          <p:cNvSpPr txBox="1">
            <a:spLocks noChangeArrowheads="1"/>
          </p:cNvSpPr>
          <p:nvPr/>
        </p:nvSpPr>
        <p:spPr bwMode="auto">
          <a:xfrm>
            <a:off x="6343650" y="3579019"/>
            <a:ext cx="1232582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ko-KR" sz="1350" b="1">
                <a:latin typeface="굴림" pitchFamily="1" charset="-127"/>
                <a:ea typeface="굴림" pitchFamily="1" charset="-127"/>
              </a:rPr>
              <a:t>Separation 2</a:t>
            </a:r>
          </a:p>
        </p:txBody>
      </p:sp>
      <p:sp>
        <p:nvSpPr>
          <p:cNvPr id="416796" name="AutoShape 28">
            <a:hlinkClick r:id="" action="ppaction://noaction" highlightClick="1">
              <a:snd r:embed="rId3" name="insin1.wav"/>
            </a:hlinkClick>
          </p:cNvPr>
          <p:cNvSpPr>
            <a:spLocks noChangeArrowheads="1"/>
          </p:cNvSpPr>
          <p:nvPr/>
        </p:nvSpPr>
        <p:spPr bwMode="auto">
          <a:xfrm>
            <a:off x="2114550" y="1793081"/>
            <a:ext cx="285750" cy="285750"/>
          </a:xfrm>
          <a:prstGeom prst="actionButtonSound">
            <a:avLst/>
          </a:prstGeom>
          <a:solidFill>
            <a:schemeClr val="tx1"/>
          </a:solidFill>
          <a:ln w="9525">
            <a:solidFill>
              <a:srgbClr val="00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1350"/>
          </a:p>
        </p:txBody>
      </p:sp>
      <p:sp>
        <p:nvSpPr>
          <p:cNvPr id="416797" name="AutoShape 29">
            <a:hlinkClick r:id="" action="ppaction://noaction" highlightClick="1">
              <a:snd r:embed="rId4" name="insin2.wav"/>
            </a:hlinkClick>
          </p:cNvPr>
          <p:cNvSpPr>
            <a:spLocks noChangeArrowheads="1"/>
          </p:cNvSpPr>
          <p:nvPr/>
        </p:nvSpPr>
        <p:spPr bwMode="auto">
          <a:xfrm>
            <a:off x="2135981" y="3975497"/>
            <a:ext cx="285750" cy="285750"/>
          </a:xfrm>
          <a:prstGeom prst="actionButtonSound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1350"/>
          </a:p>
        </p:txBody>
      </p:sp>
      <p:sp>
        <p:nvSpPr>
          <p:cNvPr id="416798" name="AutoShape 30">
            <a:hlinkClick r:id="" action="ppaction://noaction" highlightClick="1">
              <a:snd r:embed="rId5" name="insout1.wav"/>
            </a:hlinkClick>
          </p:cNvPr>
          <p:cNvSpPr>
            <a:spLocks noChangeArrowheads="1"/>
          </p:cNvSpPr>
          <p:nvPr/>
        </p:nvSpPr>
        <p:spPr bwMode="auto">
          <a:xfrm>
            <a:off x="6629400" y="1796654"/>
            <a:ext cx="285750" cy="285750"/>
          </a:xfrm>
          <a:prstGeom prst="actionButtonSound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1350"/>
          </a:p>
        </p:txBody>
      </p:sp>
      <p:sp>
        <p:nvSpPr>
          <p:cNvPr id="416799" name="AutoShape 31">
            <a:hlinkClick r:id="" action="ppaction://noaction" highlightClick="1">
              <a:snd r:embed="rId6" name="insout2.wav"/>
            </a:hlinkClick>
          </p:cNvPr>
          <p:cNvSpPr>
            <a:spLocks noChangeArrowheads="1"/>
          </p:cNvSpPr>
          <p:nvPr/>
        </p:nvSpPr>
        <p:spPr bwMode="auto">
          <a:xfrm>
            <a:off x="6629400" y="3975497"/>
            <a:ext cx="285750" cy="285750"/>
          </a:xfrm>
          <a:prstGeom prst="actionButtonSound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GB" dirty="0"/>
              <a:t>The ICA model</a:t>
            </a:r>
            <a:endParaRPr lang="en-IN" dirty="0"/>
          </a:p>
        </p:txBody>
      </p:sp>
      <p:pic>
        <p:nvPicPr>
          <p:cNvPr id="4495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550" y="1771651"/>
            <a:ext cx="2914650" cy="76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95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3429000"/>
            <a:ext cx="2957513" cy="84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9541" name="Line 5"/>
          <p:cNvSpPr>
            <a:spLocks noChangeShapeType="1"/>
          </p:cNvSpPr>
          <p:nvPr/>
        </p:nvSpPr>
        <p:spPr bwMode="auto">
          <a:xfrm flipV="1">
            <a:off x="2457450" y="2630091"/>
            <a:ext cx="1191" cy="913209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1350"/>
          </a:p>
        </p:txBody>
      </p:sp>
      <p:sp>
        <p:nvSpPr>
          <p:cNvPr id="449542" name="Line 6"/>
          <p:cNvSpPr>
            <a:spLocks noChangeShapeType="1"/>
          </p:cNvSpPr>
          <p:nvPr/>
        </p:nvSpPr>
        <p:spPr bwMode="auto">
          <a:xfrm flipV="1">
            <a:off x="2514600" y="2457450"/>
            <a:ext cx="628650" cy="1085850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1350"/>
          </a:p>
        </p:txBody>
      </p:sp>
      <p:sp>
        <p:nvSpPr>
          <p:cNvPr id="449543" name="Line 7"/>
          <p:cNvSpPr>
            <a:spLocks noChangeShapeType="1"/>
          </p:cNvSpPr>
          <p:nvPr/>
        </p:nvSpPr>
        <p:spPr bwMode="auto">
          <a:xfrm flipV="1">
            <a:off x="2571750" y="2514600"/>
            <a:ext cx="1314450" cy="1028700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1350"/>
          </a:p>
        </p:txBody>
      </p:sp>
      <p:sp>
        <p:nvSpPr>
          <p:cNvPr id="449544" name="Line 8"/>
          <p:cNvSpPr>
            <a:spLocks noChangeShapeType="1"/>
          </p:cNvSpPr>
          <p:nvPr/>
        </p:nvSpPr>
        <p:spPr bwMode="auto">
          <a:xfrm flipV="1">
            <a:off x="2686050" y="2571750"/>
            <a:ext cx="1885950" cy="1028700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1350"/>
          </a:p>
        </p:txBody>
      </p:sp>
      <p:sp>
        <p:nvSpPr>
          <p:cNvPr id="449545" name="Text Box 9"/>
          <p:cNvSpPr txBox="1">
            <a:spLocks noChangeArrowheads="1"/>
          </p:cNvSpPr>
          <p:nvPr/>
        </p:nvSpPr>
        <p:spPr bwMode="auto">
          <a:xfrm>
            <a:off x="2286000" y="148590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s</a:t>
            </a:r>
            <a:r>
              <a:rPr lang="en-GB" sz="1350" baseline="-25000"/>
              <a:t>1</a:t>
            </a:r>
            <a:endParaRPr lang="en-US" sz="1350"/>
          </a:p>
        </p:txBody>
      </p:sp>
      <p:sp>
        <p:nvSpPr>
          <p:cNvPr id="449546" name="Text Box 10"/>
          <p:cNvSpPr txBox="1">
            <a:spLocks noChangeArrowheads="1"/>
          </p:cNvSpPr>
          <p:nvPr/>
        </p:nvSpPr>
        <p:spPr bwMode="auto">
          <a:xfrm>
            <a:off x="2971800" y="154305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s</a:t>
            </a:r>
            <a:r>
              <a:rPr lang="en-GB" sz="1350" baseline="-25000"/>
              <a:t>2</a:t>
            </a:r>
            <a:endParaRPr lang="en-US" sz="1350"/>
          </a:p>
        </p:txBody>
      </p:sp>
      <p:sp>
        <p:nvSpPr>
          <p:cNvPr id="449547" name="Text Box 11"/>
          <p:cNvSpPr txBox="1">
            <a:spLocks noChangeArrowheads="1"/>
          </p:cNvSpPr>
          <p:nvPr/>
        </p:nvSpPr>
        <p:spPr bwMode="auto">
          <a:xfrm>
            <a:off x="3714750" y="142875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s</a:t>
            </a:r>
            <a:r>
              <a:rPr lang="en-GB" sz="1350" baseline="-25000"/>
              <a:t>3</a:t>
            </a:r>
            <a:endParaRPr lang="en-US" sz="1350"/>
          </a:p>
        </p:txBody>
      </p:sp>
      <p:sp>
        <p:nvSpPr>
          <p:cNvPr id="449548" name="Text Box 12"/>
          <p:cNvSpPr txBox="1">
            <a:spLocks noChangeArrowheads="1"/>
          </p:cNvSpPr>
          <p:nvPr/>
        </p:nvSpPr>
        <p:spPr bwMode="auto">
          <a:xfrm>
            <a:off x="4457700" y="142875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s</a:t>
            </a:r>
            <a:r>
              <a:rPr lang="en-GB" sz="1350" baseline="-25000"/>
              <a:t>4</a:t>
            </a:r>
            <a:endParaRPr lang="en-US" sz="1350"/>
          </a:p>
        </p:txBody>
      </p:sp>
      <p:sp>
        <p:nvSpPr>
          <p:cNvPr id="449549" name="Text Box 13"/>
          <p:cNvSpPr txBox="1">
            <a:spLocks noChangeArrowheads="1"/>
          </p:cNvSpPr>
          <p:nvPr/>
        </p:nvSpPr>
        <p:spPr bwMode="auto">
          <a:xfrm>
            <a:off x="2057400" y="422910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x</a:t>
            </a:r>
            <a:r>
              <a:rPr lang="en-GB" sz="1350" baseline="-25000"/>
              <a:t>1</a:t>
            </a:r>
            <a:endParaRPr lang="en-US" sz="1350"/>
          </a:p>
        </p:txBody>
      </p:sp>
      <p:sp>
        <p:nvSpPr>
          <p:cNvPr id="449550" name="Text Box 14"/>
          <p:cNvSpPr txBox="1">
            <a:spLocks noChangeArrowheads="1"/>
          </p:cNvSpPr>
          <p:nvPr/>
        </p:nvSpPr>
        <p:spPr bwMode="auto">
          <a:xfrm>
            <a:off x="2743200" y="422910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x</a:t>
            </a:r>
            <a:r>
              <a:rPr lang="en-GB" sz="1350" baseline="-25000"/>
              <a:t>2</a:t>
            </a:r>
            <a:endParaRPr lang="en-US" sz="1350"/>
          </a:p>
        </p:txBody>
      </p:sp>
      <p:sp>
        <p:nvSpPr>
          <p:cNvPr id="449551" name="Text Box 15"/>
          <p:cNvSpPr txBox="1">
            <a:spLocks noChangeArrowheads="1"/>
          </p:cNvSpPr>
          <p:nvPr/>
        </p:nvSpPr>
        <p:spPr bwMode="auto">
          <a:xfrm>
            <a:off x="3429000" y="422910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x</a:t>
            </a:r>
            <a:r>
              <a:rPr lang="en-GB" sz="1350" baseline="-25000"/>
              <a:t>3</a:t>
            </a:r>
            <a:endParaRPr lang="en-US" sz="1350"/>
          </a:p>
        </p:txBody>
      </p:sp>
      <p:sp>
        <p:nvSpPr>
          <p:cNvPr id="449552" name="Text Box 16"/>
          <p:cNvSpPr txBox="1">
            <a:spLocks noChangeArrowheads="1"/>
          </p:cNvSpPr>
          <p:nvPr/>
        </p:nvSpPr>
        <p:spPr bwMode="auto">
          <a:xfrm>
            <a:off x="4171950" y="422910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x</a:t>
            </a:r>
            <a:r>
              <a:rPr lang="en-GB" sz="1350" baseline="-25000"/>
              <a:t>4</a:t>
            </a:r>
            <a:endParaRPr lang="en-US" sz="1350"/>
          </a:p>
        </p:txBody>
      </p:sp>
      <p:sp>
        <p:nvSpPr>
          <p:cNvPr id="449553" name="Text Box 17"/>
          <p:cNvSpPr txBox="1">
            <a:spLocks noChangeArrowheads="1"/>
          </p:cNvSpPr>
          <p:nvPr/>
        </p:nvSpPr>
        <p:spPr bwMode="auto">
          <a:xfrm>
            <a:off x="2114550" y="285750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a</a:t>
            </a:r>
            <a:r>
              <a:rPr lang="en-GB" sz="1350" baseline="-25000"/>
              <a:t>11</a:t>
            </a:r>
            <a:endParaRPr lang="en-US" sz="1350"/>
          </a:p>
        </p:txBody>
      </p:sp>
      <p:sp>
        <p:nvSpPr>
          <p:cNvPr id="449554" name="Text Box 18"/>
          <p:cNvSpPr txBox="1">
            <a:spLocks noChangeArrowheads="1"/>
          </p:cNvSpPr>
          <p:nvPr/>
        </p:nvSpPr>
        <p:spPr bwMode="auto">
          <a:xfrm>
            <a:off x="2686050" y="268605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a</a:t>
            </a:r>
            <a:r>
              <a:rPr lang="en-GB" sz="1350" baseline="-25000"/>
              <a:t>12</a:t>
            </a:r>
            <a:endParaRPr lang="en-US" sz="1350"/>
          </a:p>
        </p:txBody>
      </p:sp>
      <p:sp>
        <p:nvSpPr>
          <p:cNvPr id="449555" name="Text Box 19"/>
          <p:cNvSpPr txBox="1">
            <a:spLocks noChangeArrowheads="1"/>
          </p:cNvSpPr>
          <p:nvPr/>
        </p:nvSpPr>
        <p:spPr bwMode="auto">
          <a:xfrm>
            <a:off x="3257550" y="262890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a</a:t>
            </a:r>
            <a:r>
              <a:rPr lang="en-GB" sz="1350" baseline="-25000"/>
              <a:t>13</a:t>
            </a:r>
            <a:endParaRPr lang="en-US" sz="1350"/>
          </a:p>
        </p:txBody>
      </p:sp>
      <p:sp>
        <p:nvSpPr>
          <p:cNvPr id="449556" name="Text Box 20"/>
          <p:cNvSpPr txBox="1">
            <a:spLocks noChangeArrowheads="1"/>
          </p:cNvSpPr>
          <p:nvPr/>
        </p:nvSpPr>
        <p:spPr bwMode="auto">
          <a:xfrm>
            <a:off x="3657600" y="2914650"/>
            <a:ext cx="4572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GB" sz="1350"/>
              <a:t>a</a:t>
            </a:r>
            <a:r>
              <a:rPr lang="en-GB" sz="1350" baseline="-25000"/>
              <a:t>14</a:t>
            </a:r>
            <a:endParaRPr lang="en-US" sz="1350"/>
          </a:p>
        </p:txBody>
      </p:sp>
      <p:sp>
        <p:nvSpPr>
          <p:cNvPr id="449557" name="Text Box 21"/>
          <p:cNvSpPr txBox="1">
            <a:spLocks noChangeArrowheads="1"/>
          </p:cNvSpPr>
          <p:nvPr/>
        </p:nvSpPr>
        <p:spPr bwMode="auto">
          <a:xfrm>
            <a:off x="5429250" y="1581150"/>
            <a:ext cx="32575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/>
              <a:t>x</a:t>
            </a:r>
            <a:r>
              <a:rPr lang="en-GB" baseline="-25000" dirty="0"/>
              <a:t>i</a:t>
            </a:r>
            <a:r>
              <a:rPr lang="en-GB" dirty="0"/>
              <a:t>(t) = a</a:t>
            </a:r>
            <a:r>
              <a:rPr lang="en-GB" baseline="-25000" dirty="0"/>
              <a:t>i1</a:t>
            </a:r>
            <a:r>
              <a:rPr lang="en-GB" dirty="0"/>
              <a:t>*s</a:t>
            </a:r>
            <a:r>
              <a:rPr lang="en-GB" baseline="-25000" dirty="0"/>
              <a:t>1</a:t>
            </a:r>
            <a:r>
              <a:rPr lang="en-GB" dirty="0"/>
              <a:t>(t) +</a:t>
            </a:r>
            <a:br>
              <a:rPr lang="en-GB" dirty="0"/>
            </a:br>
            <a:r>
              <a:rPr lang="en-GB" dirty="0"/>
              <a:t>          a</a:t>
            </a:r>
            <a:r>
              <a:rPr lang="en-GB" baseline="-25000" dirty="0"/>
              <a:t>i2</a:t>
            </a:r>
            <a:r>
              <a:rPr lang="en-GB" dirty="0"/>
              <a:t>*s</a:t>
            </a:r>
            <a:r>
              <a:rPr lang="en-GB" baseline="-25000" dirty="0"/>
              <a:t>2</a:t>
            </a:r>
            <a:r>
              <a:rPr lang="en-GB" dirty="0"/>
              <a:t>(t) + </a:t>
            </a:r>
            <a:br>
              <a:rPr lang="en-GB" dirty="0"/>
            </a:br>
            <a:r>
              <a:rPr lang="en-GB" dirty="0"/>
              <a:t>          a</a:t>
            </a:r>
            <a:r>
              <a:rPr lang="en-GB" baseline="-25000" dirty="0"/>
              <a:t>i3</a:t>
            </a:r>
            <a:r>
              <a:rPr lang="en-GB" dirty="0"/>
              <a:t>*s</a:t>
            </a:r>
            <a:r>
              <a:rPr lang="en-GB" baseline="-25000" dirty="0"/>
              <a:t>3</a:t>
            </a:r>
            <a:r>
              <a:rPr lang="en-GB" dirty="0"/>
              <a:t>(t) + </a:t>
            </a:r>
            <a:br>
              <a:rPr lang="en-GB" dirty="0"/>
            </a:br>
            <a:r>
              <a:rPr lang="en-GB" dirty="0"/>
              <a:t>          a</a:t>
            </a:r>
            <a:r>
              <a:rPr lang="en-GB" baseline="-25000" dirty="0"/>
              <a:t>i4</a:t>
            </a:r>
            <a:r>
              <a:rPr lang="en-GB" dirty="0"/>
              <a:t>*s</a:t>
            </a:r>
            <a:r>
              <a:rPr lang="en-GB" baseline="-25000" dirty="0"/>
              <a:t>4</a:t>
            </a:r>
            <a:r>
              <a:rPr lang="en-GB" dirty="0"/>
              <a:t>(t)</a:t>
            </a:r>
          </a:p>
          <a:p>
            <a:pPr>
              <a:spcBef>
                <a:spcPct val="50000"/>
              </a:spcBef>
            </a:pPr>
            <a:r>
              <a:rPr lang="en-GB" dirty="0"/>
              <a:t>Here, </a:t>
            </a:r>
            <a:r>
              <a:rPr lang="en-GB" dirty="0" err="1"/>
              <a:t>i</a:t>
            </a:r>
            <a:r>
              <a:rPr lang="en-GB" dirty="0"/>
              <a:t>=1:4.</a:t>
            </a:r>
          </a:p>
          <a:p>
            <a:pPr>
              <a:spcBef>
                <a:spcPct val="50000"/>
              </a:spcBef>
            </a:pPr>
            <a:r>
              <a:rPr lang="en-GB" dirty="0"/>
              <a:t>In vector-matrix notation, and dropping index t, this is </a:t>
            </a:r>
            <a:br>
              <a:rPr lang="en-GB" dirty="0"/>
            </a:br>
            <a:r>
              <a:rPr lang="en-GB" b="1" dirty="0"/>
              <a:t>x</a:t>
            </a:r>
            <a:r>
              <a:rPr lang="en-GB" dirty="0"/>
              <a:t> = </a:t>
            </a:r>
            <a:r>
              <a:rPr lang="en-GB" b="1" dirty="0"/>
              <a:t>A</a:t>
            </a:r>
            <a:r>
              <a:rPr lang="en-GB" dirty="0"/>
              <a:t> * </a:t>
            </a:r>
            <a:r>
              <a:rPr lang="en-GB" b="1" dirty="0"/>
              <a:t>s</a:t>
            </a: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81150"/>
            <a:ext cx="7162800" cy="3394472"/>
          </a:xfrm>
        </p:spPr>
        <p:txBody>
          <a:bodyPr/>
          <a:lstStyle/>
          <a:p>
            <a:pPr marL="457200" indent="-285750">
              <a:buFont typeface="Arial" panose="020B0604020202020204" pitchFamily="34" charset="0"/>
              <a:buChar char="•"/>
            </a:pPr>
            <a:r>
              <a:rPr lang="en-GB" sz="1500" dirty="0"/>
              <a:t>If we knew the mixing parameters </a:t>
            </a:r>
            <a:r>
              <a:rPr lang="en-GB" sz="1500" dirty="0" err="1"/>
              <a:t>a</a:t>
            </a:r>
            <a:r>
              <a:rPr lang="en-GB" sz="1500" baseline="-25000" dirty="0" err="1"/>
              <a:t>ij</a:t>
            </a:r>
            <a:r>
              <a:rPr lang="en-GB" sz="1500" dirty="0"/>
              <a:t> then we would just need to solve a linear system of equations. </a:t>
            </a:r>
          </a:p>
          <a:p>
            <a:pPr marL="457200" indent="-285750">
              <a:buFont typeface="Arial" panose="020B0604020202020204" pitchFamily="34" charset="0"/>
              <a:buChar char="•"/>
            </a:pPr>
            <a:r>
              <a:rPr lang="en-GB" sz="1500" dirty="0"/>
              <a:t>We know neither </a:t>
            </a:r>
            <a:r>
              <a:rPr lang="en-GB" sz="1500" dirty="0" err="1"/>
              <a:t>a</a:t>
            </a:r>
            <a:r>
              <a:rPr lang="en-GB" sz="1500" baseline="-25000" dirty="0" err="1"/>
              <a:t>ij</a:t>
            </a:r>
            <a:r>
              <a:rPr lang="en-GB" sz="1500" dirty="0"/>
              <a:t> nor </a:t>
            </a:r>
            <a:r>
              <a:rPr lang="en-GB" sz="1500" dirty="0" err="1"/>
              <a:t>s</a:t>
            </a:r>
            <a:r>
              <a:rPr lang="en-GB" sz="1500" baseline="-25000" dirty="0" err="1"/>
              <a:t>i</a:t>
            </a:r>
            <a:r>
              <a:rPr lang="en-GB" sz="1500" dirty="0"/>
              <a:t>.  </a:t>
            </a:r>
          </a:p>
          <a:p>
            <a:pPr marL="457200" indent="-285750">
              <a:buFont typeface="Arial" panose="020B0604020202020204" pitchFamily="34" charset="0"/>
              <a:buChar char="•"/>
            </a:pPr>
            <a:r>
              <a:rPr lang="en-GB" sz="1500" dirty="0"/>
              <a:t>ICA was initially developed to deal with problems closely related to the cocktail party problem </a:t>
            </a:r>
          </a:p>
          <a:p>
            <a:pPr marL="457200" indent="-285750">
              <a:buFont typeface="Arial" panose="020B0604020202020204" pitchFamily="34" charset="0"/>
              <a:buChar char="•"/>
            </a:pPr>
            <a:r>
              <a:rPr lang="en-GB" sz="1500" dirty="0"/>
              <a:t>Later it became evident that ICA has many other applications </a:t>
            </a:r>
          </a:p>
          <a:p>
            <a:pPr marL="800100" lvl="1" indent="-285750">
              <a:buFont typeface="Arial" panose="020B0604020202020204" pitchFamily="34" charset="0"/>
              <a:buChar char="•"/>
            </a:pPr>
            <a:r>
              <a:rPr lang="en-GB" dirty="0"/>
              <a:t>e.g., from electrical recordings of brain activity from different locations of the scalp (EEG signals) recover underlying components of brain activity</a:t>
            </a:r>
            <a:endParaRPr lang="en-US" dirty="0"/>
          </a:p>
        </p:txBody>
      </p:sp>
      <p:sp>
        <p:nvSpPr>
          <p:cNvPr id="457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9569" y="234553"/>
            <a:ext cx="8229600" cy="857250"/>
          </a:xfrm>
        </p:spPr>
        <p:txBody>
          <a:bodyPr/>
          <a:lstStyle/>
          <a:p>
            <a:r>
              <a:rPr lang="en-GB" sz="2700" dirty="0"/>
              <a:t>BSS</a:t>
            </a:r>
            <a:endParaRPr lang="en-US" sz="2700" dirty="0"/>
          </a:p>
        </p:txBody>
      </p:sp>
      <p:sp>
        <p:nvSpPr>
          <p:cNvPr id="457732" name="Rectangle 4"/>
          <p:cNvSpPr>
            <a:spLocks noChangeArrowheads="1"/>
          </p:cNvSpPr>
          <p:nvPr/>
        </p:nvSpPr>
        <p:spPr bwMode="auto">
          <a:xfrm>
            <a:off x="-1578769" y="958453"/>
            <a:ext cx="184731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 sz="1350"/>
          </a:p>
        </p:txBody>
      </p:sp>
      <p:sp>
        <p:nvSpPr>
          <p:cNvPr id="457733" name="Text Box 5"/>
          <p:cNvSpPr txBox="1">
            <a:spLocks noChangeArrowheads="1"/>
          </p:cNvSpPr>
          <p:nvPr/>
        </p:nvSpPr>
        <p:spPr bwMode="auto">
          <a:xfrm>
            <a:off x="-1219200" y="1108494"/>
            <a:ext cx="96011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1600" dirty="0">
                <a:latin typeface="Helvetica" panose="020B0604020202020204" pitchFamily="34" charset="0"/>
              </a:rPr>
              <a:t>Problem: Determine the source signals </a:t>
            </a:r>
            <a:r>
              <a:rPr lang="en-GB" sz="1600" b="1" dirty="0">
                <a:latin typeface="Helvetica" panose="020B0604020202020204" pitchFamily="34" charset="0"/>
              </a:rPr>
              <a:t>s</a:t>
            </a:r>
            <a:r>
              <a:rPr lang="en-GB" sz="1600" dirty="0">
                <a:latin typeface="Helvetica" panose="020B0604020202020204" pitchFamily="34" charset="0"/>
              </a:rPr>
              <a:t>, given </a:t>
            </a:r>
            <a:r>
              <a:rPr lang="en-GB" sz="1600" b="1" dirty="0">
                <a:latin typeface="Helvetica" panose="020B0604020202020204" pitchFamily="34" charset="0"/>
              </a:rPr>
              <a:t>only</a:t>
            </a:r>
            <a:r>
              <a:rPr lang="en-GB" sz="1600" dirty="0">
                <a:latin typeface="Helvetica" panose="020B0604020202020204" pitchFamily="34" charset="0"/>
              </a:rPr>
              <a:t> the mixtures </a:t>
            </a:r>
            <a:r>
              <a:rPr lang="en-GB" sz="1600" b="1" dirty="0">
                <a:latin typeface="Helvetica" panose="020B0604020202020204" pitchFamily="34" charset="0"/>
              </a:rPr>
              <a:t>x</a:t>
            </a:r>
            <a:r>
              <a:rPr lang="en-GB" sz="1600" dirty="0">
                <a:latin typeface="Helvetica" panose="020B0604020202020204" pitchFamily="34" charset="0"/>
              </a:rPr>
              <a:t>.</a:t>
            </a:r>
            <a:endParaRPr lang="hu-HU" sz="1600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303B5A-0AF8-6099-0F1D-E2C2133F3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95350"/>
            <a:ext cx="4659815" cy="40168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3C5B26-0C06-4945-78DF-8D663BF82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350"/>
            <a:ext cx="1238423" cy="50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55FC1-00B3-379D-5678-1EBDE5370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186" y="780217"/>
            <a:ext cx="4037028" cy="1791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5ED401-EA97-F86F-3A7F-391AFD284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186" y="3257550"/>
            <a:ext cx="3869822" cy="155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65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FC61A4-E78E-F21B-132D-CFBA1B086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85750"/>
            <a:ext cx="7192379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2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B69AE6-EF91-A682-B21F-4B6217F9C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" y="29441"/>
            <a:ext cx="5867400" cy="2225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1FE847-C003-6D9E-B43F-0C723228B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7" y="2343150"/>
            <a:ext cx="5296831" cy="244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9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349422-737F-2A88-9486-61F8017E1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3350"/>
            <a:ext cx="4616555" cy="47816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A24987-E4E0-CC91-C84C-601DD6BCAF8D}"/>
                  </a:ext>
                </a:extLst>
              </p14:cNvPr>
              <p14:cNvContentPartPr/>
              <p14:nvPr/>
            </p14:nvContentPartPr>
            <p14:xfrm>
              <a:off x="2700000" y="4100400"/>
              <a:ext cx="2239200" cy="897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A24987-E4E0-CC91-C84C-601DD6BCAF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0640" y="4091040"/>
                <a:ext cx="2257920" cy="91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3299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60BFD5-1448-C77F-9970-10F7B574CD57}"/>
                  </a:ext>
                </a:extLst>
              </p14:cNvPr>
              <p14:cNvContentPartPr/>
              <p14:nvPr/>
            </p14:nvContentPartPr>
            <p14:xfrm>
              <a:off x="189360" y="26640"/>
              <a:ext cx="8836560" cy="4942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60BFD5-1448-C77F-9970-10F7B574CD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000" y="17280"/>
                <a:ext cx="8855280" cy="496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5399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310F38-5E7B-00D6-E452-63200B600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3350"/>
            <a:ext cx="6687164" cy="33580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7DBE72-5B82-8CC1-7FD7-EB74C1195C5B}"/>
                  </a:ext>
                </a:extLst>
              </p14:cNvPr>
              <p14:cNvContentPartPr/>
              <p14:nvPr/>
            </p14:nvContentPartPr>
            <p14:xfrm>
              <a:off x="852480" y="910080"/>
              <a:ext cx="8016480" cy="2971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7DBE72-5B82-8CC1-7FD7-EB74C1195C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3120" y="900720"/>
                <a:ext cx="8035200" cy="299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7944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7D1526-9409-1EB5-C9C6-3CC47FB2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85750"/>
            <a:ext cx="6011114" cy="1524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6BDAEE-81A6-1222-D09A-51552A3C1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976354"/>
            <a:ext cx="6401693" cy="1190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D5A7AE-055D-8F54-C2B9-C98F99B8C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167145"/>
            <a:ext cx="3639441" cy="1906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45E257-F1F5-1EBD-C22F-3733819572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0" y="4019550"/>
            <a:ext cx="4828260" cy="8191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93352A-2391-CA0D-3E39-47345EE9E8C5}"/>
                  </a:ext>
                </a:extLst>
              </p14:cNvPr>
              <p14:cNvContentPartPr/>
              <p14:nvPr/>
            </p14:nvContentPartPr>
            <p14:xfrm>
              <a:off x="1487520" y="619560"/>
              <a:ext cx="7551000" cy="4226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93352A-2391-CA0D-3E39-47345EE9E8C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8160" y="610200"/>
                <a:ext cx="7569720" cy="424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2822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Blind source separation </a:t>
            </a:r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Image denoising</a:t>
            </a:r>
            <a:endParaRPr lang="en-GB" sz="1800" noProof="1"/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Medical signal processing</a:t>
            </a:r>
            <a:r>
              <a:rPr lang="en-GB" sz="1800" noProof="1"/>
              <a:t> – fMRI, ECG, </a:t>
            </a:r>
            <a:r>
              <a:rPr lang="en-GB" sz="1800" dirty="0"/>
              <a:t>EEG</a:t>
            </a:r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Modelling of the hippocampus and visual cortex </a:t>
            </a:r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Feature extraction</a:t>
            </a:r>
            <a:r>
              <a:rPr lang="en-GB" sz="1800" noProof="1"/>
              <a:t>, </a:t>
            </a:r>
            <a:r>
              <a:rPr lang="en-GB" sz="1800" dirty="0"/>
              <a:t>face recognition</a:t>
            </a:r>
            <a:endParaRPr lang="en-GB" sz="1800" noProof="1"/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Compression, redundancy reduction</a:t>
            </a:r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Watermarking</a:t>
            </a:r>
            <a:endParaRPr lang="en-GB" sz="1800" noProof="1"/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Clustering</a:t>
            </a:r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Time series analysis (stock market, microarray data)</a:t>
            </a:r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800" dirty="0"/>
              <a:t>Topic extraction</a:t>
            </a:r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Econometrics: Finding hidden factors in financial data</a:t>
            </a:r>
          </a:p>
          <a:p>
            <a:pPr>
              <a:lnSpc>
                <a:spcPct val="90000"/>
              </a:lnSpc>
            </a:pPr>
            <a:endParaRPr lang="en-GB" sz="1575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GB" sz="2800" dirty="0">
                <a:solidFill>
                  <a:schemeClr val="tx1"/>
                </a:solidFill>
              </a:rPr>
              <a:t>Application domains of ICA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A773A6-DB09-1164-E0F0-888E5DB93897}"/>
                  </a:ext>
                </a:extLst>
              </p14:cNvPr>
              <p14:cNvContentPartPr/>
              <p14:nvPr/>
            </p14:nvContentPartPr>
            <p14:xfrm>
              <a:off x="5716800" y="1431720"/>
              <a:ext cx="3199320" cy="2886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A773A6-DB09-1164-E0F0-888E5DB938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07440" y="1422360"/>
                <a:ext cx="3218040" cy="290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Unsupervised Learning </a:t>
            </a:r>
          </a:p>
          <a:p>
            <a:pPr lvl="1">
              <a:lnSpc>
                <a:spcPct val="90000"/>
              </a:lnSpc>
            </a:pPr>
            <a:r>
              <a:rPr lang="en-US" altLang="ko-KR" sz="1500" dirty="0"/>
              <a:t>Factorial coding (Minimum entropy coding, Redundancy reduction)</a:t>
            </a:r>
          </a:p>
          <a:p>
            <a:pPr lvl="1">
              <a:lnSpc>
                <a:spcPct val="90000"/>
              </a:lnSpc>
            </a:pPr>
            <a:r>
              <a:rPr lang="en-US" altLang="ko-KR" sz="1500" dirty="0"/>
              <a:t>Maximum likelihood learning</a:t>
            </a:r>
          </a:p>
          <a:p>
            <a:pPr lvl="1">
              <a:lnSpc>
                <a:spcPct val="90000"/>
              </a:lnSpc>
            </a:pPr>
            <a:r>
              <a:rPr lang="en-US" altLang="ko-KR" sz="1500" dirty="0"/>
              <a:t>Nonlinear information maximization (entropy maximization)</a:t>
            </a:r>
          </a:p>
          <a:p>
            <a:pPr lvl="1">
              <a:lnSpc>
                <a:spcPct val="90000"/>
              </a:lnSpc>
            </a:pPr>
            <a:r>
              <a:rPr lang="en-US" altLang="ko-KR" sz="1500" dirty="0"/>
              <a:t>Negentropy maximization</a:t>
            </a:r>
          </a:p>
          <a:p>
            <a:pPr lvl="1">
              <a:lnSpc>
                <a:spcPct val="90000"/>
              </a:lnSpc>
            </a:pPr>
            <a:r>
              <a:rPr lang="en-US" altLang="ko-KR" sz="1500" dirty="0"/>
              <a:t>Bayesian learning</a:t>
            </a:r>
          </a:p>
          <a:p>
            <a:pPr lvl="1">
              <a:lnSpc>
                <a:spcPct val="90000"/>
              </a:lnSpc>
            </a:pPr>
            <a:endParaRPr lang="en-US" altLang="ko-KR" sz="1500" dirty="0"/>
          </a:p>
          <a:p>
            <a:pPr marL="45720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/>
              <a:t>Statistical Signal Processing</a:t>
            </a:r>
          </a:p>
          <a:p>
            <a:pPr lvl="1">
              <a:lnSpc>
                <a:spcPct val="90000"/>
              </a:lnSpc>
            </a:pPr>
            <a:r>
              <a:rPr lang="en-US" altLang="ko-KR" sz="1500" dirty="0"/>
              <a:t>Higher-order moments or cumulants </a:t>
            </a:r>
          </a:p>
          <a:p>
            <a:pPr lvl="1">
              <a:lnSpc>
                <a:spcPct val="90000"/>
              </a:lnSpc>
            </a:pPr>
            <a:r>
              <a:rPr lang="en-US" altLang="ko-KR" sz="1500" dirty="0"/>
              <a:t>Joint approximate diagonalization</a:t>
            </a:r>
          </a:p>
          <a:p>
            <a:pPr lvl="1">
              <a:lnSpc>
                <a:spcPct val="90000"/>
              </a:lnSpc>
            </a:pPr>
            <a:r>
              <a:rPr lang="en-US" altLang="ko-KR" sz="1500" dirty="0"/>
              <a:t>Maximum likelihood estimation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schemeClr val="tx1"/>
                </a:solidFill>
              </a:rPr>
              <a:t>Approaches to ICA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8AA9C72-05DA-92A8-5433-9CF8F38C5DEB}"/>
                  </a:ext>
                </a:extLst>
              </p14:cNvPr>
              <p14:cNvContentPartPr/>
              <p14:nvPr/>
            </p14:nvContentPartPr>
            <p14:xfrm>
              <a:off x="3739320" y="1249560"/>
              <a:ext cx="3623760" cy="2878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8AA9C72-05DA-92A8-5433-9CF8F38C5D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9960" y="1240200"/>
                <a:ext cx="3642480" cy="289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581400" y="2266950"/>
            <a:ext cx="1828800" cy="460772"/>
          </a:xfrm>
        </p:spPr>
        <p:txBody>
          <a:bodyPr/>
          <a:lstStyle/>
          <a:p>
            <a:r>
              <a:rPr lang="en-US" sz="2000" b="1" dirty="0">
                <a:solidFill>
                  <a:schemeClr val="accent6"/>
                </a:solidFill>
              </a:rPr>
              <a:t>APPENDIX</a:t>
            </a:r>
            <a:endParaRPr lang="en-IN" sz="20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055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A30771-D756-4C90-9C73-C89B06A9D80E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05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 PCA : 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1257300" y="1260872"/>
            <a:ext cx="6629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Scalar: </a:t>
            </a:r>
            <a:r>
              <a:rPr lang="en-US" altLang="en-US" sz="1800"/>
              <a:t>Scalar is nothing but a number with a value. e.g. 5 is a scalar, 2.45 is a scalar.</a:t>
            </a:r>
            <a:endParaRPr lang="en-IN" altLang="en-US" sz="1800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1257300" y="1883569"/>
            <a:ext cx="67437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Vector: </a:t>
            </a:r>
            <a:r>
              <a:rPr lang="en-US" altLang="en-US" sz="1800"/>
              <a:t>Vector can be thought of an object with a magnitude and a direction. A coordinate can in two dimension is an example of a vector. e.g. (4,3).</a:t>
            </a:r>
            <a:endParaRPr lang="en-IN" altLang="en-US" sz="1800"/>
          </a:p>
        </p:txBody>
      </p:sp>
      <p:pic>
        <p:nvPicPr>
          <p:cNvPr id="8198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078956"/>
            <a:ext cx="2286000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910" y="3614737"/>
            <a:ext cx="2221706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48BE85-6411-4F6E-92D4-2877714F2DE0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05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922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085851"/>
            <a:ext cx="6629400" cy="1764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156" y="2953941"/>
            <a:ext cx="6629400" cy="2121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AE8D66-F063-44D7-82B0-4EFCB1B8A928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05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 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1024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16" y="1264444"/>
            <a:ext cx="6743700" cy="1468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716" y="2887266"/>
            <a:ext cx="6847284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029" y="4729163"/>
            <a:ext cx="634484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349721-2C97-4170-B0F9-4012EA531E8D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05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1126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207294"/>
            <a:ext cx="3943350" cy="1764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997" y="3140869"/>
            <a:ext cx="6858001" cy="1332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DED5B1-F663-4C96-9CC2-58E58EB16110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05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1229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82303"/>
            <a:ext cx="65151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53FDD7-F062-45BF-B984-3585CB506F9F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05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Statistics</a:t>
            </a:r>
            <a:endParaRPr lang="en-US" altLang="en-US" sz="3000" dirty="0"/>
          </a:p>
        </p:txBody>
      </p:sp>
      <p:pic>
        <p:nvPicPr>
          <p:cNvPr id="1331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200150"/>
            <a:ext cx="6229350" cy="1139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2339579"/>
            <a:ext cx="6686550" cy="141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3825479"/>
            <a:ext cx="5372100" cy="1064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3DD4A0-23D3-4103-95EE-FA3D0B1C115F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05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1434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57300"/>
            <a:ext cx="6858000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723" y="2557463"/>
            <a:ext cx="3368278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21E2BF-8F56-4079-8B0F-26FE66CDD07E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05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78782"/>
            <a:ext cx="6629400" cy="215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651081-3CED-433B-B572-6FDFDA21B9B7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05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1638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335882"/>
            <a:ext cx="6629400" cy="3007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F5D77C-4C13-4ACF-9650-AE72407CAD2E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05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17412" name="Picture 2" descr="https://miro.medium.com/v2/resize:fit:700/1*9PM9r_VnmAKubfKcZ7FuQ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57300"/>
            <a:ext cx="68580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A3B4C2-7237-414A-867F-7BE785EB559A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05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18436" name="Picture 2" descr="https://miro.medium.com/v2/resize:fit:700/1*9PM9r_VnmAKubfKcZ7FuQ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57300"/>
            <a:ext cx="68580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271838"/>
            <a:ext cx="68580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2E7304-596B-4489-A8E8-940B2C3B8245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05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19460" name="Picture 2" descr="https://miro.medium.com/v2/resize:fit:700/1*9PM9r_VnmAKubfKcZ7FuQ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57300"/>
            <a:ext cx="68580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3257550"/>
            <a:ext cx="62865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227474-5826-4EC7-932C-D519E03C7567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05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20484" name="Picture 2" descr="https://miro.medium.com/v2/resize:fit:700/1*9PM9r_VnmAKubfKcZ7FuQ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85850"/>
            <a:ext cx="68580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479007"/>
            <a:ext cx="6629400" cy="1321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AAC4FB-A2BF-48C6-A4F9-CC88E39537B6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05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2150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1250156"/>
            <a:ext cx="600075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B32266-6DB0-42AE-89B9-5642B6FEAE24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05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2253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1143000"/>
            <a:ext cx="64008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7CE522-ABCA-4A4F-9E99-93A1E5E7C35C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05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2355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1268016"/>
            <a:ext cx="6629400" cy="2060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7E7B00-9EF8-4618-BA1E-6CF081AADF09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05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6400800" cy="1143000"/>
          </a:xfrm>
        </p:spPr>
        <p:txBody>
          <a:bodyPr/>
          <a:lstStyle/>
          <a:p>
            <a:pPr eaLnBrk="1" hangingPunct="1"/>
            <a:r>
              <a:rPr lang="sv-SE" altLang="en-US" sz="3000" dirty="0"/>
              <a:t>PCA: </a:t>
            </a:r>
            <a:r>
              <a:rPr lang="en-IN" altLang="en-US" sz="3000" dirty="0">
                <a:solidFill>
                  <a:srgbClr val="242424"/>
                </a:solidFill>
                <a:latin typeface="sohne"/>
              </a:rPr>
              <a:t>Some Mathematics</a:t>
            </a:r>
            <a:endParaRPr lang="en-US" altLang="en-US" sz="3000" dirty="0"/>
          </a:p>
        </p:txBody>
      </p:sp>
      <p:pic>
        <p:nvPicPr>
          <p:cNvPr id="2458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53728"/>
            <a:ext cx="6629400" cy="354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019" y="2571750"/>
            <a:ext cx="885825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861560" y="862295"/>
            <a:ext cx="16147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000" b="1" dirty="0">
                <a:solidFill>
                  <a:srgbClr val="7030A0"/>
                </a:solidFill>
              </a:rPr>
              <a:t>Ax = </a:t>
            </a:r>
            <a:r>
              <a:rPr lang="el-GR" altLang="zh-TW" sz="3000" b="1" dirty="0">
                <a:solidFill>
                  <a:srgbClr val="7030A0"/>
                </a:solidFill>
              </a:rPr>
              <a:t>λ</a:t>
            </a:r>
            <a:r>
              <a:rPr lang="en-US" altLang="zh-TW" sz="3000" b="1" dirty="0">
                <a:solidFill>
                  <a:srgbClr val="7030A0"/>
                </a:solidFill>
              </a:rPr>
              <a:t>x</a:t>
            </a:r>
            <a:endParaRPr lang="en-US" sz="3000" dirty="0">
              <a:solidFill>
                <a:srgbClr val="7030A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15792" y="1377907"/>
            <a:ext cx="5640705" cy="2112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625" b="1" dirty="0">
                <a:solidFill>
                  <a:srgbClr val="0070C0"/>
                </a:solidFill>
              </a:rPr>
              <a:t>A: Square Matrix</a:t>
            </a:r>
          </a:p>
          <a:p>
            <a:r>
              <a:rPr lang="el-GR" altLang="zh-TW" sz="2625" b="1" dirty="0">
                <a:solidFill>
                  <a:srgbClr val="0070C0"/>
                </a:solidFill>
              </a:rPr>
              <a:t>λ</a:t>
            </a:r>
            <a:r>
              <a:rPr lang="en-US" altLang="zh-TW" sz="2625" b="1" dirty="0">
                <a:solidFill>
                  <a:srgbClr val="0070C0"/>
                </a:solidFill>
              </a:rPr>
              <a:t>: Eigenvector or characteristic vector</a:t>
            </a:r>
          </a:p>
          <a:p>
            <a:r>
              <a:rPr lang="en-US" altLang="zh-TW" sz="2625" b="1" dirty="0">
                <a:solidFill>
                  <a:srgbClr val="0070C0"/>
                </a:solidFill>
              </a:rPr>
              <a:t>X: Eigenvalue or characteristic value</a:t>
            </a:r>
            <a:endParaRPr lang="en-US" sz="2625" dirty="0">
              <a:solidFill>
                <a:srgbClr val="0070C0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2163968" y="3404502"/>
            <a:ext cx="668655" cy="531495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2840729" y="3417067"/>
            <a:ext cx="467788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7175" indent="-257175">
              <a:buFont typeface="Arial" charset="0"/>
              <a:buChar char="•"/>
            </a:pPr>
            <a:r>
              <a:rPr lang="en-US" sz="1650" b="1" i="1" dirty="0"/>
              <a:t>The zero vector can not be an eigenvector</a:t>
            </a:r>
          </a:p>
          <a:p>
            <a:pPr marL="257175" indent="-257175">
              <a:buFont typeface="Arial" charset="0"/>
              <a:buChar char="•"/>
            </a:pPr>
            <a:r>
              <a:rPr lang="en-US" sz="1650" b="1" i="1" dirty="0"/>
              <a:t>The value zero can be eigenvalue </a:t>
            </a:r>
          </a:p>
        </p:txBody>
      </p:sp>
    </p:spTree>
    <p:extLst>
      <p:ext uri="{BB962C8B-B14F-4D97-AF65-F5344CB8AC3E}">
        <p14:creationId xmlns:p14="http://schemas.microsoft.com/office/powerpoint/2010/main" val="1201786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61560" y="862295"/>
            <a:ext cx="16147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000" b="1" dirty="0">
                <a:solidFill>
                  <a:srgbClr val="7030A0"/>
                </a:solidFill>
              </a:rPr>
              <a:t>Ax = </a:t>
            </a:r>
            <a:r>
              <a:rPr lang="el-GR" altLang="zh-TW" sz="3000" b="1" dirty="0">
                <a:solidFill>
                  <a:srgbClr val="7030A0"/>
                </a:solidFill>
              </a:rPr>
              <a:t>λ</a:t>
            </a:r>
            <a:r>
              <a:rPr lang="en-US" altLang="zh-TW" sz="3000" b="1" dirty="0">
                <a:solidFill>
                  <a:srgbClr val="7030A0"/>
                </a:solidFill>
              </a:rPr>
              <a:t>x</a:t>
            </a:r>
            <a:endParaRPr lang="en-US" sz="3000" dirty="0">
              <a:solidFill>
                <a:srgbClr val="7030A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15792" y="1377907"/>
            <a:ext cx="6290008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625" b="1" dirty="0">
                <a:solidFill>
                  <a:srgbClr val="0070C0"/>
                </a:solidFill>
              </a:rPr>
              <a:t>A: Square Matrix</a:t>
            </a:r>
          </a:p>
          <a:p>
            <a:r>
              <a:rPr lang="el-GR" altLang="zh-TW" sz="2625" b="1" dirty="0">
                <a:solidFill>
                  <a:srgbClr val="0070C0"/>
                </a:solidFill>
              </a:rPr>
              <a:t>λ</a:t>
            </a:r>
            <a:r>
              <a:rPr lang="en-US" altLang="zh-TW" sz="2625" b="1" dirty="0">
                <a:solidFill>
                  <a:srgbClr val="0070C0"/>
                </a:solidFill>
              </a:rPr>
              <a:t>: Eigenvector or characteristic vector</a:t>
            </a:r>
          </a:p>
          <a:p>
            <a:r>
              <a:rPr lang="en-US" altLang="zh-TW" sz="2625" b="1" dirty="0">
                <a:solidFill>
                  <a:srgbClr val="0070C0"/>
                </a:solidFill>
              </a:rPr>
              <a:t>X: Eigenvalue or characteristic value</a:t>
            </a:r>
            <a:endParaRPr lang="en-US" sz="2625" dirty="0">
              <a:solidFill>
                <a:srgbClr val="0070C0"/>
              </a:solidFill>
            </a:endParaRPr>
          </a:p>
        </p:txBody>
      </p:sp>
      <p:graphicFrame>
        <p:nvGraphicFramePr>
          <p:cNvPr id="8" name="Objec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459078"/>
              </p:ext>
            </p:extLst>
          </p:nvPr>
        </p:nvGraphicFramePr>
        <p:xfrm>
          <a:off x="2096649" y="2624323"/>
          <a:ext cx="5693871" cy="2519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78200" imgH="1638300" progId="Equation.3">
                  <p:embed/>
                </p:oleObj>
              </mc:Choice>
              <mc:Fallback>
                <p:oleObj name="Equation" r:id="rId3" imgW="3378200" imgH="163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649" y="2624323"/>
                        <a:ext cx="5693871" cy="25191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ight Arrow 9"/>
          <p:cNvSpPr/>
          <p:nvPr/>
        </p:nvSpPr>
        <p:spPr>
          <a:xfrm>
            <a:off x="448389" y="2659027"/>
            <a:ext cx="1433380" cy="1146349"/>
          </a:xfrm>
          <a:prstGeom prst="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1479"/>
            <a:ext cx="49792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Eigenvector and Eigenvalue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71917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09109" y="834258"/>
            <a:ext cx="23308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700" b="1" dirty="0">
                <a:solidFill>
                  <a:srgbClr val="0070C0"/>
                </a:solidFill>
              </a:rPr>
              <a:t>Ax - </a:t>
            </a:r>
            <a:r>
              <a:rPr lang="el-GR" altLang="zh-TW" sz="2700" b="1" dirty="0">
                <a:solidFill>
                  <a:srgbClr val="0070C0"/>
                </a:solidFill>
              </a:rPr>
              <a:t>λ</a:t>
            </a:r>
            <a:r>
              <a:rPr lang="en-US" altLang="zh-TW" sz="2700" b="1" dirty="0">
                <a:solidFill>
                  <a:srgbClr val="0070C0"/>
                </a:solidFill>
              </a:rPr>
              <a:t>x</a:t>
            </a:r>
            <a:r>
              <a:rPr lang="en-US" altLang="zh-TW" sz="2700" dirty="0">
                <a:solidFill>
                  <a:srgbClr val="0070C0"/>
                </a:solidFill>
              </a:rPr>
              <a:t> </a:t>
            </a:r>
            <a:r>
              <a:rPr lang="en-US" altLang="zh-TW" sz="2700" b="1" dirty="0">
                <a:solidFill>
                  <a:srgbClr val="0070C0"/>
                </a:solidFill>
              </a:rPr>
              <a:t>= 0</a:t>
            </a:r>
          </a:p>
          <a:p>
            <a:r>
              <a:rPr lang="en-US" altLang="zh-TW" sz="2700" b="1" dirty="0">
                <a:solidFill>
                  <a:srgbClr val="0070C0"/>
                </a:solidFill>
              </a:rPr>
              <a:t>(A – </a:t>
            </a:r>
            <a:r>
              <a:rPr lang="el-GR" altLang="zh-TW" sz="2700" b="1" dirty="0">
                <a:solidFill>
                  <a:srgbClr val="0070C0"/>
                </a:solidFill>
              </a:rPr>
              <a:t>λ</a:t>
            </a:r>
            <a:r>
              <a:rPr lang="en-US" altLang="zh-TW" sz="2700" b="1" dirty="0">
                <a:solidFill>
                  <a:srgbClr val="0070C0"/>
                </a:solidFill>
              </a:rPr>
              <a:t>I)x</a:t>
            </a:r>
            <a:r>
              <a:rPr lang="en-US" altLang="zh-TW" sz="2700" dirty="0">
                <a:solidFill>
                  <a:srgbClr val="0070C0"/>
                </a:solidFill>
              </a:rPr>
              <a:t> </a:t>
            </a:r>
            <a:r>
              <a:rPr lang="en-US" altLang="zh-TW" sz="2700" b="1" dirty="0">
                <a:solidFill>
                  <a:srgbClr val="0070C0"/>
                </a:solidFill>
              </a:rPr>
              <a:t>= 0</a:t>
            </a:r>
          </a:p>
        </p:txBody>
      </p:sp>
      <p:sp>
        <p:nvSpPr>
          <p:cNvPr id="3" name="Rectangle 2"/>
          <p:cNvSpPr/>
          <p:nvPr/>
        </p:nvSpPr>
        <p:spPr>
          <a:xfrm>
            <a:off x="4236607" y="1928982"/>
            <a:ext cx="17267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700" b="1" dirty="0">
                <a:solidFill>
                  <a:srgbClr val="0070C0"/>
                </a:solidFill>
              </a:rPr>
              <a:t>B = A – </a:t>
            </a:r>
            <a:r>
              <a:rPr lang="el-GR" altLang="zh-TW" sz="2700" b="1" dirty="0">
                <a:solidFill>
                  <a:srgbClr val="0070C0"/>
                </a:solidFill>
              </a:rPr>
              <a:t>λ</a:t>
            </a:r>
            <a:r>
              <a:rPr lang="en-US" altLang="zh-TW" sz="2700" b="1" dirty="0">
                <a:solidFill>
                  <a:srgbClr val="0070C0"/>
                </a:solidFill>
              </a:rPr>
              <a:t>I</a:t>
            </a:r>
          </a:p>
          <a:p>
            <a:r>
              <a:rPr lang="en-US" altLang="zh-TW" sz="2700" b="1" dirty="0" err="1">
                <a:solidFill>
                  <a:srgbClr val="0070C0"/>
                </a:solidFill>
              </a:rPr>
              <a:t>Bx</a:t>
            </a:r>
            <a:r>
              <a:rPr lang="en-US" altLang="zh-TW" sz="2700" dirty="0">
                <a:solidFill>
                  <a:srgbClr val="0070C0"/>
                </a:solidFill>
              </a:rPr>
              <a:t> </a:t>
            </a:r>
            <a:r>
              <a:rPr lang="en-US" altLang="zh-TW" sz="2700" b="1" dirty="0">
                <a:solidFill>
                  <a:srgbClr val="0070C0"/>
                </a:solidFill>
              </a:rPr>
              <a:t>= 0</a:t>
            </a:r>
            <a:endParaRPr lang="en-US" sz="2700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36606" y="3053962"/>
            <a:ext cx="20056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700" b="1" dirty="0">
                <a:solidFill>
                  <a:srgbClr val="0070C0"/>
                </a:solidFill>
              </a:rPr>
              <a:t>x = B</a:t>
            </a:r>
            <a:r>
              <a:rPr lang="en-US" altLang="zh-TW" sz="2700" b="1" baseline="30000" dirty="0">
                <a:solidFill>
                  <a:srgbClr val="0070C0"/>
                </a:solidFill>
              </a:rPr>
              <a:t>-1</a:t>
            </a:r>
            <a:r>
              <a:rPr lang="en-US" altLang="zh-TW" sz="2700" b="1" dirty="0">
                <a:solidFill>
                  <a:srgbClr val="0070C0"/>
                </a:solidFill>
              </a:rPr>
              <a:t>0 = 0</a:t>
            </a:r>
            <a:endParaRPr lang="en-US" sz="2700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0883" y="2156034"/>
            <a:ext cx="3387466" cy="3808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75" b="1" dirty="0"/>
              <a:t>If we define a new matrix B:</a:t>
            </a:r>
            <a:r>
              <a:rPr lang="en-US" sz="1350" dirty="0"/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545" y="3117441"/>
            <a:ext cx="2388795" cy="3808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75" b="1" dirty="0"/>
              <a:t>If B has an inverse: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7427" y="2740717"/>
            <a:ext cx="2143715" cy="957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75" b="1" dirty="0">
                <a:solidFill>
                  <a:srgbClr val="FF0000"/>
                </a:solidFill>
              </a:rPr>
              <a:t>BUT! an eigenvector cannot be zero!!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5949" y="3775467"/>
            <a:ext cx="5101088" cy="957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75" b="1" dirty="0"/>
              <a:t>x will be an eigenvector of A if and only if  B does not have an inverse, or equivalently </a:t>
            </a:r>
            <a:r>
              <a:rPr lang="en-US" sz="1875" b="1" dirty="0" err="1"/>
              <a:t>det</a:t>
            </a:r>
            <a:r>
              <a:rPr lang="en-US" sz="1875" b="1" dirty="0"/>
              <a:t>(B)=0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11015" y="4421798"/>
            <a:ext cx="2432076" cy="50783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700" b="1" dirty="0" err="1">
                <a:solidFill>
                  <a:srgbClr val="0070C0"/>
                </a:solidFill>
                <a:sym typeface="Symbol" charset="2"/>
              </a:rPr>
              <a:t>det</a:t>
            </a:r>
            <a:r>
              <a:rPr lang="en-US" altLang="zh-TW" sz="2700" b="1" dirty="0">
                <a:solidFill>
                  <a:srgbClr val="0070C0"/>
                </a:solidFill>
              </a:rPr>
              <a:t>(A – </a:t>
            </a:r>
            <a:r>
              <a:rPr lang="el-GR" altLang="zh-TW" sz="2700" b="1" dirty="0">
                <a:solidFill>
                  <a:srgbClr val="0070C0"/>
                </a:solidFill>
              </a:rPr>
              <a:t>λ</a:t>
            </a:r>
            <a:r>
              <a:rPr lang="en-US" altLang="zh-TW" sz="2700" b="1" dirty="0">
                <a:solidFill>
                  <a:srgbClr val="0070C0"/>
                </a:solidFill>
              </a:rPr>
              <a:t>I) =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7348" y="1036423"/>
            <a:ext cx="140615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700" b="1" dirty="0">
                <a:solidFill>
                  <a:srgbClr val="7030A0"/>
                </a:solidFill>
              </a:rPr>
              <a:t>Ax = </a:t>
            </a:r>
            <a:r>
              <a:rPr lang="el-GR" altLang="zh-TW" sz="2700" b="1" dirty="0">
                <a:solidFill>
                  <a:srgbClr val="7030A0"/>
                </a:solidFill>
              </a:rPr>
              <a:t>λ</a:t>
            </a:r>
            <a:r>
              <a:rPr lang="en-US" altLang="zh-TW" sz="2700" b="1" dirty="0">
                <a:solidFill>
                  <a:srgbClr val="7030A0"/>
                </a:solidFill>
              </a:rPr>
              <a:t>x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246542" y="1278797"/>
            <a:ext cx="52492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314262" y="2356316"/>
            <a:ext cx="52492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246542" y="3296336"/>
            <a:ext cx="524920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Arrow 18"/>
          <p:cNvSpPr/>
          <p:nvPr/>
        </p:nvSpPr>
        <p:spPr>
          <a:xfrm>
            <a:off x="1311252" y="3783372"/>
            <a:ext cx="887506" cy="6034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283" y="3102546"/>
            <a:ext cx="395768" cy="395768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012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charset="2"/>
              <a:buNone/>
            </a:pPr>
            <a:r>
              <a:rPr lang="en-US" altLang="zh-TW" sz="1500" dirty="0">
                <a:solidFill>
                  <a:srgbClr val="3333FF"/>
                </a:solidFill>
              </a:rPr>
              <a:t>Example 1: </a:t>
            </a:r>
            <a:r>
              <a:rPr lang="en-US" altLang="zh-TW" sz="1500" dirty="0"/>
              <a:t>Find the eigenvalues of</a:t>
            </a:r>
          </a:p>
          <a:p>
            <a:pPr>
              <a:buFont typeface="Wingdings" charset="2"/>
              <a:buNone/>
            </a:pPr>
            <a:endParaRPr lang="en-US" altLang="zh-TW" sz="1500" dirty="0"/>
          </a:p>
          <a:p>
            <a:pPr>
              <a:buFont typeface="Wingdings" charset="2"/>
              <a:buNone/>
            </a:pPr>
            <a:endParaRPr lang="en-US" altLang="zh-TW" sz="1500" dirty="0"/>
          </a:p>
          <a:p>
            <a:pPr>
              <a:buFont typeface="Wingdings" charset="2"/>
              <a:buNone/>
            </a:pPr>
            <a:endParaRPr lang="en-US" altLang="zh-TW" sz="1500" dirty="0"/>
          </a:p>
          <a:p>
            <a:pPr>
              <a:buFont typeface="Wingdings" charset="2"/>
              <a:buNone/>
            </a:pPr>
            <a:r>
              <a:rPr lang="en-US" altLang="zh-TW" sz="1500" dirty="0"/>
              <a:t>       </a:t>
            </a:r>
          </a:p>
          <a:p>
            <a:pPr>
              <a:buFont typeface="Wingdings" charset="2"/>
              <a:buNone/>
            </a:pPr>
            <a:endParaRPr lang="en-US" altLang="zh-TW" sz="1500" dirty="0"/>
          </a:p>
          <a:p>
            <a:pPr>
              <a:buFont typeface="Wingdings" charset="2"/>
              <a:buNone/>
            </a:pPr>
            <a:r>
              <a:rPr lang="en-US" altLang="zh-TW" sz="1500" dirty="0"/>
              <a:t>two eigenvalues: </a:t>
            </a:r>
            <a:r>
              <a:rPr lang="en-US" altLang="zh-TW" sz="1500" dirty="0">
                <a:sym typeface="Symbol" charset="2"/>
              </a:rPr>
              <a:t></a:t>
            </a:r>
            <a:r>
              <a:rPr lang="en-US" altLang="zh-TW" sz="1500" dirty="0"/>
              <a:t>1, </a:t>
            </a:r>
            <a:r>
              <a:rPr lang="en-US" altLang="zh-TW" sz="1500" dirty="0">
                <a:sym typeface="Symbol" charset="2"/>
              </a:rPr>
              <a:t></a:t>
            </a:r>
            <a:r>
              <a:rPr lang="en-US" altLang="zh-TW" sz="1500" dirty="0"/>
              <a:t> 2  </a:t>
            </a:r>
          </a:p>
          <a:p>
            <a:pPr>
              <a:buFont typeface="Wingdings" charset="2"/>
              <a:buNone/>
            </a:pPr>
            <a:r>
              <a:rPr lang="en-US" altLang="zh-TW" sz="1500" i="1" dirty="0">
                <a:solidFill>
                  <a:srgbClr val="0070C0"/>
                </a:solidFill>
              </a:rPr>
              <a:t>Note:</a:t>
            </a:r>
            <a:r>
              <a:rPr lang="en-US" altLang="zh-TW" sz="1500" dirty="0"/>
              <a:t> The roots of the characteristic equation can be repeated. That is, </a:t>
            </a:r>
            <a:r>
              <a:rPr lang="el-GR" altLang="zh-TW" sz="1500" dirty="0"/>
              <a:t>λ</a:t>
            </a:r>
            <a:r>
              <a:rPr lang="en-US" altLang="zh-TW" sz="1500" baseline="-25000" dirty="0"/>
              <a:t>1</a:t>
            </a:r>
            <a:r>
              <a:rPr lang="en-US" altLang="zh-TW" sz="1500" dirty="0"/>
              <a:t> = </a:t>
            </a:r>
            <a:r>
              <a:rPr lang="el-GR" altLang="zh-TW" sz="1500" dirty="0"/>
              <a:t>λ</a:t>
            </a:r>
            <a:r>
              <a:rPr lang="en-US" altLang="zh-TW" sz="1500" baseline="-25000" dirty="0"/>
              <a:t>2</a:t>
            </a:r>
            <a:r>
              <a:rPr lang="en-US" altLang="zh-TW" sz="1500" dirty="0"/>
              <a:t> =…= </a:t>
            </a:r>
            <a:r>
              <a:rPr lang="el-GR" altLang="zh-TW" sz="1500" dirty="0"/>
              <a:t>λ</a:t>
            </a:r>
            <a:r>
              <a:rPr lang="en-US" altLang="zh-TW" sz="1500" baseline="-25000" dirty="0"/>
              <a:t>k</a:t>
            </a:r>
            <a:r>
              <a:rPr lang="en-US" altLang="zh-TW" sz="1500" dirty="0"/>
              <a:t>. If that happens, the eigenvalue is said to be of multiplicity k.</a:t>
            </a:r>
          </a:p>
          <a:p>
            <a:pPr>
              <a:buFontTx/>
              <a:buNone/>
            </a:pPr>
            <a:r>
              <a:rPr lang="en-US" altLang="zh-TW" sz="1500" dirty="0">
                <a:solidFill>
                  <a:srgbClr val="3333FF"/>
                </a:solidFill>
              </a:rPr>
              <a:t>Example 2: </a:t>
            </a:r>
            <a:r>
              <a:rPr lang="en-US" altLang="zh-TW" sz="1500" dirty="0"/>
              <a:t>Find the eigenvalues of</a:t>
            </a:r>
          </a:p>
          <a:p>
            <a:pPr>
              <a:buFontTx/>
              <a:buNone/>
            </a:pPr>
            <a:endParaRPr lang="en-US" altLang="zh-TW" sz="1500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zh-TW" sz="1500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zh-TW" sz="1500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zh-TW" sz="1500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endParaRPr lang="en-US" altLang="zh-TW" sz="1500" dirty="0">
              <a:solidFill>
                <a:srgbClr val="3333FF"/>
              </a:solidFill>
            </a:endParaRPr>
          </a:p>
          <a:p>
            <a:pPr>
              <a:buFontTx/>
              <a:buNone/>
            </a:pPr>
            <a:r>
              <a:rPr lang="en-US" altLang="zh-TW" sz="1500" dirty="0"/>
              <a:t>					             </a:t>
            </a:r>
            <a:r>
              <a:rPr lang="el-GR" altLang="zh-TW" sz="1500" dirty="0"/>
              <a:t>λ</a:t>
            </a:r>
            <a:r>
              <a:rPr lang="en-US" altLang="zh-TW" sz="1500" dirty="0"/>
              <a:t> = 2 is an eigenvector of multiplicity 3.</a:t>
            </a:r>
          </a:p>
          <a:p>
            <a:pPr>
              <a:buFont typeface="Wingdings" charset="2"/>
              <a:buNone/>
            </a:pPr>
            <a:endParaRPr lang="en-US" altLang="zh-TW" sz="15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Eigenvector and Eigenvalue</a:t>
            </a:r>
            <a:endParaRPr lang="en-IN" dirty="0"/>
          </a:p>
        </p:txBody>
      </p:sp>
      <p:graphicFrame>
        <p:nvGraphicFramePr>
          <p:cNvPr id="512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336535"/>
              </p:ext>
            </p:extLst>
          </p:nvPr>
        </p:nvGraphicFramePr>
        <p:xfrm>
          <a:off x="4818809" y="810535"/>
          <a:ext cx="1354931" cy="686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28" imgH="428655" progId="Equation.3">
                  <p:embed/>
                </p:oleObj>
              </mc:Choice>
              <mc:Fallback>
                <p:oleObj name="Equation" r:id="rId3" imgW="876228" imgH="42865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809" y="810535"/>
                        <a:ext cx="1354931" cy="686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38503"/>
              </p:ext>
            </p:extLst>
          </p:nvPr>
        </p:nvGraphicFramePr>
        <p:xfrm>
          <a:off x="2127996" y="1341344"/>
          <a:ext cx="4045744" cy="1069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92400" imgH="711200" progId="Equation.3">
                  <p:embed/>
                </p:oleObj>
              </mc:Choice>
              <mc:Fallback>
                <p:oleObj name="Equation" r:id="rId5" imgW="26924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996" y="1341344"/>
                        <a:ext cx="4045744" cy="10691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981846"/>
              </p:ext>
            </p:extLst>
          </p:nvPr>
        </p:nvGraphicFramePr>
        <p:xfrm>
          <a:off x="4699747" y="3096185"/>
          <a:ext cx="1431131" cy="1067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290" imgH="676184" progId="Equation.3">
                  <p:embed/>
                </p:oleObj>
              </mc:Choice>
              <mc:Fallback>
                <p:oleObj name="Equation" r:id="rId7" imgW="914290" imgH="6761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747" y="3096185"/>
                        <a:ext cx="1431131" cy="1067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83828"/>
              </p:ext>
            </p:extLst>
          </p:nvPr>
        </p:nvGraphicFramePr>
        <p:xfrm>
          <a:off x="1785095" y="4010585"/>
          <a:ext cx="41386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755900" imgH="711200" progId="Equation.3">
                  <p:embed/>
                </p:oleObj>
              </mc:Choice>
              <mc:Fallback>
                <p:oleObj name="Equation" r:id="rId9" imgW="27559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095" y="4010585"/>
                        <a:ext cx="41386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580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100">
                <a:ea typeface="PMingLiU" pitchFamily="18" charset="-120"/>
              </a:rPr>
              <a:t>Question: how much spread is in the data along the axis? (distance to the mean)</a:t>
            </a:r>
          </a:p>
          <a:p>
            <a:pPr eaLnBrk="1" hangingPunct="1"/>
            <a:r>
              <a:rPr lang="en-US" altLang="zh-TW" sz="2100">
                <a:ea typeface="PMingLiU" pitchFamily="18" charset="-120"/>
              </a:rPr>
              <a:t>Variance=Standard deviation^2</a:t>
            </a:r>
          </a:p>
          <a:p>
            <a:pPr eaLnBrk="1" hangingPunct="1"/>
            <a:endParaRPr lang="en-US" altLang="zh-TW" sz="2100">
              <a:ea typeface="PMingLiU" pitchFamily="18" charset="-120"/>
            </a:endParaRPr>
          </a:p>
          <a:p>
            <a:pPr eaLnBrk="1" hangingPunct="1"/>
            <a:endParaRPr lang="zh-TW" altLang="en-US" sz="2100">
              <a:ea typeface="PMingLiU" pitchFamily="18" charset="-120"/>
            </a:endParaRPr>
          </a:p>
        </p:txBody>
      </p:sp>
      <p:sp>
        <p:nvSpPr>
          <p:cNvPr id="29698" name="Slide Number Placeholder 7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4BD49B0-D652-40D3-94FF-27C0F3E5B2C0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05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1450"/>
            <a:ext cx="5829300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000" dirty="0">
                <a:ea typeface="PMingLiU" pitchFamily="18" charset="-120"/>
              </a:rPr>
              <a:t>PCA: one attribute first</a:t>
            </a:r>
          </a:p>
        </p:txBody>
      </p:sp>
      <p:graphicFrame>
        <p:nvGraphicFramePr>
          <p:cNvPr id="87044" name="Group 4"/>
          <p:cNvGraphicFramePr>
            <a:graphicFrameLocks noGrp="1"/>
          </p:cNvGraphicFramePr>
          <p:nvPr>
            <p:ph sz="quarter" idx="4294967295"/>
          </p:nvPr>
        </p:nvGraphicFramePr>
        <p:xfrm>
          <a:off x="8001000" y="685800"/>
          <a:ext cx="1143000" cy="42291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Temperature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42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24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18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35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29735" name="Object 3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0" y="3236913"/>
          <a:ext cx="2198688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635000" progId="Equation.3">
                  <p:embed/>
                </p:oleObj>
              </mc:Choice>
              <mc:Fallback>
                <p:oleObj name="Equation" r:id="rId3" imgW="11430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36913"/>
                        <a:ext cx="2198688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6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102B9D-F26D-411E-8EA8-4374CB82731E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05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71450"/>
            <a:ext cx="5829300" cy="857250"/>
          </a:xfrm>
        </p:spPr>
        <p:txBody>
          <a:bodyPr/>
          <a:lstStyle/>
          <a:p>
            <a:pPr eaLnBrk="1" hangingPunct="1"/>
            <a:r>
              <a:rPr lang="en-US" altLang="zh-TW" sz="3000" dirty="0">
                <a:ea typeface="PMingLiU" pitchFamily="18" charset="-120"/>
              </a:rPr>
              <a:t>Now consider two dimensions</a:t>
            </a:r>
          </a:p>
        </p:txBody>
      </p:sp>
      <p:graphicFrame>
        <p:nvGraphicFramePr>
          <p:cNvPr id="89091" name="Group 3"/>
          <p:cNvGraphicFramePr>
            <a:graphicFrameLocks noGrp="1"/>
          </p:cNvGraphicFramePr>
          <p:nvPr>
            <p:ph sz="half" idx="4294967295"/>
          </p:nvPr>
        </p:nvGraphicFramePr>
        <p:xfrm>
          <a:off x="6172200" y="1200150"/>
          <a:ext cx="2971800" cy="4229100"/>
        </p:xfrm>
        <a:graphic>
          <a:graphicData uri="http://schemas.openxmlformats.org/drawingml/2006/table">
            <a:tbl>
              <a:tblPr/>
              <a:tblGrid>
                <a:gridCol w="1622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X=Temperature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Y=Humidity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15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40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70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30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r" defTabSz="914400" rtl="0" eaLnBrk="0" fontAlgn="ctr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MingLiU" pitchFamily="18" charset="-120"/>
                          <a:ea typeface="PMingLiU" pitchFamily="18" charset="-120"/>
                        </a:rPr>
                        <a:t>90</a:t>
                      </a:r>
                      <a:endParaRPr kumimoji="0" lang="en-US" altLang="zh-TW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PMingLiU" pitchFamily="18" charset="-120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31799" name="Object 5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0" y="3630613"/>
          <a:ext cx="25336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27200" imgH="596900" progId="Equation.3">
                  <p:embed/>
                </p:oleObj>
              </mc:Choice>
              <mc:Fallback>
                <p:oleObj name="Equation" r:id="rId3" imgW="1727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30613"/>
                        <a:ext cx="253365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98" name="Text Box 53"/>
          <p:cNvSpPr txBox="1">
            <a:spLocks noChangeArrowheads="1"/>
          </p:cNvSpPr>
          <p:nvPr/>
        </p:nvSpPr>
        <p:spPr bwMode="auto">
          <a:xfrm>
            <a:off x="1588294" y="20252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latin typeface="Tahoma" panose="020B0604030504040204" pitchFamily="34" charset="0"/>
              <a:ea typeface="PMingLiU" pitchFamily="18" charset="-120"/>
            </a:endParaRPr>
          </a:p>
        </p:txBody>
      </p:sp>
      <p:sp>
        <p:nvSpPr>
          <p:cNvPr id="31800" name="Text Box 55"/>
          <p:cNvSpPr txBox="1">
            <a:spLocks noChangeArrowheads="1"/>
          </p:cNvSpPr>
          <p:nvPr/>
        </p:nvSpPr>
        <p:spPr bwMode="auto">
          <a:xfrm>
            <a:off x="1375172" y="1297781"/>
            <a:ext cx="313130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Tahoma" panose="020B0604030504040204" pitchFamily="34" charset="0"/>
                <a:ea typeface="PMingLiU" pitchFamily="18" charset="-120"/>
              </a:rPr>
              <a:t>Covariance: measures the</a:t>
            </a:r>
            <a:br>
              <a:rPr lang="en-US" altLang="zh-TW" sz="1800">
                <a:latin typeface="Tahoma" panose="020B0604030504040204" pitchFamily="34" charset="0"/>
                <a:ea typeface="PMingLiU" pitchFamily="18" charset="-120"/>
              </a:rPr>
            </a:br>
            <a:r>
              <a:rPr lang="en-US" altLang="zh-TW" sz="1800">
                <a:latin typeface="Tahoma" panose="020B0604030504040204" pitchFamily="34" charset="0"/>
                <a:ea typeface="PMingLiU" pitchFamily="18" charset="-120"/>
              </a:rPr>
              <a:t>correlation between X and Y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TW" sz="1800">
                <a:latin typeface="Tahoma" panose="020B0604030504040204" pitchFamily="34" charset="0"/>
                <a:ea typeface="PMingLiU" pitchFamily="18" charset="-120"/>
              </a:rPr>
              <a:t> Cov(X,Y)=0: independent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TW" sz="1800">
                <a:latin typeface="Tahoma" panose="020B0604030504040204" pitchFamily="34" charset="0"/>
                <a:ea typeface="PMingLiU" pitchFamily="18" charset="-120"/>
              </a:rPr>
              <a:t>Cov(X,Y)&gt;0: move same dir</a:t>
            </a:r>
          </a:p>
          <a:p>
            <a:pPr eaLnBrk="1" hangingPunct="1">
              <a:spcBef>
                <a:spcPct val="0"/>
              </a:spcBef>
            </a:pPr>
            <a:r>
              <a:rPr lang="en-US" altLang="zh-TW" sz="1800">
                <a:latin typeface="Tahoma" panose="020B0604030504040204" pitchFamily="34" charset="0"/>
                <a:ea typeface="PMingLiU" pitchFamily="18" charset="-120"/>
              </a:rPr>
              <a:t>Cov(X,Y)&lt;0: move oppo dir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v-SE" altLang="en-US"/>
              <a:t>Contains covariance values between all possible dimensions (=attributes):</a:t>
            </a:r>
          </a:p>
          <a:p>
            <a:pPr eaLnBrk="1" hangingPunct="1"/>
            <a:endParaRPr lang="sv-SE" altLang="en-US"/>
          </a:p>
          <a:p>
            <a:pPr eaLnBrk="1" hangingPunct="1"/>
            <a:endParaRPr lang="sv-SE" altLang="en-US"/>
          </a:p>
          <a:p>
            <a:pPr eaLnBrk="1" hangingPunct="1"/>
            <a:r>
              <a:rPr lang="sv-SE" altLang="en-US"/>
              <a:t>Example for three attributes (x,y,z):</a:t>
            </a:r>
          </a:p>
          <a:p>
            <a:pPr eaLnBrk="1" hangingPunct="1"/>
            <a:endParaRPr lang="zh-TW" altLang="en-US">
              <a:ea typeface="PMingLiU" pitchFamily="18" charset="-120"/>
            </a:endParaRP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A5B1EE-7252-4E5C-8708-30485CB08F31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05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4300"/>
            <a:ext cx="5829300" cy="7429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v-SE" altLang="en-US" sz="3000"/>
              <a:t>More than two attributes: covariance matrix</a:t>
            </a:r>
            <a:endParaRPr lang="en-US" altLang="zh-TW" sz="3000">
              <a:ea typeface="PMingLiU" pitchFamily="18" charset="-120"/>
            </a:endParaRPr>
          </a:p>
        </p:txBody>
      </p:sp>
      <p:graphicFrame>
        <p:nvGraphicFramePr>
          <p:cNvPr id="3379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556492"/>
              </p:ext>
            </p:extLst>
          </p:nvPr>
        </p:nvGraphicFramePr>
        <p:xfrm>
          <a:off x="2321124" y="1581150"/>
          <a:ext cx="3924300" cy="478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800" imgH="254000" progId="Equation.3">
                  <p:embed/>
                </p:oleObj>
              </mc:Choice>
              <mc:Fallback>
                <p:oleObj name="Equation" r:id="rId3" imgW="20828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1124" y="1581150"/>
                        <a:ext cx="3924300" cy="478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52309"/>
              </p:ext>
            </p:extLst>
          </p:nvPr>
        </p:nvGraphicFramePr>
        <p:xfrm>
          <a:off x="2057400" y="2630091"/>
          <a:ext cx="4451747" cy="1340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62200" imgH="711200" progId="Equation.3">
                  <p:embed/>
                </p:oleObj>
              </mc:Choice>
              <mc:Fallback>
                <p:oleObj name="Equation" r:id="rId5" imgW="23622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630091"/>
                        <a:ext cx="4451747" cy="1340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2DAC28-174E-4F34-8882-540BDC3F3F8B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05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93202"/>
            <a:ext cx="5600700" cy="5715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2800" dirty="0">
                <a:ea typeface="PMingLiU" pitchFamily="18" charset="-120"/>
              </a:rPr>
              <a:t>Transformed Data</a:t>
            </a:r>
          </a:p>
        </p:txBody>
      </p:sp>
      <p:graphicFrame>
        <p:nvGraphicFramePr>
          <p:cNvPr id="43013" name="Object 4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688308821"/>
              </p:ext>
            </p:extLst>
          </p:nvPr>
        </p:nvGraphicFramePr>
        <p:xfrm>
          <a:off x="3124200" y="2916635"/>
          <a:ext cx="285115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300" imgH="965200" progId="Equation.3">
                  <p:embed/>
                </p:oleObj>
              </mc:Choice>
              <mc:Fallback>
                <p:oleObj name="Equation" r:id="rId3" imgW="13843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916635"/>
                        <a:ext cx="285115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Rectangle 3"/>
          <p:cNvSpPr>
            <a:spLocks noChangeArrowheads="1"/>
          </p:cNvSpPr>
          <p:nvPr/>
        </p:nvSpPr>
        <p:spPr bwMode="auto">
          <a:xfrm>
            <a:off x="1371600" y="800100"/>
            <a:ext cx="645795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TW" sz="2100">
                <a:ea typeface="PMingLiU" pitchFamily="18" charset="-120"/>
              </a:rPr>
              <a:t>Eigenvalues </a:t>
            </a:r>
            <a:r>
              <a:rPr lang="sv-SE" altLang="en-US" sz="2100">
                <a:sym typeface="Symbol" panose="05050102010706020507" pitchFamily="18" charset="2"/>
              </a:rPr>
              <a:t></a:t>
            </a:r>
            <a:r>
              <a:rPr lang="en-US" altLang="zh-TW" sz="2100" i="1" baseline="-25000">
                <a:ea typeface="PMingLiU" pitchFamily="18" charset="-120"/>
              </a:rPr>
              <a:t>j</a:t>
            </a:r>
            <a:r>
              <a:rPr lang="en-US" altLang="zh-TW" sz="2100">
                <a:ea typeface="PMingLiU" pitchFamily="18" charset="-120"/>
              </a:rPr>
              <a:t> corresponds to variance on each component</a:t>
            </a:r>
            <a:r>
              <a:rPr lang="en-US" altLang="zh-TW" sz="2100" i="1">
                <a:ea typeface="PMingLiU" pitchFamily="18" charset="-120"/>
              </a:rPr>
              <a:t> j</a:t>
            </a:r>
          </a:p>
          <a:p>
            <a:pPr eaLnBrk="1" hangingPunct="1"/>
            <a:r>
              <a:rPr lang="en-US" altLang="zh-TW" sz="2100" i="1">
                <a:ea typeface="PMingLiU" pitchFamily="18" charset="-120"/>
              </a:rPr>
              <a:t>Thus, sort by </a:t>
            </a:r>
            <a:r>
              <a:rPr lang="sv-SE" altLang="en-US" sz="2100">
                <a:sym typeface="Symbol" panose="05050102010706020507" pitchFamily="18" charset="2"/>
              </a:rPr>
              <a:t></a:t>
            </a:r>
            <a:r>
              <a:rPr lang="en-US" altLang="zh-TW" sz="2100" i="1" baseline="-25000">
                <a:ea typeface="PMingLiU" pitchFamily="18" charset="-120"/>
              </a:rPr>
              <a:t>j</a:t>
            </a:r>
            <a:r>
              <a:rPr lang="en-US" altLang="zh-TW" sz="2100">
                <a:ea typeface="PMingLiU" pitchFamily="18" charset="-120"/>
              </a:rPr>
              <a:t> </a:t>
            </a:r>
          </a:p>
          <a:p>
            <a:pPr eaLnBrk="1" hangingPunct="1"/>
            <a:r>
              <a:rPr lang="en-US" altLang="zh-TW" sz="2100">
                <a:ea typeface="PMingLiU" pitchFamily="18" charset="-120"/>
              </a:rPr>
              <a:t>Take the first </a:t>
            </a:r>
            <a:r>
              <a:rPr lang="en-US" altLang="zh-TW" sz="2100" i="1">
                <a:ea typeface="PMingLiU" pitchFamily="18" charset="-120"/>
              </a:rPr>
              <a:t>p</a:t>
            </a:r>
            <a:r>
              <a:rPr lang="en-US" altLang="zh-TW" sz="2100">
                <a:ea typeface="PMingLiU" pitchFamily="18" charset="-120"/>
              </a:rPr>
              <a:t> eigenvectors </a:t>
            </a:r>
            <a:r>
              <a:rPr lang="en-US" altLang="zh-TW" sz="2100" b="1">
                <a:ea typeface="PMingLiU" pitchFamily="18" charset="-120"/>
              </a:rPr>
              <a:t>e</a:t>
            </a:r>
            <a:r>
              <a:rPr lang="en-US" altLang="zh-TW" sz="2100" b="1" baseline="-25000">
                <a:ea typeface="PMingLiU" pitchFamily="18" charset="-120"/>
              </a:rPr>
              <a:t>i;  </a:t>
            </a:r>
            <a:r>
              <a:rPr lang="en-US" altLang="zh-TW" sz="2100">
                <a:ea typeface="PMingLiU" pitchFamily="18" charset="-120"/>
              </a:rPr>
              <a:t>where p is the number of top eigenvalues</a:t>
            </a:r>
            <a:endParaRPr lang="en-US" altLang="zh-TW" sz="2100" b="1" baseline="-25000">
              <a:ea typeface="PMingLiU" pitchFamily="18" charset="-120"/>
            </a:endParaRPr>
          </a:p>
          <a:p>
            <a:pPr eaLnBrk="1" hangingPunct="1"/>
            <a:r>
              <a:rPr lang="en-US" altLang="zh-TW" sz="2100">
                <a:ea typeface="PMingLiU" pitchFamily="18" charset="-120"/>
              </a:rPr>
              <a:t>These are the directions with the largest variances</a:t>
            </a:r>
          </a:p>
          <a:p>
            <a:pPr eaLnBrk="1" hangingPunct="1"/>
            <a:endParaRPr lang="en-US" altLang="zh-TW" sz="1800">
              <a:ea typeface="PMingLiU" pitchFamily="18" charset="-120"/>
            </a:endParaRPr>
          </a:p>
          <a:p>
            <a:pPr eaLnBrk="1" hangingPunct="1"/>
            <a:endParaRPr lang="zh-TW" altLang="en-US" sz="1800"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v-SE" altLang="en-US" sz="2100"/>
              <a:t>Vectors </a:t>
            </a:r>
            <a:r>
              <a:rPr lang="sv-SE" altLang="en-US" sz="2100" b="1"/>
              <a:t>x</a:t>
            </a:r>
            <a:r>
              <a:rPr lang="sv-SE" altLang="en-US" sz="2100"/>
              <a:t> having same direction as </a:t>
            </a:r>
            <a:r>
              <a:rPr lang="sv-SE" altLang="en-US" sz="2100" i="1"/>
              <a:t>A</a:t>
            </a:r>
            <a:r>
              <a:rPr lang="sv-SE" altLang="en-US" sz="2100" b="1"/>
              <a:t>x</a:t>
            </a:r>
            <a:r>
              <a:rPr lang="sv-SE" altLang="en-US" sz="2100"/>
              <a:t> are  called </a:t>
            </a:r>
            <a:r>
              <a:rPr lang="sv-SE" altLang="en-US" sz="2100" i="1"/>
              <a:t>eigenvectors</a:t>
            </a:r>
            <a:r>
              <a:rPr lang="sv-SE" altLang="en-US" sz="2100"/>
              <a:t> of </a:t>
            </a:r>
            <a:r>
              <a:rPr lang="sv-SE" altLang="en-US" sz="2100" i="1"/>
              <a:t>A</a:t>
            </a:r>
            <a:r>
              <a:rPr lang="sv-SE" altLang="en-US" sz="2100"/>
              <a:t> (</a:t>
            </a:r>
            <a:r>
              <a:rPr lang="sv-SE" altLang="en-US" sz="2100" i="1"/>
              <a:t>A</a:t>
            </a:r>
            <a:r>
              <a:rPr lang="sv-SE" altLang="en-US" sz="2100"/>
              <a:t> is an n by n matrix).</a:t>
            </a:r>
          </a:p>
          <a:p>
            <a:pPr eaLnBrk="1" hangingPunct="1"/>
            <a:r>
              <a:rPr lang="sv-SE" altLang="en-US" sz="2100"/>
              <a:t>In the equation </a:t>
            </a:r>
            <a:r>
              <a:rPr lang="sv-SE" altLang="en-US" sz="2100" i="1"/>
              <a:t>A</a:t>
            </a:r>
            <a:r>
              <a:rPr lang="sv-SE" altLang="en-US" sz="2100" b="1"/>
              <a:t>x</a:t>
            </a:r>
            <a:r>
              <a:rPr lang="sv-SE" altLang="en-US" sz="2100"/>
              <a:t>=</a:t>
            </a:r>
            <a:r>
              <a:rPr lang="sv-SE" altLang="en-US" sz="2100">
                <a:sym typeface="Symbol" panose="05050102010706020507" pitchFamily="18" charset="2"/>
              </a:rPr>
              <a:t></a:t>
            </a:r>
            <a:r>
              <a:rPr lang="sv-SE" altLang="en-US" sz="2100" b="1">
                <a:sym typeface="Symbol" panose="05050102010706020507" pitchFamily="18" charset="2"/>
              </a:rPr>
              <a:t>x</a:t>
            </a:r>
            <a:r>
              <a:rPr lang="sv-SE" altLang="en-US" sz="2100">
                <a:sym typeface="Symbol" panose="05050102010706020507" pitchFamily="18" charset="2"/>
              </a:rPr>
              <a:t>,  is called an </a:t>
            </a:r>
            <a:r>
              <a:rPr lang="sv-SE" altLang="en-US" sz="2100" i="1">
                <a:sym typeface="Symbol" panose="05050102010706020507" pitchFamily="18" charset="2"/>
              </a:rPr>
              <a:t>eigenvalue</a:t>
            </a:r>
            <a:r>
              <a:rPr lang="sv-SE" altLang="en-US" sz="2100">
                <a:sym typeface="Symbol" panose="05050102010706020507" pitchFamily="18" charset="2"/>
              </a:rPr>
              <a:t> of </a:t>
            </a:r>
            <a:r>
              <a:rPr lang="sv-SE" altLang="en-US" sz="2100" i="1">
                <a:sym typeface="Symbol" panose="05050102010706020507" pitchFamily="18" charset="2"/>
              </a:rPr>
              <a:t>A</a:t>
            </a:r>
            <a:r>
              <a:rPr lang="sv-SE" altLang="en-US" sz="2100">
                <a:sym typeface="Symbol" panose="05050102010706020507" pitchFamily="18" charset="2"/>
              </a:rPr>
              <a:t>.</a:t>
            </a:r>
          </a:p>
          <a:p>
            <a:pPr lvl="1" eaLnBrk="1" hangingPunct="1"/>
            <a:endParaRPr lang="sv-SE" altLang="en-US" sz="1800"/>
          </a:p>
          <a:p>
            <a:pPr eaLnBrk="1" hangingPunct="1"/>
            <a:endParaRPr lang="en-US" altLang="en-US" sz="2100"/>
          </a:p>
        </p:txBody>
      </p:sp>
      <p:sp>
        <p:nvSpPr>
          <p:cNvPr id="35842" name="Slide Number Placeholder 6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FCAAAF-7256-461D-82D9-341C0228D80F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05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36922"/>
            <a:ext cx="7772400" cy="857250"/>
          </a:xfrm>
        </p:spPr>
        <p:txBody>
          <a:bodyPr>
            <a:normAutofit/>
          </a:bodyPr>
          <a:lstStyle/>
          <a:p>
            <a:pPr eaLnBrk="1" hangingPunct="1"/>
            <a:r>
              <a:rPr lang="sv-SE" altLang="en-US" sz="2800" dirty="0"/>
              <a:t>Eigenvalues &amp; eigenvectors</a:t>
            </a:r>
            <a:endParaRPr lang="en-US" altLang="en-US" sz="2800" dirty="0"/>
          </a:p>
        </p:txBody>
      </p:sp>
      <p:graphicFrame>
        <p:nvGraphicFramePr>
          <p:cNvPr id="35845" name="Object 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640526592"/>
              </p:ext>
            </p:extLst>
          </p:nvPr>
        </p:nvGraphicFramePr>
        <p:xfrm>
          <a:off x="2895600" y="2647950"/>
          <a:ext cx="28575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900" imgH="457200" progId="Equation.3">
                  <p:embed/>
                </p:oleObj>
              </mc:Choice>
              <mc:Fallback>
                <p:oleObj name="Equation" r:id="rId3" imgW="1739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647950"/>
                        <a:ext cx="28575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v-SE" altLang="en-US" i="1"/>
              <a:t>A</a:t>
            </a:r>
            <a:r>
              <a:rPr lang="sv-SE" altLang="en-US" b="1"/>
              <a:t>x</a:t>
            </a:r>
            <a:r>
              <a:rPr lang="sv-SE" altLang="en-US"/>
              <a:t>=</a:t>
            </a:r>
            <a:r>
              <a:rPr lang="sv-SE" altLang="en-US">
                <a:sym typeface="Symbol" panose="05050102010706020507" pitchFamily="18" charset="2"/>
              </a:rPr>
              <a:t></a:t>
            </a:r>
            <a:r>
              <a:rPr lang="sv-SE" altLang="en-US" b="1">
                <a:sym typeface="Symbol" panose="05050102010706020507" pitchFamily="18" charset="2"/>
              </a:rPr>
              <a:t>x  </a:t>
            </a:r>
            <a:r>
              <a:rPr lang="sv-SE" altLang="en-US">
                <a:sym typeface="Symbol" panose="05050102010706020507" pitchFamily="18" charset="2"/>
              </a:rPr>
              <a:t>(</a:t>
            </a:r>
            <a:r>
              <a:rPr lang="sv-SE" altLang="en-US" i="1">
                <a:sym typeface="Symbol" panose="05050102010706020507" pitchFamily="18" charset="2"/>
              </a:rPr>
              <a:t>A</a:t>
            </a:r>
            <a:r>
              <a:rPr lang="sv-SE" altLang="en-US">
                <a:sym typeface="Symbol" panose="05050102010706020507" pitchFamily="18" charset="2"/>
              </a:rPr>
              <a:t>-I)</a:t>
            </a:r>
            <a:r>
              <a:rPr lang="sv-SE" altLang="en-US" b="1">
                <a:sym typeface="Symbol" panose="05050102010706020507" pitchFamily="18" charset="2"/>
              </a:rPr>
              <a:t>x</a:t>
            </a:r>
            <a:r>
              <a:rPr lang="sv-SE" altLang="en-US">
                <a:sym typeface="Symbol" panose="05050102010706020507" pitchFamily="18" charset="2"/>
              </a:rPr>
              <a:t>=0</a:t>
            </a:r>
          </a:p>
          <a:p>
            <a:pPr eaLnBrk="1" hangingPunct="1"/>
            <a:r>
              <a:rPr lang="sv-SE" altLang="en-US">
                <a:sym typeface="Symbol" panose="05050102010706020507" pitchFamily="18" charset="2"/>
              </a:rPr>
              <a:t>How to calculate </a:t>
            </a:r>
            <a:r>
              <a:rPr lang="sv-SE" altLang="en-US" b="1">
                <a:sym typeface="Symbol" panose="05050102010706020507" pitchFamily="18" charset="2"/>
              </a:rPr>
              <a:t>x</a:t>
            </a:r>
            <a:r>
              <a:rPr lang="sv-SE" altLang="en-US">
                <a:sym typeface="Symbol" panose="05050102010706020507" pitchFamily="18" charset="2"/>
              </a:rPr>
              <a:t> and :</a:t>
            </a:r>
          </a:p>
          <a:p>
            <a:pPr lvl="1" eaLnBrk="1" hangingPunct="1"/>
            <a:r>
              <a:rPr lang="sv-SE" altLang="en-US"/>
              <a:t>Calculate </a:t>
            </a:r>
            <a:r>
              <a:rPr lang="sv-SE" altLang="en-US" i="1"/>
              <a:t>det</a:t>
            </a:r>
            <a:r>
              <a:rPr lang="sv-SE" altLang="en-US">
                <a:sym typeface="Symbol" panose="05050102010706020507" pitchFamily="18" charset="2"/>
              </a:rPr>
              <a:t>(</a:t>
            </a:r>
            <a:r>
              <a:rPr lang="sv-SE" altLang="en-US" i="1">
                <a:sym typeface="Symbol" panose="05050102010706020507" pitchFamily="18" charset="2"/>
              </a:rPr>
              <a:t>A</a:t>
            </a:r>
            <a:r>
              <a:rPr lang="sv-SE" altLang="en-US">
                <a:sym typeface="Symbol" panose="05050102010706020507" pitchFamily="18" charset="2"/>
              </a:rPr>
              <a:t>-</a:t>
            </a:r>
            <a:r>
              <a:rPr lang="sv-SE" altLang="en-US" i="1">
                <a:sym typeface="Symbol" panose="05050102010706020507" pitchFamily="18" charset="2"/>
              </a:rPr>
              <a:t>I</a:t>
            </a:r>
            <a:r>
              <a:rPr lang="sv-SE" altLang="en-US">
                <a:sym typeface="Symbol" panose="05050102010706020507" pitchFamily="18" charset="2"/>
              </a:rPr>
              <a:t>), yields a polynomial (degree n)</a:t>
            </a:r>
          </a:p>
          <a:p>
            <a:pPr lvl="1" eaLnBrk="1" hangingPunct="1"/>
            <a:r>
              <a:rPr lang="sv-SE" altLang="en-US"/>
              <a:t>Determine roots to </a:t>
            </a:r>
            <a:r>
              <a:rPr lang="sv-SE" altLang="en-US" i="1"/>
              <a:t>det</a:t>
            </a:r>
            <a:r>
              <a:rPr lang="sv-SE" altLang="en-US">
                <a:sym typeface="Symbol" panose="05050102010706020507" pitchFamily="18" charset="2"/>
              </a:rPr>
              <a:t>(</a:t>
            </a:r>
            <a:r>
              <a:rPr lang="sv-SE" altLang="en-US" i="1">
                <a:sym typeface="Symbol" panose="05050102010706020507" pitchFamily="18" charset="2"/>
              </a:rPr>
              <a:t>A</a:t>
            </a:r>
            <a:r>
              <a:rPr lang="sv-SE" altLang="en-US">
                <a:sym typeface="Symbol" panose="05050102010706020507" pitchFamily="18" charset="2"/>
              </a:rPr>
              <a:t>-</a:t>
            </a:r>
            <a:r>
              <a:rPr lang="sv-SE" altLang="en-US" i="1">
                <a:sym typeface="Symbol" panose="05050102010706020507" pitchFamily="18" charset="2"/>
              </a:rPr>
              <a:t>I</a:t>
            </a:r>
            <a:r>
              <a:rPr lang="sv-SE" altLang="en-US">
                <a:sym typeface="Symbol" panose="05050102010706020507" pitchFamily="18" charset="2"/>
              </a:rPr>
              <a:t>)</a:t>
            </a:r>
            <a:r>
              <a:rPr lang="sv-SE" altLang="en-US"/>
              <a:t>=0, roots are eigenvalues </a:t>
            </a:r>
            <a:r>
              <a:rPr lang="sv-SE" altLang="en-US">
                <a:sym typeface="Symbol" panose="05050102010706020507" pitchFamily="18" charset="2"/>
              </a:rPr>
              <a:t></a:t>
            </a:r>
          </a:p>
          <a:p>
            <a:pPr lvl="1" eaLnBrk="1" hangingPunct="1"/>
            <a:r>
              <a:rPr lang="sv-SE" altLang="en-US">
                <a:sym typeface="Symbol" panose="05050102010706020507" pitchFamily="18" charset="2"/>
              </a:rPr>
              <a:t>Solve (</a:t>
            </a:r>
            <a:r>
              <a:rPr lang="sv-SE" altLang="en-US" i="1">
                <a:sym typeface="Symbol" panose="05050102010706020507" pitchFamily="18" charset="2"/>
              </a:rPr>
              <a:t>A</a:t>
            </a:r>
            <a:r>
              <a:rPr lang="sv-SE" altLang="en-US">
                <a:sym typeface="Symbol" panose="05050102010706020507" pitchFamily="18" charset="2"/>
              </a:rPr>
              <a:t>- </a:t>
            </a:r>
            <a:r>
              <a:rPr lang="sv-SE" altLang="en-US" i="1">
                <a:sym typeface="Symbol" panose="05050102010706020507" pitchFamily="18" charset="2"/>
              </a:rPr>
              <a:t>I</a:t>
            </a:r>
            <a:r>
              <a:rPr lang="sv-SE" altLang="en-US">
                <a:sym typeface="Symbol" panose="05050102010706020507" pitchFamily="18" charset="2"/>
              </a:rPr>
              <a:t>) </a:t>
            </a:r>
            <a:r>
              <a:rPr lang="sv-SE" altLang="en-US" b="1">
                <a:sym typeface="Symbol" panose="05050102010706020507" pitchFamily="18" charset="2"/>
              </a:rPr>
              <a:t>x</a:t>
            </a:r>
            <a:r>
              <a:rPr lang="sv-SE" altLang="en-US">
                <a:sym typeface="Symbol" panose="05050102010706020507" pitchFamily="18" charset="2"/>
              </a:rPr>
              <a:t>=0 for each  to obtain eigenvectors </a:t>
            </a:r>
            <a:r>
              <a:rPr lang="sv-SE" altLang="en-US" b="1">
                <a:sym typeface="Symbol" panose="05050102010706020507" pitchFamily="18" charset="2"/>
              </a:rPr>
              <a:t>x</a:t>
            </a:r>
          </a:p>
          <a:p>
            <a:pPr eaLnBrk="1" hangingPunct="1"/>
            <a:endParaRPr lang="en-US" altLang="en-US"/>
          </a:p>
        </p:txBody>
      </p:sp>
      <p:sp>
        <p:nvSpPr>
          <p:cNvPr id="36866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E3498F-9E46-4C39-B54A-CD465F52E4AD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05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06375"/>
            <a:ext cx="8229600" cy="857250"/>
          </a:xfrm>
        </p:spPr>
        <p:txBody>
          <a:bodyPr/>
          <a:lstStyle/>
          <a:p>
            <a:pPr eaLnBrk="1" hangingPunct="1"/>
            <a:r>
              <a:rPr lang="sv-SE" altLang="en-US" sz="2700"/>
              <a:t>Eigenvalues &amp; eigenvectors</a:t>
            </a:r>
            <a:endParaRPr lang="en-US" altLang="en-US" sz="27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da-DK" altLang="en-US"/>
              <a:t>1. principal component (PC1)</a:t>
            </a:r>
          </a:p>
          <a:p>
            <a:pPr lvl="1" eaLnBrk="1" hangingPunct="1"/>
            <a:r>
              <a:rPr lang="da-DK" altLang="en-US"/>
              <a:t>The eigenvalue with the largest absolute value will indicate that the data have the largest variance along its eigenvector, the direction along which there is greatest variation</a:t>
            </a:r>
          </a:p>
          <a:p>
            <a:pPr eaLnBrk="1" hangingPunct="1"/>
            <a:r>
              <a:rPr lang="da-DK" altLang="en-US"/>
              <a:t>2. principal component (PC2)</a:t>
            </a:r>
          </a:p>
          <a:p>
            <a:pPr lvl="1" eaLnBrk="1" hangingPunct="1"/>
            <a:r>
              <a:rPr lang="da-DK" altLang="en-US"/>
              <a:t>the direction with maximum variation left in data,  orthogonal to the 1. PC </a:t>
            </a:r>
          </a:p>
          <a:p>
            <a:pPr eaLnBrk="1" hangingPunct="1"/>
            <a:r>
              <a:rPr lang="da-DK" altLang="en-US"/>
              <a:t>In general, only few directions manage to capture most of the variability in the data.</a:t>
            </a:r>
          </a:p>
          <a:p>
            <a:pPr lvl="1" eaLnBrk="1" hangingPunct="1"/>
            <a:endParaRPr lang="da-DK" altLang="en-US"/>
          </a:p>
          <a:p>
            <a:pPr eaLnBrk="1" hangingPunct="1"/>
            <a:endParaRPr lang="da-DK" alt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PCA</a:t>
            </a:r>
            <a:endParaRPr lang="en-IN" dirty="0"/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735337-2C7B-45B1-AA3A-070FD12A74B2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0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100" dirty="0">
                <a:ea typeface="PMingLiU" pitchFamily="18" charset="-120"/>
              </a:rPr>
              <a:t>Let      be the mean vector (taking the mean of all rows)</a:t>
            </a:r>
          </a:p>
          <a:p>
            <a:pPr eaLnBrk="1" hangingPunct="1"/>
            <a:r>
              <a:rPr lang="en-US" altLang="zh-TW" sz="2100" dirty="0">
                <a:ea typeface="PMingLiU" pitchFamily="18" charset="-120"/>
              </a:rPr>
              <a:t>Adjust the original data by the mean</a:t>
            </a:r>
          </a:p>
          <a:p>
            <a:pPr lvl="1" eaLnBrk="1" hangingPunct="1">
              <a:buFontTx/>
              <a:buNone/>
            </a:pPr>
            <a:r>
              <a:rPr lang="en-US" altLang="zh-TW" sz="1800" dirty="0">
                <a:ea typeface="PMingLiU" pitchFamily="18" charset="-120"/>
              </a:rPr>
              <a:t>X</a:t>
            </a: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’</a:t>
            </a:r>
            <a:r>
              <a:rPr lang="en-US" altLang="zh-TW" sz="1800" dirty="0">
                <a:ea typeface="PMingLiU" pitchFamily="18" charset="-120"/>
              </a:rPr>
              <a:t> = X </a:t>
            </a:r>
            <a:r>
              <a:rPr lang="en-US" altLang="zh-TW" sz="1800" dirty="0">
                <a:latin typeface="Tahoma" panose="020B0604030504040204" pitchFamily="34" charset="0"/>
                <a:ea typeface="PMingLiU" pitchFamily="18" charset="-120"/>
              </a:rPr>
              <a:t>–</a:t>
            </a:r>
            <a:r>
              <a:rPr lang="en-US" altLang="zh-TW" sz="1800" dirty="0">
                <a:ea typeface="PMingLiU" pitchFamily="18" charset="-120"/>
              </a:rPr>
              <a:t> </a:t>
            </a:r>
          </a:p>
          <a:p>
            <a:pPr eaLnBrk="1" hangingPunct="1"/>
            <a:r>
              <a:rPr lang="en-US" altLang="zh-TW" sz="2100" dirty="0">
                <a:ea typeface="PMingLiU" pitchFamily="18" charset="-120"/>
              </a:rPr>
              <a:t>Compute the covariance matrix C of adjusted X</a:t>
            </a:r>
          </a:p>
          <a:p>
            <a:pPr eaLnBrk="1" hangingPunct="1"/>
            <a:r>
              <a:rPr lang="en-US" altLang="zh-TW" sz="2100" dirty="0">
                <a:ea typeface="PMingLiU" pitchFamily="18" charset="-120"/>
              </a:rPr>
              <a:t>Find the eigenvectors and eigenvalues of C.</a:t>
            </a:r>
          </a:p>
          <a:p>
            <a:pPr eaLnBrk="1" hangingPunct="1"/>
            <a:endParaRPr lang="zh-TW" altLang="en-US" sz="2100" dirty="0">
              <a:ea typeface="PMingLiU" pitchFamily="18" charset="-120"/>
            </a:endParaRPr>
          </a:p>
        </p:txBody>
      </p:sp>
      <p:sp>
        <p:nvSpPr>
          <p:cNvPr id="38918" name="Rectangle 5"/>
          <p:cNvSpPr>
            <a:spLocks noGrp="1" noChangeArrowheads="1"/>
          </p:cNvSpPr>
          <p:nvPr>
            <p:ph type="body" idx="2"/>
          </p:nvPr>
        </p:nvSpPr>
        <p:spPr>
          <a:xfrm>
            <a:off x="1295400" y="3167063"/>
            <a:ext cx="6324600" cy="1600200"/>
          </a:xfrm>
        </p:spPr>
        <p:txBody>
          <a:bodyPr>
            <a:noAutofit/>
          </a:bodyPr>
          <a:lstStyle/>
          <a:p>
            <a:pPr eaLnBrk="1" hangingPunct="1"/>
            <a:r>
              <a:rPr lang="sv-SE" altLang="en-US" sz="1400" dirty="0"/>
              <a:t>For matrix </a:t>
            </a:r>
            <a:r>
              <a:rPr lang="sv-SE" altLang="en-US" sz="1400" i="1" dirty="0"/>
              <a:t>C, v</a:t>
            </a:r>
            <a:r>
              <a:rPr lang="sv-SE" altLang="en-US" sz="1400" dirty="0"/>
              <a:t>ectors </a:t>
            </a:r>
            <a:r>
              <a:rPr lang="sv-SE" altLang="en-US" sz="1400" b="1" dirty="0"/>
              <a:t>e</a:t>
            </a:r>
            <a:r>
              <a:rPr lang="sv-SE" altLang="en-US" sz="1400" dirty="0"/>
              <a:t> (=column vector) having same direction as </a:t>
            </a:r>
            <a:r>
              <a:rPr lang="sv-SE" altLang="en-US" sz="1400" i="1" dirty="0"/>
              <a:t>C</a:t>
            </a:r>
            <a:r>
              <a:rPr lang="sv-SE" altLang="en-US" sz="1400" b="1" dirty="0"/>
              <a:t>e</a:t>
            </a:r>
            <a:r>
              <a:rPr lang="sv-SE" altLang="en-US" sz="1400" dirty="0"/>
              <a:t> :</a:t>
            </a:r>
          </a:p>
          <a:p>
            <a:pPr lvl="1" eaLnBrk="1" hangingPunct="1"/>
            <a:r>
              <a:rPr lang="sv-SE" altLang="en-US" sz="1100" i="1" dirty="0"/>
              <a:t>eigenvectors</a:t>
            </a:r>
            <a:r>
              <a:rPr lang="sv-SE" altLang="en-US" sz="1100" dirty="0"/>
              <a:t> of </a:t>
            </a:r>
            <a:r>
              <a:rPr lang="sv-SE" altLang="en-US" sz="1100" i="1" dirty="0"/>
              <a:t>C</a:t>
            </a:r>
            <a:r>
              <a:rPr lang="sv-SE" altLang="en-US" sz="1100" dirty="0"/>
              <a:t> is  </a:t>
            </a:r>
            <a:r>
              <a:rPr lang="sv-SE" altLang="en-US" sz="1100" b="1" dirty="0"/>
              <a:t>e </a:t>
            </a:r>
            <a:r>
              <a:rPr lang="sv-SE" altLang="en-US" sz="1100" dirty="0"/>
              <a:t>such that</a:t>
            </a:r>
            <a:r>
              <a:rPr lang="sv-SE" altLang="en-US" sz="1100" b="1" dirty="0"/>
              <a:t> </a:t>
            </a:r>
            <a:r>
              <a:rPr lang="sv-SE" altLang="en-US" sz="1100" i="1" dirty="0"/>
              <a:t>C</a:t>
            </a:r>
            <a:r>
              <a:rPr lang="sv-SE" altLang="en-US" sz="1100" b="1" dirty="0"/>
              <a:t>e</a:t>
            </a:r>
            <a:r>
              <a:rPr lang="sv-SE" altLang="en-US" sz="1100" dirty="0"/>
              <a:t>=</a:t>
            </a:r>
            <a:r>
              <a:rPr lang="sv-SE" altLang="en-US" sz="1100" dirty="0">
                <a:sym typeface="Symbol" panose="05050102010706020507" pitchFamily="18" charset="2"/>
              </a:rPr>
              <a:t></a:t>
            </a:r>
            <a:r>
              <a:rPr lang="sv-SE" altLang="en-US" sz="1100" b="1" dirty="0">
                <a:sym typeface="Symbol" panose="05050102010706020507" pitchFamily="18" charset="2"/>
              </a:rPr>
              <a:t>e</a:t>
            </a:r>
            <a:r>
              <a:rPr lang="sv-SE" altLang="en-US" sz="1100" dirty="0">
                <a:sym typeface="Symbol" panose="05050102010706020507" pitchFamily="18" charset="2"/>
              </a:rPr>
              <a:t>, </a:t>
            </a:r>
          </a:p>
          <a:p>
            <a:pPr lvl="1" eaLnBrk="1" hangingPunct="1"/>
            <a:r>
              <a:rPr lang="sv-SE" altLang="en-US" sz="1100" dirty="0">
                <a:sym typeface="Symbol" panose="05050102010706020507" pitchFamily="18" charset="2"/>
              </a:rPr>
              <a:t> is called an </a:t>
            </a:r>
            <a:r>
              <a:rPr lang="sv-SE" altLang="en-US" sz="1100" i="1" dirty="0">
                <a:sym typeface="Symbol" panose="05050102010706020507" pitchFamily="18" charset="2"/>
              </a:rPr>
              <a:t>eigenvalue</a:t>
            </a:r>
            <a:r>
              <a:rPr lang="sv-SE" altLang="en-US" sz="1100" dirty="0">
                <a:sym typeface="Symbol" panose="05050102010706020507" pitchFamily="18" charset="2"/>
              </a:rPr>
              <a:t> of </a:t>
            </a:r>
            <a:r>
              <a:rPr lang="sv-SE" altLang="en-US" sz="1100" i="1" dirty="0">
                <a:sym typeface="Symbol" panose="05050102010706020507" pitchFamily="18" charset="2"/>
              </a:rPr>
              <a:t>C</a:t>
            </a:r>
            <a:r>
              <a:rPr lang="sv-SE" altLang="en-US" sz="1100" dirty="0">
                <a:sym typeface="Symbol" panose="05050102010706020507" pitchFamily="18" charset="2"/>
              </a:rPr>
              <a:t>.</a:t>
            </a:r>
          </a:p>
          <a:p>
            <a:pPr marL="428625" lvl="1" indent="0" eaLnBrk="1" hangingPunct="1">
              <a:buNone/>
            </a:pPr>
            <a:endParaRPr lang="sv-SE" altLang="en-US" sz="1100" dirty="0">
              <a:sym typeface="Symbol" panose="05050102010706020507" pitchFamily="18" charset="2"/>
            </a:endParaRPr>
          </a:p>
          <a:p>
            <a:pPr eaLnBrk="1" hangingPunct="1"/>
            <a:r>
              <a:rPr lang="sv-SE" altLang="en-US" sz="1400" i="1" dirty="0"/>
              <a:t>C</a:t>
            </a:r>
            <a:r>
              <a:rPr lang="sv-SE" altLang="en-US" sz="1400" b="1" dirty="0"/>
              <a:t>e</a:t>
            </a:r>
            <a:r>
              <a:rPr lang="sv-SE" altLang="en-US" sz="1400" dirty="0"/>
              <a:t>=</a:t>
            </a:r>
            <a:r>
              <a:rPr lang="sv-SE" altLang="en-US" sz="1400" dirty="0">
                <a:sym typeface="Symbol" panose="05050102010706020507" pitchFamily="18" charset="2"/>
              </a:rPr>
              <a:t></a:t>
            </a:r>
            <a:r>
              <a:rPr lang="sv-SE" altLang="en-US" sz="1400" b="1" dirty="0">
                <a:sym typeface="Symbol" panose="05050102010706020507" pitchFamily="18" charset="2"/>
              </a:rPr>
              <a:t>e  </a:t>
            </a:r>
            <a:r>
              <a:rPr lang="sv-SE" altLang="en-US" sz="1400" dirty="0">
                <a:sym typeface="Symbol" panose="05050102010706020507" pitchFamily="18" charset="2"/>
              </a:rPr>
              <a:t>(</a:t>
            </a:r>
            <a:r>
              <a:rPr lang="sv-SE" altLang="en-US" sz="1400" i="1" dirty="0">
                <a:sym typeface="Symbol" panose="05050102010706020507" pitchFamily="18" charset="2"/>
              </a:rPr>
              <a:t>C</a:t>
            </a:r>
            <a:r>
              <a:rPr lang="sv-SE" altLang="en-US" sz="1400" dirty="0">
                <a:sym typeface="Symbol" panose="05050102010706020507" pitchFamily="18" charset="2"/>
              </a:rPr>
              <a:t>-</a:t>
            </a:r>
            <a:r>
              <a:rPr lang="sv-SE" altLang="en-US" sz="1100" dirty="0">
                <a:sym typeface="Symbol" panose="05050102010706020507" pitchFamily="18" charset="2"/>
              </a:rPr>
              <a:t>I)</a:t>
            </a:r>
            <a:r>
              <a:rPr lang="sv-SE" altLang="en-US" sz="1100" b="1" dirty="0">
                <a:sym typeface="Symbol" panose="05050102010706020507" pitchFamily="18" charset="2"/>
              </a:rPr>
              <a:t>e</a:t>
            </a:r>
            <a:r>
              <a:rPr lang="sv-SE" altLang="en-US" sz="1100" dirty="0">
                <a:sym typeface="Symbol" panose="05050102010706020507" pitchFamily="18" charset="2"/>
              </a:rPr>
              <a:t>=0</a:t>
            </a:r>
          </a:p>
          <a:p>
            <a:pPr lvl="1" eaLnBrk="1" hangingPunct="1"/>
            <a:endParaRPr lang="sv-SE" altLang="en-US" sz="1100" b="1" dirty="0">
              <a:sym typeface="Symbol" panose="05050102010706020507" pitchFamily="18" charset="2"/>
            </a:endParaRPr>
          </a:p>
          <a:p>
            <a:pPr lvl="1" eaLnBrk="1" hangingPunct="1"/>
            <a:r>
              <a:rPr lang="sv-SE" altLang="en-US" sz="1100" b="1" dirty="0">
                <a:sym typeface="Symbol" panose="05050102010706020507" pitchFamily="18" charset="2"/>
              </a:rPr>
              <a:t>Most data mining packages do this for you.</a:t>
            </a:r>
            <a:endParaRPr lang="sv-SE" altLang="en-US" sz="1100" dirty="0">
              <a:sym typeface="Symbol" panose="05050102010706020507" pitchFamily="18" charset="2"/>
            </a:endParaRPr>
          </a:p>
          <a:p>
            <a:pPr eaLnBrk="1" hangingPunct="1"/>
            <a:endParaRPr lang="zh-TW" altLang="en-US" sz="1800" dirty="0">
              <a:ea typeface="PMingLiU" pitchFamily="18" charset="-120"/>
            </a:endParaRPr>
          </a:p>
        </p:txBody>
      </p:sp>
      <p:sp>
        <p:nvSpPr>
          <p:cNvPr id="38914" name="Slide Number Placeholder 6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812EE3-1B79-4E3E-9FA2-10254B6C7FB5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05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0611" y="10715"/>
            <a:ext cx="5829300" cy="857250"/>
          </a:xfrm>
        </p:spPr>
        <p:txBody>
          <a:bodyPr/>
          <a:lstStyle/>
          <a:p>
            <a:pPr eaLnBrk="1" hangingPunct="1"/>
            <a:r>
              <a:rPr lang="en-US" altLang="zh-TW" sz="3000" dirty="0">
                <a:ea typeface="PMingLiU" pitchFamily="18" charset="-120"/>
              </a:rPr>
              <a:t>Steps of PCA</a:t>
            </a:r>
          </a:p>
        </p:txBody>
      </p:sp>
      <p:graphicFrame>
        <p:nvGraphicFramePr>
          <p:cNvPr id="38917" name="Object 4"/>
          <p:cNvGraphicFramePr>
            <a:graphicFrameLocks noChangeAspect="1"/>
          </p:cNvGraphicFramePr>
          <p:nvPr/>
        </p:nvGraphicFramePr>
        <p:xfrm>
          <a:off x="2914651" y="2686050"/>
          <a:ext cx="316706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68" imgH="164957" progId="Equation.3">
                  <p:embed/>
                </p:oleObj>
              </mc:Choice>
              <mc:Fallback>
                <p:oleObj name="Equation" r:id="rId3" imgW="15226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651" y="2686050"/>
                        <a:ext cx="316706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61218"/>
              </p:ext>
            </p:extLst>
          </p:nvPr>
        </p:nvGraphicFramePr>
        <p:xfrm>
          <a:off x="1676400" y="1885950"/>
          <a:ext cx="316706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68" imgH="164957" progId="Equation.3">
                  <p:embed/>
                </p:oleObj>
              </mc:Choice>
              <mc:Fallback>
                <p:oleObj name="Equation" r:id="rId3" imgW="15226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885950"/>
                        <a:ext cx="316706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4120281"/>
              </p:ext>
            </p:extLst>
          </p:nvPr>
        </p:nvGraphicFramePr>
        <p:xfrm>
          <a:off x="978694" y="1162050"/>
          <a:ext cx="316706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68" imgH="164957" progId="Equation.3">
                  <p:embed/>
                </p:oleObj>
              </mc:Choice>
              <mc:Fallback>
                <p:oleObj name="Equation" r:id="rId3" imgW="15226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694" y="1162050"/>
                        <a:ext cx="316706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Calculate eigenvalues </a:t>
            </a:r>
            <a:r>
              <a:rPr lang="sv-SE" altLang="en-US" dirty="0">
                <a:sym typeface="Symbol" panose="05050102010706020507" pitchFamily="18" charset="2"/>
              </a:rPr>
              <a:t></a:t>
            </a:r>
            <a:r>
              <a:rPr lang="en-US" altLang="en-US" dirty="0"/>
              <a:t> and eigenvectors </a:t>
            </a:r>
            <a:r>
              <a:rPr lang="en-US" altLang="en-US" b="1" dirty="0"/>
              <a:t>x</a:t>
            </a:r>
            <a:r>
              <a:rPr lang="en-US" altLang="en-US" dirty="0"/>
              <a:t> for covariance matrix:</a:t>
            </a:r>
          </a:p>
          <a:p>
            <a:pPr lvl="1" eaLnBrk="1" hangingPunct="1"/>
            <a:r>
              <a:rPr lang="en-US" altLang="en-US" sz="1800" dirty="0"/>
              <a:t>Eigenvalues </a:t>
            </a:r>
            <a:r>
              <a:rPr lang="sv-SE" altLang="en-US" sz="1800" dirty="0">
                <a:sym typeface="Symbol" panose="05050102010706020507" pitchFamily="18" charset="2"/>
              </a:rPr>
              <a:t></a:t>
            </a:r>
            <a:r>
              <a:rPr lang="en-US" altLang="en-US" sz="1800" i="1" baseline="-25000" dirty="0"/>
              <a:t>j</a:t>
            </a:r>
            <a:r>
              <a:rPr lang="en-US" altLang="en-US" sz="1800" dirty="0"/>
              <a:t> are used for calculation of [% of total variance] (</a:t>
            </a:r>
            <a:r>
              <a:rPr lang="en-US" altLang="en-US" sz="1800" i="1" dirty="0" err="1"/>
              <a:t>V</a:t>
            </a:r>
            <a:r>
              <a:rPr lang="en-US" altLang="en-US" sz="1800" i="1" baseline="-25000" dirty="0" err="1"/>
              <a:t>j</a:t>
            </a:r>
            <a:r>
              <a:rPr lang="en-US" altLang="en-US" sz="1800" dirty="0"/>
              <a:t>) for each component</a:t>
            </a:r>
            <a:r>
              <a:rPr lang="en-US" altLang="en-US" sz="1800" i="1" dirty="0"/>
              <a:t> j</a:t>
            </a:r>
            <a:r>
              <a:rPr lang="en-US" altLang="en-US" sz="1800" dirty="0"/>
              <a:t>: 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>
              <a:buFontTx/>
              <a:buNone/>
            </a:pPr>
            <a:endParaRPr lang="en-US" altLang="en-US" dirty="0"/>
          </a:p>
          <a:p>
            <a:pPr lvl="1" eaLnBrk="1" hangingPunct="1"/>
            <a:endParaRPr lang="en-US" alt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altLang="en-US" dirty="0"/>
              <a:t>Eigenvalues</a:t>
            </a:r>
            <a:endParaRPr lang="en-IN" dirty="0"/>
          </a:p>
        </p:txBody>
      </p:sp>
      <p:sp>
        <p:nvSpPr>
          <p:cNvPr id="40962" name="Slide Number Placeholder 5"/>
          <p:cNvSpPr>
            <a:spLocks noGrp="1"/>
          </p:cNvSpPr>
          <p:nvPr>
            <p:ph type="sldNum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215256-9137-4227-A114-FBA2CD85DCA9}" type="slidenum">
              <a:rPr lang="en-US" altLang="en-US" sz="105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050"/>
          </a:p>
        </p:txBody>
      </p:sp>
      <p:graphicFrame>
        <p:nvGraphicFramePr>
          <p:cNvPr id="40965" name="Object 4"/>
          <p:cNvGraphicFramePr>
            <a:graphicFrameLocks noChangeAspect="1"/>
          </p:cNvGraphicFramePr>
          <p:nvPr/>
        </p:nvGraphicFramePr>
        <p:xfrm>
          <a:off x="2000251" y="2914651"/>
          <a:ext cx="4707731" cy="1193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200" imgH="647700" progId="Equation.3">
                  <p:embed/>
                </p:oleObj>
              </mc:Choice>
              <mc:Fallback>
                <p:oleObj name="Equation" r:id="rId3" imgW="19812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1" y="2914651"/>
                        <a:ext cx="4707731" cy="1193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20916</TotalTime>
  <Words>7342</Words>
  <Application>Microsoft Office PowerPoint</Application>
  <PresentationFormat>On-screen Show (16:9)</PresentationFormat>
  <Paragraphs>410</Paragraphs>
  <Slides>47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1" baseType="lpstr">
      <vt:lpstr>굴림</vt:lpstr>
      <vt:lpstr>PMingLiU</vt:lpstr>
      <vt:lpstr>Arial</vt:lpstr>
      <vt:lpstr>Calibri</vt:lpstr>
      <vt:lpstr>Cambria Math</vt:lpstr>
      <vt:lpstr>Helvetica</vt:lpstr>
      <vt:lpstr>sohne</vt:lpstr>
      <vt:lpstr>Symbol</vt:lpstr>
      <vt:lpstr>Tahoma</vt:lpstr>
      <vt:lpstr>Times New Roman</vt:lpstr>
      <vt:lpstr>Wingdings</vt:lpstr>
      <vt:lpstr>1_Office Theme</vt:lpstr>
      <vt:lpstr>3_Office Theme</vt:lpstr>
      <vt:lpstr>Equation</vt:lpstr>
      <vt:lpstr>Advanced Deep Learning ZG513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PCA :  Some Mathematics</vt:lpstr>
      <vt:lpstr>PCA: Some Mathematics</vt:lpstr>
      <vt:lpstr> PCA: Some Mathematics</vt:lpstr>
      <vt:lpstr>PCA: Some Mathematics</vt:lpstr>
      <vt:lpstr>PCA: Some Mathematics</vt:lpstr>
      <vt:lpstr>PCA: Some Statistics</vt:lpstr>
      <vt:lpstr>PCA: Some Mathematics</vt:lpstr>
      <vt:lpstr>PCA: Some Mathematics</vt:lpstr>
      <vt:lpstr>PCA: Some Mathematics</vt:lpstr>
      <vt:lpstr>PCA: Some Mathematics</vt:lpstr>
      <vt:lpstr>PCA: Some Mathematics</vt:lpstr>
      <vt:lpstr>PCA: Some Mathematics</vt:lpstr>
      <vt:lpstr>PCA: Some Mathematics</vt:lpstr>
      <vt:lpstr>PCA: Some Mathematics</vt:lpstr>
      <vt:lpstr>PCA: Some Mathematics</vt:lpstr>
      <vt:lpstr>PCA: Some Mathematics</vt:lpstr>
      <vt:lpstr>PCA: Some Mathematics</vt:lpstr>
      <vt:lpstr>PowerPoint Presentation</vt:lpstr>
      <vt:lpstr>PowerPoint Presentation</vt:lpstr>
      <vt:lpstr>PowerPoint Presentation</vt:lpstr>
      <vt:lpstr>PowerPoint Presentation</vt:lpstr>
      <vt:lpstr>PCA: one attribute first</vt:lpstr>
      <vt:lpstr>Now consider two dimensions</vt:lpstr>
      <vt:lpstr>More than two attributes: covariance matrix</vt:lpstr>
      <vt:lpstr>Transformed Data</vt:lpstr>
      <vt:lpstr>Eigenvalues &amp; eigenvectors</vt:lpstr>
      <vt:lpstr>Eigenvalues &amp; eigenvectors</vt:lpstr>
      <vt:lpstr>PowerPoint Presentation</vt:lpstr>
      <vt:lpstr>Steps of PCA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Aakash Goel (DSAI)</cp:lastModifiedBy>
  <cp:revision>181</cp:revision>
  <dcterms:created xsi:type="dcterms:W3CDTF">2021-03-10T15:42:36Z</dcterms:created>
  <dcterms:modified xsi:type="dcterms:W3CDTF">2026-01-24T11:51:55Z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2021-03-10T00:00:00Z</vt:filetime>
  </property>
</Properties>
</file>
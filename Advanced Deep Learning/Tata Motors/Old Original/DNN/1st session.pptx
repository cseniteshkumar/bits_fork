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4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5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6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24575,'0'-5'0,"5"-1"0,5 1 0,6 0 0,4 2 0,-1 6 0,0 1 0,7 2 0,-6-2 0,-12-1 0,-10 0 0,-10-2 0,-7 0 0,-1 3 0,4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7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59 24575,'-1'44'0,"0"-26"0,0-1 0,2 1 0,0 0 0,5 29 0,-5-46 0,-1 0 0,0 0 0,0 1 0,0-1 0,1 0 0,-1 0 0,1 0 0,-1 1 0,1-1 0,0 0 0,-1 0 0,1 0 0,0 0 0,0 0 0,-1 0 0,1 0 0,0 0 0,0 0 0,1 0 0,-1-1 0,0 0 0,-1 0 0,1 0 0,-1 0 0,1 0 0,0-1 0,-1 1 0,1 0 0,-1 0 0,1-1 0,0 1 0,-1 0 0,1-1 0,-1 1 0,1-1 0,-1 1 0,0 0 0,1-1 0,-1 1 0,1-1 0,-1 0 0,0 1 0,1-1 0,-1 1 0,1-2 0,2-4 0,0-1 0,-1 1 0,1-1 0,-1 0 0,1-11 0,0 2-151,-1 0-1,-1-1 0,0 1 0,-1-1 1,-1 1-1,-1-1 0,0 1 1,-6-18-1,2 17-6674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8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9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17 162 24575,'0'-8'0,"0"-13"0,0-6 0,0-4 0,-5 4 0,-1 2 0,1 10 0,5 7 0,2 10 0,2 8 0,4 8 0,5-1 0,0 3 0,-2 2 0,-2-3-8191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24575,'0'5'0,"4"1"0,6 0 0,-3-1 0,-2 2 0,-3 6 0,-2-1-8191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1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1 177 24575,'6'0'0,"20"1"0,0-2 0,-1-1 0,0 0 0,36-10 0,-54 11 0,-1-1 0,0-1 0,0 1 0,0-1 0,-1 0 0,1-1 0,-1 1 0,0-1 0,9-8 0,-11 8 0,0 1 0,0-1 0,0 0 0,-1 0 0,0 0 0,0 0 0,0 0 0,0 0 0,-1-1 0,1 1 0,-1-1 0,0 1 0,0-1 0,-1 1 0,0-7 0,1 8 0,-1 1 0,-1 0 0,1 0 0,0 0 0,0 0 0,-1 0 0,1 0 0,-1 0 0,0 0 0,1 1 0,-1-1 0,0 0 0,0 0 0,0 0 0,0 1 0,-1-1 0,1 1 0,0-1 0,-1 1 0,1-1 0,-1 1 0,1 0 0,-1-1 0,0 1 0,0 0 0,1 0 0,-1 0 0,0 1 0,0-1 0,0 0 0,0 1 0,0-1 0,0 1 0,0 0 0,0 0 0,-4 0 0,1-1 0,1 1 0,-1 1 0,1-1 0,-1 1 0,1-1 0,0 1 0,-1 1 0,1-1 0,0 1 0,-1-1 0,1 1 0,0 0 0,0 1 0,1-1 0,-1 1 0,-4 3 0,5-2-195,-1 1 0,1-1 0,0 1 0,0 0 0,0-1 0,-4 11 0,0 6-6631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2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3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24575,'0'6'0,"-1"0"0,0 0 0,0-1 0,-1 1 0,-3 8 0,-5 18 0,9-24 0,-1-1 0,1 1 0,0 0 0,1 0 0,0 0 0,0 0 0,1 0 0,0 0 0,0 0 0,5 13 0,-6-20 0,0-1 0,0 1 0,0-1 0,1 0 0,-1 1 0,0-1 0,0 0 0,1 1 0,-1-1 0,0 0 0,0 1 0,1-1 0,-1 0 0,0 1 0,1-1 0,-1 0 0,0 0 0,1 0 0,-1 1 0,0-1 0,1 0 0,-1 0 0,1 0 0,-1 0 0,0 0 0,1 0 0,-1 0 0,1 0 0,-1 0 0,1 0 0,-1 0 0,0 0 0,1 0 0,-1 0 0,1 0 0,-1 0 0,0 0 0,1 0 0,-1 0 0,1-1 0,-1 1 0,0 0 0,1 0 0,-1 0 0,0-1 0,1 1 0,-1 0 0,0-1 0,0 1 0,1 0 0,-1-1 0,0 1 0,0 0 0,1-1 0,-1 1 0,0-1 0,13-21 0,-9 6-169,-1 1-1,0-1 1,-1 0-1,-1 0 1,-1-25 0,0 36-180,0-19-6477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5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27 210 24575,'0'-4'0,"4"-2"0,2-4 0,-1-5 0,0-4 0,-2-4 0,-1-1 0,-1-2 0,-5 4 0,-2 1 0,-4 4 0,-5 5 0,4 5 0,5 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0 234 24575,'9'0'0,"7"-4"0,5-2 0,0-4 0,0-1 0,-4-2 0,-4-4 0,-4-3 0,-4-3 0,-3-6 0,-6 2 0,-7 5 0,-6 7 0,0 1 0,-1 3 0,-3 4 0,3 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7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9 126 24575,'9'0'0,"7"0"0,5 0 0,4 0 0,-3-4 0,-5-6 0,-9-6 0,-12-4 0,-8-4 0,-7 3 0,-5 4 0,-2 6 0,3 9 0,5 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11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 24575,'-13'0'0,"-17"0"0,1 0 0,-55 10 0,75-8 0,1 0 0,-1 0 0,1 1 0,0 0 0,0 0 0,0 1 0,1 0 0,-1 1 0,1 0 0,0 0 0,1 0 0,-1 1 0,1 0 0,-8 9 0,-1 7 0,1 0 0,1 1 0,2 0 0,0 1 0,1 0 0,-11 46 0,18-59 0,1 0 0,0 0 0,1 0 0,0 0 0,1 1 0,1-1 0,0 0 0,0 0 0,4 15 0,-3-19 0,0 1 0,1-1 0,0 0 0,0 0 0,1 0 0,0-1 0,0 0 0,0 1 0,1-1 0,0 0 0,0-1 0,1 0 0,-1 1 0,12 7 0,23 11 0,0-1 0,2-2 0,45 16 0,139 36 0,-202-66 0,127 32 0,-126-34 0,1-1 0,-1-1 0,51 0 0,-72-4 0,0 1 0,-1-1 0,1 1 0,0-1 0,-1 0 0,1-1 0,0 1 0,-1-1 0,1 1 0,-1-1 0,0 0 0,0 0 0,0-1 0,0 1 0,5-6 0,-3 3 0,-1-1 0,0 1 0,0-1 0,-1 0 0,1-1 0,-1 1 0,-1-1 0,3-6 0,1-8 0,-2-1 0,0 1 0,-1-1 0,-1-32 0,-6-107 0,3 156 0,0 0 0,0 0 0,0 0 0,-1 0 0,0 1 0,0-1 0,0 0 0,-1 1 0,1 0 0,-1-1 0,0 1 0,-1 0 0,1 0 0,0 1 0,-7-6 0,-6-3 0,0 1 0,-30-17 0,25 16 0,-22-11 0,0 1 0,-1 3 0,-1 1 0,-67-16 0,89 30-51,0 1 0,0 1 0,0 1 0,-29 2 0,19 0-1059,5-1-5716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13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24575,'58'82'0,"3"-3"0,136 135 0,-153-176 0,1-1 0,86 53 0,-112-80 0,0 0 0,0-1 0,34 11 0,-52-20 0,0 0 0,0 1 0,0-1 0,0 1 0,0-1 0,0 0 0,0 0 0,0 1 0,0-1 0,0 0 0,0 0 0,0 0 0,0 0 0,0 0 0,0 0 0,0 0 0,0-1 0,0 1 0,0 0 0,0-1 0,0 1 0,0 0 0,-1-1 0,1 1 0,0-1 0,0 1 0,0-1 0,0 0 0,-1 1 0,1-1 0,0 0 0,-1 0 0,1 1 0,0-1 0,-1 0 0,1 0 0,-1 0 0,1 0 0,-1 0 0,0 0 0,1 1 0,-1-1 0,0 0 0,0-2 0,1-4 0,-1-1 0,0 0 0,0 1 0,-1-1 0,-1-7 0,0 2 0,-2-19 0,-17-202 0,20 200 0,2-1 0,1 1 0,2-1 0,15-60 0,-14 75 0,1 1 0,1 0 0,0 0 0,2 0 0,12-21 0,-18 35-170,0 0-1,-1-1 0,1 0 1,-1 0-1,-1 0 0,1 0 1,0-9-1,1-4-6655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2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45 121 24575,'-1'0'0,"-1"0"0,0 0 0,0 0 0,1 0 0,-1 0 0,0 0 0,1 1 0,-1-1 0,1 0 0,-1 1 0,0 0 0,1-1 0,-1 1 0,1 0 0,-1 0 0,1-1 0,0 1 0,-1 0 0,1 1 0,0-1 0,-1 0 0,1 0 0,0 0 0,0 1 0,0-1 0,0 1 0,1-1 0,-1 1 0,0-1 0,0 1 0,1-1 0,-1 1 0,1 0 0,0-1 0,-1 1 0,1 0 0,0-1 0,0 1 0,0 0 0,0 2 0,1-1 0,-1 0 0,1-1 0,-1 1 0,1 0 0,0 0 0,0-1 0,0 1 0,1-1 0,-1 1 0,1-1 0,-1 1 0,1-1 0,0 0 0,0 0 0,0 0 0,0 0 0,0 0 0,0 0 0,1-1 0,-1 1 0,0-1 0,1 1 0,-1-1 0,4 1 0,-2 0 0,0-1 0,-1 0 0,1 0 0,0 0 0,0-1 0,0 1 0,0-1 0,-1 0 0,1 0 0,0-1 0,0 1 0,0-1 0,0 0 0,-1 1 0,1-2 0,0 1 0,5-3 0,-6 2 0,0 0 0,-1-1 0,1 1 0,-1-1 0,0 0 0,0 1 0,0-1 0,0 0 0,0 0 0,0 0 0,-1 0 0,0-1 0,1 1 0,-1 0 0,0-1 0,-1 1 0,1-1 0,-1 1 0,1-7 0,-1 4 0,3-68 0,-3 70 0,0-1 0,-1 1 0,1-1 0,-1 1 0,0 0 0,0 0 0,0-1 0,-1 1 0,1 0 0,-1 0 0,0 0 0,0 0 0,-5-5 0,7 8 0,-1 1 0,1-1 0,0 1 0,-1-1 0,1 1 0,-1-1 0,1 1 0,-1 0 0,1-1 0,-1 1 0,1 0 0,-1-1 0,0 1 0,1 0 0,-1 0 0,1 0 0,-1-1 0,0 1 0,1 0 0,-1 0 0,1 0 0,-1 0 0,0 0 0,1 0 0,-1 0 0,0 0 0,1 1 0,-1-1 0,-1 0 0,1 1 0,0 0 0,0 0 0,0 0 0,0 0 0,1 0 0,-1 0 0,0 0 0,0 1 0,1-1 0,-1 0 0,0 0 0,0 3 0,-8 40 0,7 9-1365,3-29-5461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5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2566 24575,'2'-4'0,"-1"-1"0,1 1 0,-1 0 0,1 0 0,1-1 0,-1 1 0,5-6 0,-1 0 0,10-21 0,-1-1 0,17-56 0,10-24 0,-23 74 0,30-43 0,17-31 0,-56 94 0,1 1 0,0 0 0,1 1 0,28-29 0,-26 31 0,-1 0 0,-1-1 0,0-1 0,-1 1 0,13-27 0,-14 23 0,1 2 0,0-1 0,1 1 0,20-20 0,16-24 0,41-93 0,-84 145 0,0 0 0,-1 0 0,0 0 0,4-14 0,-4 12 0,-1 1 0,1 0 0,8-13 0,51-64 0,-39 57 0,24-40 0,-39 56 0,0 1 0,1 0 0,20-18 0,-17 17 0,0 0 0,13-18 0,-19 23 0,0 0 0,1 1 0,0 1 0,1-1 0,0 1 0,0 1 0,0-1 0,1 2 0,15-8 0,0 2 0,1 1 0,47-13 0,-48 19 0,-1 0 0,0 2 0,38 2 0,-36 0 0,0-1 0,48-7 0,-27 0 0,1 3 0,0 2 0,-1 1 0,1 3 0,0 2 0,58 11 0,-46-8 0,-45-6 0,1 1 0,-2 1 0,1 0 0,0 1 0,0 1 0,25 10 0,-14-2 0,0 1 0,-1 2 0,-1 0 0,42 35 0,-57-40 0,0 1 0,-1 1 0,0-1 0,0 2 0,6 13 0,2 3 0,-7-11 0,0 0 0,7 24 0,9 21 0,-13-37 0,-2 0 0,-1 1 0,7 33 0,-4-11 0,4 0 0,2-1 0,40 75 0,-45-100 0,1 0 0,1-1 0,0-1 0,2 0 0,1-1 0,0-1 0,30 23 0,-12-14 0,1-3 0,1-1 0,65 31 0,-85-49 0,0 0 0,1-1 0,-1-1 0,1 0 0,37 1 0,-26-2 0,40 8 0,-60-8 0,-1-1 0,0 1 0,0 1 0,0-1 0,-1 2 0,1-1 0,-1 1 0,11 9 0,2 5 0,-1 2 0,30 40 0,-42-51 0,14 20 0,-1 1 0,-1 1 0,29 68 0,25 114 0,-65-190 0,0-1 0,2 0 0,1-1 0,24 36 0,22 40 0,-56-92 0,17 26 0,-18-31 0,0 0 0,0 0 0,-1-1 0,1 1 0,0 0 0,0-1 0,0 1 0,0-1 0,0 1 0,0-1 0,0 1 0,0-1 0,0 0 0,0 1 0,0-1 0,0 0 0,0 0 0,0 0 0,0 0 0,0 0 0,0 0 0,0 0 0,0 0 0,0 0 0,0 0 0,0-1 0,0 1 0,0 0 0,0-1 0,0 1 0,0-1 0,2 0 0,24-16 0,-1-1 0,0-1 0,-1-1 0,-2-1 0,36-39 0,27-31 0,-5 8 0,-60 61 0,1 1 0,25-18 0,-32 28 0,0 0 0,-1-1 0,-1-1 0,0 0 0,-1-1 0,0 0 0,-1-1 0,15-26 0,-21 32 0,0 1 0,1 0 0,0 1 0,0-1 0,1 1 0,0 0 0,15-11 0,-16 14 0,0-1 0,0 0 0,0 0 0,-1 0 0,1-1 0,-1 0 0,-1 0 0,1 0 0,-1 0 0,0-1 0,-1 0 0,6-14 0,-5 6 0,1 0 0,0 0 0,1 0 0,11-18 0,-13 24 0,0 0 0,-1 0 0,0 0 0,0-1 0,-1 1 0,0-1 0,0-17 0,-3-73 0,0 15 0,12-66 0,3-104 0,-13 242 0,1-1 0,0 1 0,1 0 0,1 0 0,-1 0 0,9-16 0,11-43 0,4-82 0,-24 141 0,1 0 0,-1 0 0,2 0 0,7-14 0,8-25 0,-4 8 0,1 1 0,47-78 0,0 8 0,-43 73 0,2 1 0,49-61 0,-53 73 0,51-64 0,-35 36 0,3 1 0,1 1 0,59-58 0,-49 62-1365,-30 32-5461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59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2462 24575,'9'11'0,"0"0"0,-1 1 0,0 0 0,-1 1 0,0-1 0,8 23 0,-1-2 0,162 306 0,-144-282 0,21 30 0,-51-84 0,-1-1 0,1 1 0,0-1 0,1 0 0,-1 0 0,0 0 0,1 0 0,-1 0 0,1 0 0,-1-1 0,1 1 0,0-1 0,0 0 0,0 0 0,0 0 0,-1 0 0,2 0 0,-1-1 0,0 1 0,0-1 0,0 0 0,0 0 0,0 0 0,0 0 0,0 0 0,0-1 0,0 0 0,0 1 0,5-3 0,8-4 0,-1 0 0,-1 0 0,1-1 0,20-17 0,-13 10 0,521-415-660,-445 346 53,599-532 322,-466 409 316,690-533-31,-179 163-275,-452 326 2071,-269 233-1947,2 2-1,0 0 0,1 1 0,1 2 1,0 0-1,0 2 0,2 1 1,38-10-1,-42 15-6674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3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24575,'5'-1'0,"0"0"0,-1-1 0,1 1 0,-1-1 0,1 0 0,-1-1 0,0 1 0,6-5 0,11-5 0,-2 4 0,0 0 0,0 2 0,1 0 0,0 2 0,29-4 0,103 3 0,-34 5 0,76 2 0,-164 1 0,-1 2 0,40 12 0,-39-9 0,57 8 0,-58-11 0,-1 1 0,1 2 0,-2 0 0,1 2 0,-1 1 0,45 26 0,-61-29 0,0-1 0,0 2 0,-1-1 0,0 2 0,-1-1 0,0 1 0,15 21 0,3 3 0,-5-6 0,0 2 0,-3 1 0,0 0 0,-2 2 0,-1 0 0,21 65 0,-12-23 0,51 125 0,-64-172 0,-8-17 0,1 0 0,0-1 0,1 1 0,13 17 0,4 0 0,0 2 0,2-1 0,1-2 0,32 27 0,3 4 0,-50-46 0,1 0 0,0 0 0,1-2 0,0 1 0,1-2 0,26 15 0,-24-15 0,-2 1 0,1 0 0,-1 0 0,15 16 0,-6-6 0,5 3 0,-2 0 0,0 2 0,-2 1 0,-1 1 0,27 40 0,-33-42 0,26 29 0,-25-33 0,-1 1 0,16 27 0,5 27 0,-26-48 0,31 48 0,-9-14 0,-28-47 0,1-2 0,1 1 0,18 24 0,9 9 0,-28-35 0,1-1 0,1 0 0,-1-1 0,2 0 0,-1 0 0,12 8 0,20 12 0,71 68 0,-76-63 0,29 33 0,19 31-1365,-72-86-5461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3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2583 24575,'-1'-80'0,"3"-91"0,11 84 0,-1 21 0,-9 47 0,2 1 0,0-1 0,1 0 0,1 1 0,16-31 0,-5 11 0,16-56 0,-10 24 0,-22 64 0,17-38 0,-3-1 0,-1 0 0,-2-2 0,8-63 0,-4-103 0,19-153 0,-29 325 0,1 1 0,2-1 0,21-54 0,-24 73 0,0-1 0,-1 0 0,-2-1 0,3-35 0,1-5 0,19-91-25,24-180-1315,-48 298-5486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4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1219 17 24575,'0'-1'0,"0"0"0,-1 1 0,1-1 0,0 0 0,0 1 0,-1-1 0,1 1 0,0-1 0,-1 1 0,1-1 0,-1 1 0,1-1 0,-1 1 0,1-1 0,-1 1 0,1 0 0,-1-1 0,1 1 0,-1 0 0,1-1 0,-1 1 0,0 0 0,1 0 0,-1-1 0,0 1 0,1 0 0,-2 0 0,-22-3 0,-14 2 0,0 1 0,-74 12 0,-77 24 0,188-36 0,-105 23 0,-169 58 0,271-79 0,0 0 0,0 0 0,0 0 0,0 0 0,1 0 0,-1 1 0,1-1 0,0 1 0,0 0 0,0 0 0,0 0 0,0 1 0,1-1 0,-1 0 0,1 1 0,0 0 0,0 0 0,-2 5 0,3-3 0,-1 0 0,1 0 0,0 0 0,1 0 0,-1 0 0,1 0 0,0 0 0,1 0 0,0 0 0,0 0 0,0 0 0,3 9 0,0-5 0,0 0 0,1-1 0,0 1 0,0-1 0,1 0 0,1 0 0,8 9 0,58 54 0,-27-29 0,-1 3 0,104 98 0,-91-93 0,93 74 0,-116-99 0,1-2 0,61 31 0,-86-50 0,257 114 0,-180-89 0,-12-5 0,-1 4 0,74 40 0,-130-59 0,0 2 0,-1 0 0,-1 0 0,0 2 0,-1 0 0,-1 1 0,0 1 0,-1 0 0,16 24 0,-28-37 0,0 0 0,0 0 0,0 0 0,-1 0 0,0 1 0,0-1 0,0 0 0,0 1 0,0-1 0,0 1 0,-1-1 0,0 1 0,0-1 0,0 1 0,0-1 0,0 1 0,-1-1 0,1 0 0,-1 1 0,0-1 0,0 1 0,-3 4 0,1-3 0,-1-1 0,1 1 0,-2 0 0,1-1 0,0 0 0,-1 0 0,0 0 0,1-1 0,-2 0 0,1 0 0,0 0 0,-10 4 0,-20 7 0,-1-2 0,-1-1 0,-56 10 0,-117 7 0,199-27 0,-805 58 0,688-52 0,-247-2-73,248-6-1219,104 1-5534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4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1362 24575,'35'555'0,"-33"-525"0,-4-22 0,-3-10 0,-5-14 0,-6-16 0,2-1 0,2 0 0,-13-55 0,-12-108 0,32 169 0,-16-120 0,7 0 0,7-232 0,8 373 0,-1 0 0,1 0 0,1 0 0,-1 1 0,1-1 0,-1 0 0,2 1 0,-1-1 0,6-8 0,-7 12 0,0 1 0,-1 0 0,1-1 0,0 1 0,0 0 0,1 0 0,-1 0 0,0 0 0,0 0 0,0 0 0,1 0 0,-1 0 0,0 0 0,1 0 0,-1 1 0,1-1 0,-1 1 0,1-1 0,-1 1 0,1 0 0,-1-1 0,1 1 0,0 0 0,-1 0 0,1 0 0,-1 0 0,1 0 0,0 1 0,-1-1 0,1 0 0,-1 1 0,1-1 0,-1 1 0,1-1 0,-1 1 0,0 0 0,1 0 0,-1 0 0,0-1 0,1 1 0,0 2 0,6 5 0,0 0 0,0 1 0,-1 0 0,0 1 0,-1-1 0,0 1 0,0 1 0,-1-1 0,5 16 0,0-3 0,50 114 0,70 138 0,-102-223 0,61 95 0,-77-130 0,2 0 0,0 0 0,0-2 0,2 0 0,33 25 0,-35-29 0,35 21 0,-46-31 0,0 1 0,0-1 0,0 0 0,0 1 0,1-2 0,-1 1 0,0 0 0,0-1 0,1 1 0,-1-1 0,0 0 0,1 0 0,-1 0 0,6-2 0,-7 1 0,1 0 0,-1 0 0,0-1 0,0 1 0,1-1 0,-1 0 0,0 0 0,0 0 0,0 0 0,-1 0 0,1 0 0,0 0 0,-1-1 0,0 1 0,1 0 0,-1-1 0,0 1 0,0-1 0,0 0 0,0-3 0,11-60 0,-11 61 0,2-48 0,-5-81 0,1-9 0,2 121 0,1 0 0,1 0 0,1 0 0,8-26 0,-3 26 0,1 1 0,0 0 0,1 1 0,2 1 0,0-1 0,1 2 0,0 0 0,2 1 0,0 0 0,20-15 0,-34 30 0,1 0 0,-1 0 0,0 0 0,1 0 0,0 0 0,-1 1 0,1-1 0,0 1 0,0 0 0,-1 0 0,1 0 0,0 0 0,0 0 0,0 0 0,1 1 0,-1 0 0,0-1 0,4 2 0,-4 0 0,0 0 0,0 0 0,0 1 0,0-1 0,0 1 0,0 0 0,-1 0 0,1 0 0,-1 0 0,1 0 0,-1 1 0,0-1 0,0 1 0,0-1 0,0 1 0,0 0 0,2 6 0,173 373 0,-147-312 0,269 628 0,-244-545 0,-19-49 0,-35-102 0,16 33 0,-17-35 0,0 1 0,0 0 0,0-1 0,1 1 0,-1-1 0,0 1 0,1 0 0,-1-1 0,1 1 0,-1-1 0,1 1 0,-1-1 0,1 1 0,-1-1 0,1 0 0,-1 1 0,1-1 0,-1 0 0,1 1 0,0-1 0,-1 0 0,1 0 0,0 1 0,-1-1 0,1 0 0,0 0 0,-1 0 0,1 0 0,0 0 0,-1 0 0,1 0 0,0 0 0,-1 0 0,1 0 0,0-1 0,-1 1 0,1 0 0,0 0 0,-1 0 0,1-1 0,-1 1 0,1 0 0,0-1 0,-1 1 0,1-1 0,-1 1 0,1-1 0,2-3 0,0-1 0,0 1 0,-1 0 0,0-1 0,0 0 0,0 1 0,0-1 0,-1 0 0,0 0 0,1-7 0,5-55 0,-6 55 0,2-79 0,-2 47 0,1 0 0,3 0 0,17-79 0,6 41 0,63-128 0,-6 19 0,15-33 0,-95 214 0,0 0 0,-1 1 0,0-2 0,-1 1 0,0 0 0,0-1 0,-2 1 0,1-1 0,-1 0 0,-1-17 0,0 22 0,-1 0 0,0 0 0,0 0 0,-1 0 0,1 0 0,-1 1 0,-1-1 0,1 1 0,-1-1 0,0 1 0,0 0 0,-1 0 0,1 0 0,-1 0 0,0 1 0,0 0 0,-1 0 0,1 0 0,-1 0 0,-6-3 0,3 1 0,-5-2 0,1 0 0,-1 1 0,0 1 0,-18-7 0,28 12 0,0 0 0,-1 0 0,1 0 0,-1 1 0,1-1 0,-1 1 0,1 0 0,-1 0 0,1 0 0,-1 1 0,1-1 0,-1 1 0,1 0 0,-1 0 0,1 0 0,0 0 0,-1 0 0,1 1 0,0-1 0,0 1 0,0 0 0,0 0 0,-4 4 0,-6 8 0,1 0 0,0 1 0,1 0 0,0 1 0,1 0 0,1 0 0,1 1 0,0 1 0,2-1 0,-1 1 0,-3 21 0,4-9 0,1 1 0,1 0 0,2 1 0,1-1 0,6 62 0,-2-77 0,0 0 0,1 0 0,1 0 0,1 0 0,0-1 0,1 0 0,1 0 0,0-1 0,20 26 0,-3-9 0,1-1 0,1-2 0,32 26 0,7-1 0,1-4 0,3-2 0,112 55 0,-175-99 0,13 8 0,1-1 0,1-1 0,34 9 0,-51-16 0,0-1 0,0 0 0,1 0 0,-1 0 0,0-1 0,1 0 0,-1 0 0,1-1 0,-1 1 0,0-1 0,0 0 0,1-1 0,-1 1 0,0-1 0,0 0 0,0 0 0,0 0 0,-1-1 0,1 0 0,-1 0 0,5-4 0,0-2 0,0-1 0,-1 0 0,-1 0 0,0-1 0,0 0 0,-1 0 0,6-14 0,30-91 0,-27 68 0,-4 16 0,68-217 0,-67 206 0,-2-1 0,-2 0 0,3-67 0,-12 185 0,3 0 0,4 0 0,3 0 0,3 0 0,4-1 0,27 78 0,-32-112 0,-9-29 0,1 0 0,0 0 0,1 0 0,9 17 0,-11-26 0,0-8 0,-4-21 0,0 1 0,-1 0 0,-13-48 0,6 30 0,-29-133 0,-21-105 0,47 200 0,-4-124 0,16 202 0,1 0 0,0 0 0,1-1 0,-1 1 0,1 0 0,0 0 0,0 0 0,1 0 0,-1 0 0,4-6 0,-4 10 0,0-1 0,1 0 0,-1 1 0,1-1 0,-1 1 0,1-1 0,-1 1 0,1 0 0,0 0 0,0 0 0,0 0 0,0 0 0,0 0 0,0 0 0,0 1 0,0-1 0,0 1 0,0-1 0,0 1 0,0 0 0,0 0 0,0 0 0,0 0 0,0 0 0,0 0 0,1 0 0,1 2 0,1-1 0,0 0 0,-1 1 0,1-1 0,0 1 0,-1 1 0,0-1 0,1 1 0,-1-1 0,0 1 0,0 0 0,0 1 0,-1-1 0,1 1 0,3 4 0,7 9 0,21 38 0,-20-31 0,146 249 0,-132-212 0,-2 0 0,33 113 0,-56-160 0,-3-8 0,0-1 0,0 0 0,1 1 0,0-1 0,0 0 0,0 0 0,1 0 0,5 8 0,-8-13 0,1 1 0,-1-1 0,0 0 0,1 1 0,-1-1 0,0 0 0,1 0 0,-1 0 0,0 1 0,1-1 0,-1 0 0,1 0 0,-1 0 0,0 0 0,1 0 0,-1 0 0,1 0 0,-1 0 0,0 0 0,1 0 0,-1 0 0,1 0 0,-1 0 0,1 0 0,-1 0 0,0 0 0,1 0 0,-1-1 0,0 1 0,1 0 0,-1 0 0,1 0 0,-1-1 0,0 1 0,0 0 0,1 0 0,-1-1 0,0 1 0,1 0 0,-1-1 0,0 1 0,1-1 0,11-19 0,-10 16 0,8-17 0,-2 0 0,0 0 0,-2-1 0,7-41 0,2 0 0,8-20 0,5 2 0,42-90 0,96-143 0,-164 311 0,-1 0 0,1 0 0,0 0 0,0 1 0,0-1 0,0 0 0,1 1 0,-1-1 0,1 1 0,-1 0 0,1 0 0,4-3 0,-6 5 0,1 0 0,0 0 0,-1-1 0,1 1 0,-1 0 0,1 0 0,0 1 0,-1-1 0,1 0 0,-1 1 0,1-1 0,-1 0 0,1 1 0,-1 0 0,1-1 0,-1 1 0,1 0 0,-1 0 0,0 0 0,0 0 0,1 0 0,-1 0 0,0 0 0,0 0 0,0 0 0,0 1 0,0-1 0,0 0 0,0 3 0,16 22 0,-1 0 0,-2 1 0,0 1 0,16 52 0,-15-40 0,37 103 0,58 137 0,21 0 0,-129-274 0,14 22 0,-16-28 0,0 1 0,1-1 0,0 0 0,-1 1 0,1-1 0,-1 0 0,1 1 0,-1-1 0,1 0 0,0 0 0,-1 1 0,1-1 0,0 0 0,-1 0 0,1 0 0,-1 0 0,1 0 0,0 0 0,-1 0 0,1 0 0,0 0 0,-1 0 0,1-1 0,0 1 0,-1 0 0,1 0 0,-1 0 0,1-1 0,0 1 0,-1 0 0,1-1 0,-1 1 0,1-1 0,-1 1 0,1-1 0,-1 1 0,1 0 0,-1-1 0,0 0 0,1 1 0,-1-1 0,0 1 0,1-1 0,-1 0 0,13-19 0,-2 0 0,0-1 0,-1-1 0,-1 0 0,-1 0 0,10-43 0,-12 42 0,24-94 0,19-174 0,-18-126 0,-30 357 0,-4 55 0,-2 15 0,-4 23 0,-1 66 0,9 198 0,1-262 0,2 0 0,1 1 0,2-1 0,16 61 0,-20-93 0,0-1 0,0 1 0,0 0 0,0-1 0,0 0 0,0 1 0,1-1 0,-1 0 0,1 1 0,0-1 0,0 0 0,2 2 0,-3-3 0,0-1 0,-1 0 0,1 0 0,0 1 0,-1-1 0,1 0 0,0 0 0,0 0 0,-1 0 0,1 0 0,0 0 0,-1 0 0,1 0 0,0 0 0,0 0 0,-1 0 0,1 0 0,0 0 0,-1-1 0,1 1 0,0 0 0,-1-1 0,1 1 0,-1 0 0,1-1 0,0 1 0,-1-1 0,1 1 0,0-1 0,5-6 0,-1 0 0,0-1 0,0 0 0,0 1 0,6-18 0,15-36 0,-3-2 0,-2-1 0,17-93 0,17-203 0,-51 327 0,2-1 0,-2-1 0,-2 0 0,-3-44 0,1 77 0,0 1 0,-1-1 0,1 1 0,-1-1 0,1 0 0,-1 1 0,0-1 0,0 1 0,1-1 0,-1 1 0,0 0 0,0-1 0,-1 1 0,1 0 0,0 0 0,0 0 0,-1 0 0,1 0 0,0 0 0,-1 0 0,1 0 0,-1 0 0,1 1 0,-1-1 0,1 0 0,-1 1 0,0 0 0,1-1 0,-1 1 0,0 0 0,1 0 0,-1 0 0,0 0 0,1 0 0,-1 0 0,-2 1 0,1-1 0,-1 0 0,0 1 0,1-1 0,-1 1 0,1 0 0,-1 0 0,1 1 0,0-1 0,-1 1 0,1-1 0,0 1 0,0 0 0,0 0 0,0 0 0,-4 5 0,6-6 0,1 0 0,0-1 0,-1 1 0,1 0 0,0 0 0,0-1 0,-1 1 0,1 0 0,0 0 0,0 0 0,0-1 0,0 1 0,0 0 0,0 0 0,0-1 0,0 1 0,1 0 0,-1 0 0,0 0 0,0-1 0,1 1 0,-1 0 0,0-1 0,1 1 0,-1 0 0,1-1 0,-1 1 0,1 0 0,-1-1 0,1 1 0,-1-1 0,1 1 0,-1-1 0,1 1 0,0-1 0,-1 1 0,1-1 0,0 0 0,0 1 0,0-1 0,33 14 0,30 2 0,1-3 0,110 6 0,-81-9 0,81 3 0,69 10 0,-235-21 0,1 0 0,-1 1 0,1 0 0,-1 0 0,0 1 0,0 0 0,0 1 0,-1 0 0,1 0 0,-1 1 0,-1 0 0,1 1 0,-1-1 0,0 1 0,0 1 0,-1-1 0,0 1 0,6 10 0,17 29 0,-2 2 0,-3 0 0,-1 2 0,-3 0 0,16 63 0,50 280 0,-60-258 0,-15-87 0,-5-23 0,-1 0 0,0 1 0,-2-1 0,-1 42 0,-1-67 0,-1 0 0,0 1 0,0-1 0,-1 0 0,1 0 0,0 1 0,0-1 0,0 0 0,-1 0 0,1 1 0,-1-1 0,1 0 0,-1 0 0,1 0 0,-1 0 0,0 0 0,0 0 0,1 0 0,-1 0 0,0 0 0,0 0 0,0 0 0,0 0 0,0 0 0,0-1 0,0 1 0,0 0 0,0-1 0,-1 1 0,1-1 0,0 1 0,0-1 0,0 0 0,-1 0 0,1 1 0,0-1 0,-1 0 0,1 0 0,0 0 0,0 0 0,-1 0 0,1-1 0,0 1 0,0 0 0,-1 0 0,-1-2 0,-7-1 0,1-1 0,0 0 0,0-1 0,-15-9 0,8 2 0,1 0 0,0 0 0,1-1 0,0-1 0,1 0 0,1-1 0,0-1 0,1 1 0,1-2 0,0 0 0,1 0 0,-9-26 0,7 11 0,1 0 0,2-1 0,1 0 0,1-1 0,2 1 0,1-46 0,2 53 0,1-1 0,1 1 0,2 0 0,1 0 0,0 0 0,2 0 0,13-33 0,44-97 0,-57 143 0,1 0 0,1 0 0,0 1 0,1 0 0,17-18 0,-12 14 0,20-31 0,21-39 0,-12 19 0,39-82 0,-70 124 0,-2-1 0,-1 0 0,-1-1 0,-1 0 0,-1 0 0,-1 0 0,1-31 0,-9 14 0,3 44 0,0 0 0,0 0 0,0 0 0,0 0 0,0 1 0,0-1 0,0 0 0,0 0 0,0 0 0,0 0 0,0 0 0,0 0 0,-1 0 0,1 0 0,0 0 0,0 0 0,0 0 0,0 0 0,0 0 0,0 0 0,0 0 0,0 1 0,0-1 0,-1 0 0,1 0 0,0 0 0,0 0 0,0 0 0,0 0 0,0 0 0,0 0 0,0 0 0,0 0 0,-1-1 0,1 1 0,0 0 0,0 0 0,0 0 0,0 0 0,0 0 0,0 0 0,0 0 0,0 0 0,0 0 0,-1 0 0,1 0 0,0 0 0,0 0 0,0 0 0,0 0 0,0-1 0,0 1 0,0 0 0,0 0 0,0 0 0,0 0 0,0 0 0,0 0 0,0 0 0,0-1 0,-7 28 0,0 24 0,2 1 0,2 0 0,2 0 0,3 0 0,2 0 0,2 0 0,2-1 0,3 0 0,24 71 0,-29-106 0,0-1 0,1 0 0,1 0 0,0 0 0,12 15 0,-15-24 0,-1 0 0,1-1 0,1 1 0,-1-1 0,0 0 0,1-1 0,0 1 0,0-1 0,1-1 0,-1 1 0,1-1 0,0 0 0,12 4 0,-16-7 0,0 1 0,0-1 0,0 0 0,-1 0 0,1 0 0,0-1 0,0 1 0,0-1 0,-1 1 0,1-1 0,0 0 0,0 0 0,-1 0 0,1 0 0,-1 0 0,1-1 0,-1 1 0,1-1 0,-1 0 0,0 0 0,0 0 0,0 0 0,0 0 0,0 0 0,-1 0 0,1-1 0,0 1 0,-1-1 0,0 1 0,2-3 0,3-9 0,0 0 0,-1 0 0,0 0 0,3-23 0,2-16 0,-3-1 0,0-69 0,-11-111 0,1 143 0,3 89 0,-1 0 0,1 0 0,0 0 0,0 0 0,0 0 0,1 0 0,-1 0 0,0 0 0,1 0 0,-1 0 0,2-3 0,-1 5 0,-1 0 0,1 1 0,-1-1 0,1 0 0,-1 0 0,1 1 0,-1-1 0,1 0 0,-1 1 0,0-1 0,1 0 0,-1 1 0,1-1 0,-1 1 0,0-1 0,1 1 0,-1-1 0,0 1 0,0-1 0,0 1 0,1-1 0,-1 1 0,0-1 0,0 1 0,0 0 0,18 57 0,36 280 0,-22-117 0,207 985-1245,-29-91-555,-99 13 1429,-109-1083 410,1 8 401,-7 73 1,4-124-359,0 0 0,0 0 0,0 0 0,-1 1 0,1-1-1,-1 0 1,1 0 0,-1 0 0,0 0 0,0 0 0,0 0 0,0 0 0,0-1-1,-1 1 1,1 0 0,-3 2 0,3-3-41,-1 0 0,1 0-1,0-1 1,-1 1 0,1-1 0,-1 1 0,1-1-1,-1 0 1,1 1 0,-1-1 0,1 0-1,-1 0 1,1 0 0,-1 0 0,1 0-1,-1 0 1,1-1 0,-3 1 0,-6-4 18,0 0 0,1 0-1,-1-1 1,1 0 0,-13-10 0,12 9-83,-43-32 24,0-2 1,3-2-1,1-3 0,-48-57 0,13 1-415,-74-116 0,88 111 374,5-3 0,5-2-1,-81-214 1,123 274 33,-12-58 1,27 91 30,0 1-1,1-1 1,0 0-1,2 0 1,0 0-1,1 0 1,4-20-1,-3 31 60,0 1 0,0-1 0,1 0 0,0 1-1,1-1 1,-1 1 0,1 0 0,0 0-1,1 1 1,4-6 0,11-10-145,28-21-1,-10 8 120,234-198-56,-163 145 0,120-125 0,-213 195 0,34-35 0,-1-3 0,75-113 0,-116 155 0,8-12 0,-2-1 0,20-46 0,-25 51 0,1 0 0,1 0 0,1 1 0,18-23 0,-11 17 0,18-36 0,9-29-1365,-36 71-5461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54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9194 1982 24517,'-4'77'0,"-6"1"0,-8 0 0,-7-1 0,-7-1 0,-6 0 0,-8-1 0,-6 0 0,-7-2 0,-7 0 0,-6-2 0,-7-1 0,-6-1 0,-7-2 0,-5-1 0,-6-3 0,-6-1 0,-6-1 0,-4-3 0,-7-2 0,-4-2 0,-5-3 0,-4-1 0,-5-3 0,-4-3 0,-4-2 0,-4-2 0,-3-4 0,-4-2 0,-2-3 0,-3-2 0,-3-4 0,-1-2 0,-3-4 0,-1-2 0,-2-3 0,-1-4 0,0-2 0,-2-3 0,1-4 0,0-2 0,-1-4 0,2-3 0,0-2 0,1-4 0,2-3 0,1-2 0,3-4 0,1-2 0,3-4 0,3-2 0,2-3 0,4-2 0,3-4 0,4-2 0,4-2 0,4-3 0,5-3 0,4-1 0,5-3 0,4-2 0,7-2 0,4-3 0,6-1 0,6-1 0,6-3 0,5-1 0,7-2 0,6-1 0,7-1 0,6-2 0,7 0 0,7-2 0,6 0 0,8-1 0,6 0 0,7-1 0,7-1 0,8 0 0,6 1 0,8-1 0,6 0 0,8 1 0,7 0 0,7 0 0,6 1 0,8 1 0,6 0 0,7 2 0,7 0 0,6 2 0,7 1 0,6 1 0,7 2 0,5 2 0,6 1 0,6 2 0,6 2 0,4 1 0,7 3 0,4 2 0,5 3 0,4 1 0,5 3 0,4 3 0,4 2 0,4 3 0,3 2 0,4 3 0,2 3 0,3 2 0,3 4 0,1 2 0,3 4 0,1 2 0,2 3 0,1 4 0,0 2 0,2 4 0,-1 2 0,0 4 0,1 2 0,-2 4 0,0 2 0,-1 4 0,-2 3 0,-1 2 0,-3 4 0,-1 2 0,-3 4 0,-3 2 0,-2 3 0,-4 3 0,-3 2 0,-4 3 0,-4 2 0,-4 3 0,-5 3 0,-4 1 0,-5 3 0,-4 2 0,-7 3 0,-4 1 0,-6 2 0,-6 2 0,-6 1 0,-5 2 0,-7 2 0,-6 1 0,-7 1 0,-6 2 0,-7 0 0,-7 2 0,-6 0 0,-8 1 0,-6 1 0,-7 0 0,-7 0 0,-8 1 0,-6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5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87 24575,'-2'1'0,"0"-1"0,1 1 0,-1 0 0,0 0 0,0 0 0,1 0 0,-1 0 0,0 0 0,1 0 0,-1 0 0,1 1 0,0-1 0,-1 1 0,1-1 0,0 1 0,0 0 0,0-1 0,0 1 0,0 0 0,0 0 0,0 2 0,-2 1 0,1 1 0,0 0 0,0-1 0,0 1 0,0 10 0,1-15 0,1 1 0,0-1 0,0 1 0,0 0 0,0-1 0,1 1 0,-1 0 0,0-1 0,1 1 0,-1-1 0,1 1 0,0-1 0,-1 1 0,1-1 0,0 1 0,0-1 0,0 0 0,0 1 0,0-1 0,0 0 0,0 0 0,0 0 0,1 0 0,-1 0 0,0 0 0,1 0 0,-1 0 0,1 0 0,-1-1 0,1 1 0,-1-1 0,1 1 0,-1-1 0,1 1 0,1-1 0,1 0 0,-1 1 0,0-1 0,0 0 0,0-1 0,0 1 0,0 0 0,0-1 0,0 0 0,0 0 0,0 0 0,0 0 0,0 0 0,0-1 0,-1 1 0,1-1 0,-1 1 0,6-5 0,-5 2 7,0 1 0,0-1-1,0 0 1,0 0 0,-1 0-1,1 0 1,-1-1-1,0 1 1,-1-1 0,1 1-1,-1-1 1,1 0 0,-2 1-1,1-1 1,0 0 0,-1 0-1,0-6 1,0 4-131,-1 0 0,0 0 1,-1 0-1,1 0 0,-1 0 0,-1 0 1,1 1-1,-1-1 0,0 1 0,-1 0 1,-4-7-1,-1 0-6702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7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59 24575,'-3'40'0,"-1"1"0,-2-1 0,-1 0 0,-20 59 0,5-18 0,11-17 0,11-61 0,0 1 0,0 0 0,0-1 0,0 1 0,1 0 0,-1-1 0,1 1 0,0-1 0,0 1 0,0-1 0,0 1 0,1-1 0,0 0 0,2 5 0,-3-7 0,-1-1 0,0 1 0,0-1 0,1 0 0,-1 1 0,0-1 0,0 1 0,1-1 0,-1 0 0,1 1 0,-1-1 0,0 0 0,1 0 0,-1 1 0,1-1 0,-1 0 0,0 0 0,1 1 0,-1-1 0,1 0 0,-1 0 0,1 0 0,-1 0 0,1 0 0,-1 0 0,1 0 0,-1 0 0,1 0 0,-1 0 0,1 0 0,-1 0 0,1 0 0,-1 0 0,1 0 0,-1-1 0,0 1 0,1 0 0,-1 0 0,1 0 0,-1-1 0,1 1 0,-1 0 0,0-1 0,1 1 0,-1 0 0,0-1 0,1 1 0,-1 0 0,0-1 0,0 1 0,1-1 0,-1 1 0,0-1 0,0 0 0,10-27 0,-10 28 0,13-56 0,-4-1 0,-1 0 0,-3 0 0,-4-81 0,-10 69 0,9 65 0,-1 0 0,0 0 0,0 0 0,0 1 0,-1-1 0,1 0 0,-1 1 0,0 0 0,0-1 0,0 1 0,0 0 0,-1 0 0,1 0 0,-1 0 0,-3-3 0,6 6 0,0 1 0,0-1 0,0 0 0,0 0 0,0 0 0,0 0 0,0 0 0,0 1 0,0-1 0,0 0 0,0 0 0,0 0 0,0 0 0,0 1 0,0-1 0,0 0 0,0 0 0,0 0 0,0 0 0,0 0 0,0 1 0,-1-1 0,1 0 0,0 0 0,0 0 0,0 0 0,0 0 0,0 0 0,0 0 0,0 1 0,0-1 0,-1 0 0,1 0 0,0 0 0,0 0 0,0 0 0,0 0 0,0 0 0,-1 0 0,1 0 0,0 0 0,0 0 0,0 0 0,0 0 0,0 0 0,-1 0 0,1 0 0,0 0 0,0 0 0,0 0 0,0 0 0,-1 0 0,1 0 0,0 0 0,0 0 0,0 0 0,0 0 0,7 12 0,-6-10-57,0-1 0,0 1 1,1-1-1,-1 1 0,0-1 0,1 0 0,-1 0 0,1 0 0,0 0 0,-1 0 0,1 0 1,0 0-1,0-1 0,0 1 0,-1-1 0,1 1 0,0-1 0,0 0 0,0 0 1,0 1-1,0-1 0,0 0 0,2-1 0,7-4-6769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8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189 355 24575,'1'-54'0,"-3"-72"0,1 108 0,-1 0 0,-1 1 0,-1-1 0,-10-31 0,12 45 0,1 1 0,-1-1 0,0 0 0,0 1 0,0 0 0,0-1 0,-1 1 0,1 0 0,-1 0 0,0 0 0,0 1 0,0-1 0,0 1 0,-6-4 0,7 5 0,-1 0 0,1 0 0,0 1 0,0-1 0,0 1 0,0 0 0,-1-1 0,1 1 0,0 0 0,0 0 0,-1 0 0,1 1 0,0-1 0,0 1 0,-1-1 0,1 1 0,0 0 0,0-1 0,0 1 0,0 0 0,0 1 0,0-1 0,0 0 0,1 0 0,-1 1 0,0-1 0,-1 3 0,-3 3 0,0 0 0,0 0 0,1 1 0,0 0 0,1 0 0,0 0 0,0 0 0,1 1 0,-1-1 0,2 1 0,0 0 0,0 0 0,-1 11 0,-1 17 0,3 69 0,1-98 0,0 1 0,1-1 0,0 0 0,1 1 0,-1-1 0,2 0 0,-1 0 0,1 0 0,7 13 0,-9-18 0,1-1 0,0 0 0,0 0 0,0 1 0,0-1 0,0-1 0,0 1 0,0 0 0,1 0 0,-1-1 0,1 1 0,-1-1 0,1 0 0,-1 0 0,1 0 0,0 0 0,0 0 0,-1-1 0,1 1 0,0-1 0,0 0 0,0 1 0,0-1 0,0-1 0,-1 1 0,1 0 0,0-1 0,0 1 0,0-1 0,-1 0 0,5-2 0,-2 2 5,0-1 1,-1 0-1,1 0 0,-1 0 0,0-1 0,0 1 1,0-1-1,0 0 0,0 0 0,-1-1 1,1 1-1,-1-1 0,0 0 0,0 0 0,0 0 1,0 0-1,-1 0 0,0 0 0,0-1 0,0 1 1,0-1-1,1-7 0,-1 1-170,0 0 0,-1 0 0,-1 0 0,0 0 0,0-1 0,-1 1 0,0 0 0,-6-19 0,1 5-6661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9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24575,'-1'7'0,"0"-1"0,0 1 0,-1 0 0,0-1 0,-1 1 0,1-1 0,-6 10 0,-5 13 0,11-24 0,0 1 0,0 0 0,0 0 0,1-1 0,0 1 0,0 0 0,1 0 0,0 0 0,0 0 0,0 0 0,1 0 0,0 0 0,0 0 0,0 0 0,1 0 0,0 0 0,5 10 0,-2-8 0,0 0 0,1-1 0,0 1 0,0-1 0,1-1 0,-1 1 0,2-1 0,-1 0 0,1-1 0,15 9 0,-10-7 0,0 0 0,0-1 0,0 0 0,1-1 0,0-1 0,15 3 0,-26-6 0,0-1 0,0 1 0,0-1 0,0 0 0,-1 0 0,1-1 0,0 1 0,0 0 0,0-1 0,0 0 0,-1 0 0,1 0 0,0 0 0,0 0 0,3-3 0,-4 2 0,0 0 0,0 0 0,0 0 0,-1 0 0,1 0 0,-1-1 0,1 1 0,-1 0 0,0-1 0,0 1 0,0-1 0,0 0 0,-1 1 0,1-1 0,-1 0 0,0 1 0,1-1 0,-1 0 0,0 0 0,-1-3 0,1-1 0,-1-1 0,0 1 0,-1-1 0,0 1 0,0-1 0,0 1 0,-1 0 0,0 0 0,0 0 0,-1 0 0,0 1 0,0-1 0,0 1 0,-1 0 0,0 0 0,0 1 0,-1-1 0,1 1 0,-1 0 0,0 1 0,-1-1 0,1 1 0,-1 1 0,0-1 0,0 1 0,0 0 0,0 1 0,0-1 0,-1 2 0,1-1 0,-1 1 0,1 0 0,-1 0 0,0 1 0,1 0 0,-1 1 0,0-1 0,-7 3 0,10-3-72,0 1 1,0-1-1,0 1 0,0 1 0,0-1 0,0 1 0,1-1 0,-1 1 1,0 1-1,1-1 0,-1 1 0,1 0 0,0 0 0,0 0 0,0 0 1,0 1-1,1-1 0,-6 8 0,-1 9-6754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0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31 24575,'-2'0'0,"0"1"0,0-1 0,0 0 0,0 1 0,0-1 0,0 1 0,0-1 0,0 1 0,0 0 0,1 0 0,-1 0 0,0 0 0,1 0 0,-1 0 0,0 0 0,1 1 0,-3 2 0,1 0 0,0 0 0,0 1 0,0-1 0,1 1 0,-1-1 0,-2 10 0,0 2 0,1 2 0,0-1 0,-1 18 0,4-23 0,1 0 0,0 0 0,1 0 0,0-1 0,1 1 0,0 0 0,1 0 0,0-1 0,1 0 0,0 1 0,1-1 0,8 14 0,-3-10 0,0 1 0,1-1 0,0-1 0,1 0 0,1-1 0,0 0 0,21 16 0,-30-26 0,0-1 0,0 1 0,0 0 0,0-1 0,0 0 0,0 0 0,1 0 0,-1-1 0,1 1 0,0-1 0,-1 0 0,1 0 0,0-1 0,8 1 0,-9-2 0,-1 0 0,1 1 0,-1-2 0,1 1 0,-1 0 0,1-1 0,-1 1 0,0-1 0,1 0 0,-1 0 0,0 0 0,-1 0 0,1-1 0,0 1 0,0-1 0,-1 0 0,0 0 0,1 0 0,1-4 0,4-6 0,-2-1 0,1 1 0,-2-1 0,0 0 0,0-1 0,-1 1 0,-1-1 0,2-28 0,-2-124 0,-3 153 0,0 9 0,-1-1 0,1 1 0,-1 0 0,1 0 0,-2 0 0,1 0 0,0 0 0,-1 0 0,0 0 0,0 0 0,-1 1 0,-2-6 0,2 6 0,0 1 0,0 0 0,-1 0 0,1 0 0,-1 1 0,1-1 0,-1 1 0,0-1 0,0 1 0,0 1 0,0-1 0,0 0 0,-1 1 0,-7-2 0,-2 1 30,1 0 0,-1 0 0,-22 1 0,30 1-178,-1 0-1,1 1 0,-1 0 1,1 0-1,-1 1 1,1 0-1,0 0 1,0 0-1,-9 5 1,-2 5-6678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2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271 335 24575,'-91'-63'0,"74"54"0,-52-24 0,64 30 0,0 2 0,-1-1 0,1 0 0,0 1 0,-1 0 0,1 0 0,-1 1 0,0-1 0,1 1 0,-11 1 0,15 0 0,0-1 0,-1 1 0,1-1 0,0 1 0,0 0 0,-1-1 0,1 1 0,0 0 0,0 0 0,0 0 0,0 0 0,0 0 0,0 0 0,0 0 0,0 0 0,1 0 0,-1 0 0,0 0 0,1 1 0,-1-1 0,0 0 0,1 1 0,0-1 0,-1 0 0,1 1 0,0-1 0,0 0 0,-1 1 0,1-1 0,0 1 0,1-1 0,-1 0 0,0 1 0,0-1 0,0 1 0,2 1 0,-1 4 0,1-1 0,0 1 0,0-1 0,1 0 0,0 0 0,5 9 0,3 1 0,1 1 0,1-1 0,1-1 0,18 17 0,-25-26 0,-1-1 0,1 0 0,0 0 0,0-1 0,0 0 0,1 0 0,-1 0 0,1-1 0,0 0 0,0-1 0,0 0 0,0 0 0,10 0 0,-14-2 0,1 0 0,0-1 0,-1 0 0,1 1 0,-1-2 0,0 1 0,1 0 0,-1-1 0,0 0 0,0 0 0,0 0 0,0-1 0,0 1 0,-1-1 0,1 0 0,-1 0 0,1 0 0,-1 0 0,0-1 0,-1 1 0,1-1 0,0 0 0,-1 0 0,0 0 0,3-8 0,2-3 0,-1-1 0,-1 1 0,-1-1 0,0 0 0,3-31 0,-5 33 12,-1 0 0,-1 1 0,0-1 0,-1 0 0,-1 0 0,0 1 0,0-1 0,-2 1 0,-5-17 0,5 22-99,0 1-1,0-1 1,0 1 0,-1 0-1,0 0 1,0 1 0,-1 0-1,0-1 1,0 2-1,0-1 1,-1 1 0,0 0-1,0 0 1,0 1 0,0 0-1,-10-4 1,-8-1-6739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3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19 104 24575,'2'18'0,"0"1"0,2-1 0,0 0 0,1-1 0,1 1 0,14 29 0,-10-23 0,17 42 0,59 99 0,-68-135 0,1-1 0,2-1 0,1-1 0,1-1 0,37 33 0,-55-54 0,1-1 0,-1 0 0,1 0 0,-1-1 0,1 1 0,0-1 0,1 0 0,12 3 0,-17-5 0,0-1 0,0 0 0,0 0 0,0 0 0,0 0 0,0 0 0,0 0 0,0-1 0,0 1 0,0-1 0,0 1 0,0-1 0,0 0 0,0 1 0,0-1 0,0 0 0,-1-1 0,1 1 0,0 0 0,-1 0 0,1-1 0,-1 1 0,1-1 0,-1 1 0,0-1 0,0 0 0,1 1 0,-1-1 0,0 0 0,-1 0 0,1 0 0,0 0 0,0-2 0,4-10 0,0-1 0,-1 0 0,-1 1 0,-1-1 0,0-1 0,-1 1 0,0 0 0,-1 0 0,-3-19 0,0 10 0,-1 0 0,-2 0 0,0 1 0,-1 0 0,-12-25 0,-5-6 0,-36-77 0,49 111 0,-1 0 0,-1 0 0,0 1 0,-18-19 0,23 31 10,0-1 0,0 1 0,0 0 0,-1 1 0,0 0 0,-1 0 0,1 1 0,-1 0 0,0 1 0,0 0 0,-20-5 0,24 8-78,-1 0 1,1 0-1,0 0 1,-1 1-1,1 0 1,0 1-1,-1-1 1,1 1-1,0 0 1,-1 1-1,1-1 1,0 1-1,0 1 1,0-1-1,0 1 1,1 0-1,-1 0 1,1 1-1,0-1 1,0 1-1,-6 6 1,-1 3-6759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4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8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24575,'190'8'0,"-49"-1"0,631 10-1062,-198-7 383,197 4 738,-8-29 0,-223-27 521,156-6 463,30 43-1043,124-4 0,377 3 0,-227 40 0,-480-9 0,360 11 0,-583-23 0,17 0 0,273 2 0,-239-6 0,39 2 0,48 8 0,-84-5 0,574-3-40,-589-12-1285,-307 1-5501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32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1439 24575,'1'11'0,"0"0"0,2-1 0,-1 1 0,1-1 0,1 0 0,-1 0 0,2 0 0,9 16 0,-4-7 0,7 15 0,2-1 0,1-1 0,1-1 0,41 45 0,-59-72 0,0-1 0,1 0 0,-1-1 0,1 1 0,0-1 0,0 1 0,0-1 0,0 0 0,0-1 0,0 1 0,0-1 0,1 0 0,-1 0 0,0 0 0,1 0 0,-1-1 0,1 0 0,-1 0 0,1 0 0,5-1 0,8-2 0,0-1 0,0-1 0,30-12 0,16-11 0,-2-1 0,-1-4 0,71-50 0,162-143 0,33-67 7,-35 29 9,21 24-766,21 49 578,16 26 177,-83 41 16,-86 46 707,-162 67-1948,-7 2-5606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3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24575,'6'13'0,"-1"1"0,-1 0 0,0 0 0,-1 0 0,2 18 0,-1-8 0,64 681 0,-62 12 0,-6-709 0,0 0 0,1-1 0,1 1 0,-1 0 0,1-1 0,0 1 0,1-1 0,0 0 0,0 0 0,4 7 0,7 8 0,27 34 0,-20-28 0,-4-5 0,0 0 0,2-1 0,0-1 0,33 27 0,-45-42 0,0-1 0,1 0 0,0-1 0,0 0 0,0 0 0,0 0 0,0-1 0,1-1 0,0 1 0,-1-2 0,1 1 0,0-1 0,0 0 0,0-1 0,0 0 0,0 0 0,-1-1 0,18-3 0,-11 0 0,-1-1 0,1-1 0,-1 0 0,1 0 0,-2-2 0,1 1 0,-1-2 0,-1 0 0,1-1 0,11-12 0,14-16 0,52-67 0,-77 88 0,301-391 0,-269 348 0,-2-2 0,-4-1 0,37-79 0,-56 98 0,-2-1 0,-3-1 0,-1 0 0,-2-1 0,11-94 0,-19 89 0,-2 0 0,-10-103 0,3 124 0,0 1 0,-2-1 0,-2 2 0,0-1 0,-2 1 0,-19-36 0,16 39 0,-44-77 0,49 89 0,-1 0 0,-1 0 0,0 1 0,-22-20 0,24 27-136,-1 0-1,1 0 1,-1 1-1,0 0 1,0 1-1,-1 0 1,0 1-1,1 0 0,-20-3 1,12 4-6690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4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4674 24575,'1'-13'0,"0"1"0,1-1 0,1 1 0,0 0 0,0 0 0,10-22 0,-8 22 0,194-447-285,-137 324-179,563-1346-651,-580 1357 1102,124-328-163,23 12 45,-152 362 446,3 2 0,3 2 0,4 3 0,2 1 0,103-103 0,-86 104-110,278-297-116,-289 295-89,88-137 0,-134 192 0,-1 0 0,2 1 0,0 1 0,1 0 0,0 1 0,1 0 0,1 1 0,0 1 0,0 1 0,1 0 0,1 1 0,-1 1 0,2 0 0,-1 2 0,34-9 0,-2 8 0,-1 1 0,95 3 0,100 21 0,-191-13 0,-28-3 0,-1 2 0,0 0 0,0 2 0,34 13 0,-43-13 0,-1 0 0,0 1 0,0 1 0,-1 0 0,0 1 0,0 1 0,-1 0 0,12 13 0,10 12 0,-6-8 0,-2 2 0,0 0 0,-3 2 0,0 1 0,21 38 0,-5 8 0,92 133 0,-111-186 0,1-2 0,41 37 0,-34-35 0,32 38 0,-4 18 0,-10-13 0,-28-43 0,3 0 0,-2 1 0,-1 0 0,-1 2 0,22 48 0,-22-39 0,1 0 0,43 62 0,-39-67 0,-2 0 0,-2 2 0,22 52 0,49 139 0,-84-210 0,-1-1 0,-1 1 0,0 0 0,2 20 0,8 40 0,9 14 0,16 150 0,-14-96 0,-13-84 0,7 113 0,-18-136 0,-1-18 0,1 0 0,1 0 0,0 0 0,1 0 0,1 0 0,1 0 0,10 27 0,5 4 0,-1 1 0,16 80 0,8 107 0,-24-122 0,63 285 0,-57-315 0,3 0 0,61 129 0,157 248 0,-228-431 0,30 72 0,-38-78 0,1-2 0,1 1 0,1-2 0,25 37 0,2-5-1365,-28-42-5461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2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0 431 24575,'113'-4'0,"-40"-1"0,166-7 0,102-4-1018,343-18-4001,928-20 2820,467 49 1419,-549 5-815,-353-31 3078,-2-77 1,751-36-1484,-1549 138 52,2203-6 1072,-1597 38-1065,0 37 0,51 46 110,279 25 71,213-58-240,-627-78-194,185 3-327,-5 43 869,-93 90 1178,-406 21-1598,-233-54 1052,-58-19 1130,235 55-328,-435-120-1787,0-4 1,1-3 0,179-6-1,-133-19 5,216-52 0,30-6 0,337 24 0,-1 1 0,290-11 0,340 61 0,-1191-16 0,-14 1 0,-109 11-341,-1-2 0,0-1-1,52-15 1,-48 10-6485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1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433 635 24575,'690'37'-394,"-265"-7"-349,460 6 793,4-35 178,-574-25 631,-264 15-859,-49 8 0,1 0 0,-1 1 0,0-1 0,1 0 0,-1 0 0,0 0 0,0 0 0,1-1 0,-1 1 0,0 0 0,0-1 0,0 0 0,-1 1 0,1-1 0,0 0 0,2-4 0,-4 5 0,0 0 0,1 1 0,-1-1 0,0 0 0,0 0 0,0 0 0,0 1 0,0-1 0,0 0 0,-1 0 0,1 0 0,0 1 0,0-1 0,-1 0 0,1 0 0,0 1 0,-1-1 0,1 0 0,0 1 0,-1-1 0,1 0 0,-1 1 0,1-1 0,-2 0 0,-8-10 0,0 1 0,0 0 0,-1 1 0,-1 0 0,-14-8 0,-70-36 0,66 37 0,-442-203 0,298 143 0,76 33 0,-2 4 0,-1 5 0,-1 4 0,-2 5 0,-118-13 0,111 26 0,0 4 0,0 6 0,-124 13 0,213-7 0,0 0 0,1 1 0,-1 1 0,1 1 0,-21 10 0,-93 56 0,86-44 0,-57 23 0,-38 7 0,-2-6 0,-3-7 0,-1-6 0,-218 29 0,326-68 0,25-1 0,0 1 0,-28 5 0,42-6 0,0 1 0,0 0 0,0 0 0,0 0 0,0 0 0,0 0 0,1 1 0,-1-1 0,0 1 0,1-1 0,-1 1 0,1 0 0,-1 0 0,1 0 0,0 1 0,0-1 0,0 0 0,0 1 0,0 0 0,-1 2 0,3-4 0,-1 0 0,1 0 0,0 0 0,0 0 0,0 0 0,-1 0 0,1 0 0,0 0 0,0 0 0,0 0 0,0 0 0,1 0 0,-1 0 0,0 0 0,0 0 0,1 0 0,-1 0 0,0-1 0,1 1 0,-1 0 0,1 0 0,-1 0 0,1 0 0,-1-1 0,1 1 0,0 0 0,-1 0 0,1-1 0,0 1 0,0 0 0,0-1 0,-1 1 0,1-1 0,0 1 0,0-1 0,0 0 0,0 1 0,0-1 0,0 0 0,0 0 0,0 1 0,0-1 0,1 0 0,49 6 0,-46-6 0,49 2 0,0 2 0,0 2 0,0 2 0,101 31 0,-111-26-1365,-26-10-5461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1140 24575,'13'-1'0,"0"0"0,0-1 0,23-6 0,-11 3 0,316-94 17,-5-25-370,-207 75-125,-55 21 398,280-108-13,-12-21 104,-273 116 204,-3-2 1,84-71-1,-140 105-48,26-18-134,1 1 0,0 2-1,2 1 1,72-29-1,-108 50-32,16-6 0,1 0 0,0 1 0,0 1 0,0 1 0,35-4 0,-114-10 0,-54-14 0,74 20 0,0 2 0,-1 1 0,-71-7 0,77 14 0,0-1 0,-41-11 0,146 17 0,297 89 0,-94-18 0,-98-34 0,-173-38 0,1 0 0,-1 0 0,0 0 0,1 0 0,-1 1 0,0-1 0,0 1 0,0 0 0,0 0 0,0 0 0,-1 0 0,1 1 0,0-1 0,-1 1 0,0-1 0,1 1 0,-1 0 0,2 5 0,-1-3 0,-1 1 0,0 0 0,0-1 0,-1 1 0,0 0 0,0 0 0,0 0 0,-1 0 0,0 13 0,-2 1 0,-1 1 0,-1-1 0,-1 1 0,-1-1 0,-10 24 0,3-16 0,-1-1 0,-1-1 0,-1 0 0,-1-1 0,-2-1 0,0-1 0,-2 0 0,0-2 0,-40 32 0,-22 9 0,-132 73 0,148-95 0,-128 72 0,188-107-66,0 0-1,1 0 0,0 1 1,0-1-1,0 1 1,1 1-1,0-1 0,0 1 1,0 0-1,-6 14 1,5-12-567,-5 10-6193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26 490 24575,'1'18'0,"1"1"0,6 25 0,1 16 0,-2 249 0,-8-231 0,-2-48 0,0-17 0,3-13 0,0 0 0,0 0 0,0 0 0,0 0 0,0 0 0,0-1 0,0 1 0,0 0 0,0 0 0,0 0 0,0 0 0,0 0 0,0 0 0,0 0 0,0-1 0,0 1 0,0 0 0,0 0 0,0 0 0,0 0 0,0 0 0,0 0 0,0 0 0,0 0 0,0 0 0,0-1 0,0 1 0,0 0 0,0 0 0,0 0 0,0 0 0,-1 0 0,1 0 0,0 0 0,0 0 0,0 0 0,0 0 0,0 0 0,0 0 0,0 0 0,0 0 0,-1 0 0,1 0 0,0 0 0,0 0 0,0 0 0,0 0 0,0 0 0,0 0 0,0 0 0,-1 0 0,1 0 0,0 0 0,0 0 0,0 0 0,0 0 0,0 0 0,0 0 0,0 0 0,0 0 0,0 0 0,-1 0 0,1 0 0,0 0 0,0 0 0,0 0 0,-4-18 0,0 0 0,1-1 0,0-30 0,-1 2 0,-20-564 0,24 605 0,1 1 0,-1-1 0,1 0 0,1 1 0,2-9 0,-4 14 0,0-1 0,0 1 0,0-1 0,0 1 0,0-1 0,1 1 0,-1 0 0,0-1 0,0 1 0,1-1 0,-1 1 0,0 0 0,1-1 0,-1 1 0,0 0 0,1-1 0,-1 1 0,0 0 0,1 0 0,-1-1 0,1 1 0,-1 0 0,0 0 0,1 0 0,-1 0 0,1-1 0,0 1 0,0 1 0,0-1 0,0 1 0,0 0 0,0-1 0,0 1 0,0 0 0,0 0 0,-1 0 0,1 0 0,0 0 0,-1 0 0,1 0 0,0 0 0,-1 0 0,1 0 0,-1 0 0,1 1 0,7 20 0,-1 1 0,-1-1 0,0 1 0,2 31 0,1 1 0,-6-35 0,20 97 0,45 144 0,-64-250 0,0-1 0,1 0 0,10 17 0,-13-25 0,0 1 0,0 0 0,0-1 0,0 0 0,0 1 0,1-1 0,-1 0 0,4 2 0,-5-4 0,0 1 0,0-1 0,0 1 0,1-1 0,-1 1 0,0-1 0,0 0 0,0 0 0,0 0 0,1 1 0,-1-1 0,0 0 0,0 0 0,0-1 0,1 1 0,-1 0 0,0 0 0,0 0 0,0-1 0,0 1 0,3-2 0,0 0 0,0-1 0,0 0 0,0 0 0,0-1 0,-1 1 0,1-1 0,-1 0 0,0 0 0,4-6 0,24-47 0,-14 24 0,139-232 0,-103 182 0,75-85 0,-74 100 0,51-56 0,-91 110 0,0 0 0,1 1 0,1 0 0,0 2 0,33-19 0,-47 29 0,0 0 0,0 0 0,0 0 0,1 0 0,-1 1 0,0-1 0,0 1 0,0 0 0,0-1 0,1 1 0,-1 0 0,0 0 0,0 1 0,0-1 0,1 0 0,-1 1 0,0-1 0,0 1 0,0 0 0,0 0 0,0-1 0,0 1 0,0 1 0,0-1 0,0 0 0,0 0 0,-1 1 0,1-1 0,0 1 0,-1-1 0,1 1 0,-1 0 0,1 2 0,6 7 0,-2 0 0,0 1 0,0-1 0,6 21 0,-9-25 0,96 319 0,-26 9 0,-69-317 0,6 32 0,61 354 0,-68-370-1365,-2-8-5461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24575,'560'38'-954,"-387"-21"-479,340 27 1049,273 27-1044,-3 39 649,-390-38 642,53 10-46,-150-29 2970,-281-51-2641,-9 0 29,0 0 1,1-1-1,-1 0 1,1-1-1,-1 0 1,1 0-1,-1 0 1,1 0-1,0-1 1,7-2-1,-14 3-162,1 0-1,-1-1 1,1 1-1,-1 0 1,1 0-1,-1-1 1,1 1-1,-1 0 1,1-1-1,-1 1 1,0 0 0,1-1-1,-1 1 1,1-1-1,-1 1 1,0-1-1,1 1 1,-1-1-1,0 1 1,0-1-1,1 1 1,-1-1-1,0 1 1,0-1 0,0 1-1,0-1 1,0 1-1,0-1 1,0 0-1,-8-18 73,-24-16-122,31 34 48,-33-29-11,-2 2 0,0 1 0,-2 2 0,-72-35 0,22 20 0,-112-34 0,103 41 0,132 44 0,61 29 0,27 15 0,-107-45 0,-1 1 0,0 1 0,-1 0 0,0 1 0,-1 1 0,17 22 0,-12-14 0,35 31 0,-16-20 0,38 29 0,-66-56 0,-1 0 0,0 1 0,0 0 0,-1 0 0,0 1 0,-1 0 0,1 0 0,5 10 0,-10-14 0,0-1 0,0 1 0,-1 0 0,1-1 0,-1 1 0,0 0 0,0 0 0,0 0 0,0-1 0,-1 1 0,0 0 0,1 0 0,-2 0 0,1 0 0,0 0 0,-1 0 0,0 0 0,0 0 0,0 0 0,0-1 0,0 1 0,-1 0 0,0-1 0,-2 4 0,-3 3 0,0-1 0,0 0 0,-1-1 0,-1 0 0,1 0 0,-1-1 0,-16 10 0,-79 39 0,51-29 0,-603 369 0,612-371-1365,28-20-5461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53 133 24575,'15'348'0,"-6"-207"0,40 756 0,-44-774 0,-31-564 0,-52-312 0,65 656 0,8 63 0,1 1 0,0-51 0,4 82 0,0 1 0,0-1 0,0 0 0,1 0 0,-1 0 0,1 0 0,-1 1 0,1-1 0,0 0 0,0 0 0,0 1 0,0-1 0,0 0 0,0 1 0,0-1 0,0 1 0,1 0 0,-1-1 0,0 1 0,1 0 0,-1 0 0,1 0 0,0 0 0,-1 0 0,1 0 0,0 0 0,-1 1 0,1-1 0,2 0 0,5-1 0,1 1 0,-1-1 0,0 2 0,17 0 0,-12 0 0,18 0 0,41 0 0,-1-2 0,1-4 0,88-18 0,13-23 0,102-21 0,-240 63 0,-36 5 0,1 0 0,-1 0 0,0 0 0,0 0 0,1 0 0,-1 0 0,0 0 0,1 0 0,-1 0 0,0 0 0,1 0 0,-1 0 0,0 0 0,1 0 0,-1 0 0,0 0 0,0 0 0,1 0 0,-1 0 0,0 1 0,1-1 0,-1 0 0,0 0 0,0 0 0,1 0 0,-1 1 0,0-1 0,0 0 0,0 0 0,1 1 0,-1-1 0,0 0 0,0 0 0,0 1 0,0-1 0,1 0 0,-1 0 0,0 1 0,0-1 0,0 0 0,0 1 0,-8 14 0,-19 13 0,2-10 0,-1-1 0,0-1 0,-1-1 0,-1-2 0,0-1 0,-1-1 0,0-1 0,-57 11 0,46-17 0,0-1 0,0-1 0,-55-6 0,-8 0 0,97 4 0,-9-1 0,-1 2 0,1 0 0,-21 4 0,31-4 0,-1 1 0,1 0 0,0 0 0,-1 0 0,1 1 0,0-1 0,1 1 0,-1 0 0,0 1 0,1-1 0,0 1 0,-7 8 0,0-1 0,1 1 0,1 1 0,0 0 0,-9 17 0,16-25 0,0 1 0,0-1 0,0 1 0,0 0 0,1-1 0,0 1 0,0 0 0,0 0 0,1 0 0,0 0 0,0-1 0,1 1 0,0 0 0,2 8 0,22 74 0,-13-53 0,-2 1 0,8 55 0,-11 4 0,-7 104 0,-2-82 0,2-111 0,0 0 0,0 0 0,-1-1 0,0 1 0,0 0 0,-3 5 0,4-10 0,0-1 0,0 1 0,-1 0 0,1 0 0,-1-1 0,1 1 0,0 0 0,-1-1 0,1 1 0,-1-1 0,1 1 0,-1-1 0,0 1 0,1-1 0,-1 1 0,0-1 0,1 1 0,-1-1 0,0 0 0,1 1 0,-2-1 0,1 0 0,0 0 0,-1 0 0,1 0 0,0 0 0,0-1 0,0 1 0,0-1 0,0 1 0,0 0 0,0-1 0,-1 0 0,1 1 0,1-1 0,-1 0 0,0 1 0,0-1 0,0 0 0,0 0 0,-1-1 0,-2-4 0,-1-1 0,1 1 0,0-1 0,0 0 0,1 0 0,0 0 0,0-1 0,0 1 0,1-1 0,0 1 0,1-1 0,0 0 0,0-9 0,-1-10 0,2 0 0,4-41 0,-3 62 0,1 1 0,-1-1 0,1 1 0,1-1 0,-1 1 0,1 0 0,0 0 0,0 0 0,0 0 0,1 0 0,-1 1 0,1 0 0,0 0 0,0 0 0,1 0 0,0 0 0,-1 1 0,1 0 0,0 0 0,0 0 0,6-2 0,16-7 0,0 2 0,54-15 0,-70 22 0,141-27 0,-27 7 0,-64 8 0,92-19 0,-127 30 0,1 1 0,0 1 0,47 3 0,-72-1 0,1 0 0,-1 1 0,1-1 0,-1 0 0,1 1 0,-1 0 0,0-1 0,1 1 0,-1 0 0,0 0 0,0 0 0,4 3 0,-6-4 0,1 1 0,-1-1 0,0 1 0,1-1 0,-1 1 0,0-1 0,0 1 0,1-1 0,-1 1 0,0-1 0,0 1 0,0-1 0,0 1 0,0 0 0,1-1 0,-1 1 0,0-1 0,0 1 0,-1-1 0,1 1 0,0 0 0,0-1 0,0 1 0,0-1 0,0 1 0,-1-1 0,1 1 0,0-1 0,0 1 0,-1-1 0,0 2 0,-2 2 0,-1-1 0,1 1 0,-1-1 0,0 1 0,0-1 0,-1 0 0,1-1 0,-1 1 0,1-1 0,-8 3 0,-20 6 0,0-2 0,0-2 0,-1 0 0,0-2 0,-36 0 0,-176-6 0,103-2 0,101 1 0,28 0 0,1 1 0,0 1 0,0 0 0,-1 1 0,1 0 0,0 1 0,-16 4 0,13 4-1365,4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16 24575,'22'-7'0,"-20"5"0,0 1 0,0 0 0,0 0 0,0 0 0,0 1 0,0-1 0,1 1 0,-1-1 0,0 1 0,0-1 0,0 1 0,1 0 0,3 1 0,4 1 0,0 0 0,0 1 0,0 1 0,0 0 0,0 0 0,-1 0 0,0 2 0,0-1 0,0 1 0,-1 0 0,0 1 0,0 0 0,-1 0 0,1 1 0,-2 0 0,9 11 0,8 16 0,0 1 0,29 66 0,-46-88 0,12 29 0,-2 0 0,-1 2 0,-3 0 0,-2 0 0,-1 1 0,-3 0 0,-1 1 0,-3-1 0,-1 1 0,-3 0 0,-8 49 0,-72 408 0,14-106 0,29 7 0,37 261 0,9-522 0,29 163 0,-34-297 0,-1-1 0,0 0 0,0 0 0,-1 1 0,0-1 0,-3 17 0,2-22 0,1-2 0,-1 1 0,0 0 0,-1 0 0,1 0 0,-1 0 0,1-1 0,-1 1 0,0-1 0,0 1 0,0-1 0,0 0 0,0 1 0,0-1 0,-1 0 0,1-1 0,-1 1 0,0 0 0,1-1 0,-1 1 0,0-1 0,0 0 0,-6 2 0,-1-1 0,0 0 0,0-1 0,0 0 0,-1-1 0,1 0 0,0-1 0,-1 0 0,1 0 0,0-1 0,-11-3 0,-19-7 0,-45-20 0,51 18 0,-89-36-455,2-5 0,-132-83 0,202 105-6371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0 24575,'-4'1'0,"0"1"0,-1-1 0,1 1 0,0-1 0,0 1 0,0 0 0,-4 3 0,-9 4 0,-5-1 0,0-1 0,-32 6 0,34-9 0,0 1 0,1 1 0,-34 14 0,35-10 0,2 0 0,-1 1 0,1 1 0,1 0 0,0 1 0,1 1 0,0 0 0,1 1 0,1 1 0,0 0 0,1 0 0,-15 31 0,16-25 0,0 2 0,2-1 0,0 1 0,2 0 0,0 1 0,2 0 0,0 0 0,2 0 0,2 40 0,-1-59 0,1 0 0,1 0 0,-1 0 0,1 0 0,0 1 0,0-1 0,1 0 0,0-1 0,0 1 0,0 0 0,1 0 0,-1-1 0,1 0 0,1 1 0,-1-1 0,1 0 0,0-1 0,0 1 0,0-1 0,1 1 0,0-1 0,-1-1 0,12 7 0,106 73 0,-30-20 0,122 63 0,-196-118 0,0-1 0,0-1 0,0-1 0,1 0 0,0-2 0,0 0 0,0-1 0,0 0 0,0-2 0,0 0 0,0-1 0,0-2 0,23-4 0,-23 3 0,1-2 0,-1 0 0,1-1 0,-2-1 0,1 0 0,-1-2 0,-1 0 0,0-1 0,0-1 0,-1 0 0,0-1 0,16-18 0,63-85 0,-82 97 0,0-1 0,-1 0 0,-2-1 0,12-30 0,-7 8 0,14-71 0,-24 90 0,-2 1 0,-1 0 0,-1-1 0,-4-45 0,1 58 0,-1 1 0,0 0 0,-1 0 0,0 0 0,0 0 0,-1 1 0,0 0 0,-1 0 0,0 0 0,0 0 0,-1 1 0,0 0 0,0 1 0,-1-1 0,-11-7 0,-5-3 0,-2 0 0,0 2 0,0 0 0,-30-11 0,36 19 0,1 2 0,-1 0 0,0 1 0,-1 0 0,1 2 0,-23-1 0,-130 4 0,96 3 0,2-3 0,-64 2 0,113 2-1365,6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1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24575,'1035'-48'0,"-607"20"0,-402 28 0,-20 0 0,-1 1 0,0-1 0,0 0 0,1 0 0,-1-1 0,0 1 0,1-1 0,-1 0 0,0-1 0,0 1 0,0-1 0,8-4 0,-13 5 0,0 0 0,1 1 0,-1-1 0,0 0 0,0 1 0,1-1 0,-1 0 0,0 0 0,0 0 0,0 1 0,0-1 0,0 0 0,0 0 0,0 1 0,0-1 0,0 0 0,0 0 0,0 0 0,-1 1 0,1-1 0,0 0 0,-1 0 0,1 1 0,0-1 0,-1 0 0,1 1 0,-1-1 0,1 1 0,-1-1 0,1 0 0,-1 1 0,1-1 0,-2 0 0,-27-25 0,21 18 0,-7-4 0,0 0 0,0 2 0,-1 0 0,-1 0 0,0 2 0,-26-11 0,-3-1 0,46 20 0,0 0 0,-1 0 0,1 0 0,0 0 0,0 0 0,0 0 0,-1 0 0,1 0 0,0 0 0,0 0 0,0 0 0,0 0 0,-1 0 0,1 0 0,0 0 0,0 0 0,0 0 0,-1-1 0,1 1 0,0 0 0,0 0 0,0 0 0,0 0 0,0 0 0,-1 0 0,1 0 0,0-1 0,0 1 0,0 0 0,0 0 0,0 0 0,0 0 0,0-1 0,0 1 0,-1 0 0,1 0 0,0 0 0,0 0 0,0-1 0,0 1 0,0 0 0,0 0 0,0 0 0,0-1 0,0 1 0,0 0 0,0 0 0,0 0 0,0 0 0,0-1 0,0 1 0,1 0 0,-1 0 0,0 0 0,0 0 0,0-1 0,15-1 0,23 4 0,-2 10 0,0 1 0,-1 1 0,58 34 0,-89-44 0,1-1 0,-1 0 0,0 1 0,0 0 0,-1 0 0,1 0 0,-1 0 0,0 0 0,0 1 0,0-1 0,-1 1 0,1 0 0,-1 0 0,0 0 0,-1 0 0,1 0 0,-1 1 0,0-1 0,0 0 0,-1 1 0,1-1 0,-2 11 0,1-6 0,-1 0 0,0 0 0,0 0 0,-1 0 0,-1 0 0,1 0 0,-2-1 0,1 1 0,-1-1 0,-1 0 0,-8 13 0,1-5-1365,-1-2-5461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29 436 24575,'3'52'0,"10"66"0,-3-43 0,-14-251 0,-19 3 0,11 99 0,-4-118 0,25 147 0,-9 43 0,1 1 0,-1-1 0,1 1 0,-1-1 0,1 1 0,0 0 0,0-1 0,0 1 0,0 0 0,0 0 0,0 0 0,1-2 0,-1 3 0,0 0 0,-1-1 0,1 1 0,-1 0 0,1 0 0,-1 0 0,1 0 0,0 0 0,-1 0 0,1 0 0,0 0 0,-1 0 0,1 0 0,-1 0 0,1 0 0,-1 0 0,1 1 0,0-1 0,-1 0 0,1 0 0,-1 1 0,1-1 0,-1 0 0,1 1 0,-1-1 0,1 0 0,-1 1 0,1-1 0,-1 1 0,0-1 0,1 1 0,-1 0 0,3 2 0,-1 0 0,0 1 0,0-1 0,0 1 0,-1 0 0,1-1 0,-1 1 0,0 0 0,0 0 0,0 0 0,0 0 0,-1 5 0,1 56 0,-2-44 0,1-12 0,-1 0 0,1 0 0,1-1 0,-1 1 0,1 0 0,3 11 0,-2-16 0,-1-1 0,0 0 0,1 0 0,0 0 0,0 0 0,0 0 0,0-1 0,0 1 0,0-1 0,1 1 0,-1-1 0,1 0 0,0 1 0,-1-2 0,1 1 0,0 0 0,5 2 0,8 2 0,0 0 0,1 0 0,22 3 0,-27-7 0,1 1 0,-1 0 0,0 0 0,-1 2 0,1-1 0,-1 1 0,1 1 0,15 11 0,-13-8 0,1 0 0,0-2 0,0 0 0,1 0 0,0-1 0,0-1 0,0-1 0,21 3 0,19 7 0,143 52 0,-178-54-1365,-5 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24575,'731'0'0,"-724"0"0,-2 0 0,0 0 0,0 0 0,0 0 0,0-1 0,8-1 0,-12 1 0,0 1 0,-1 0 0,1-1 0,0 1 0,-1 0 0,1-1 0,0 1 0,-1-1 0,1 1 0,0-1 0,-1 1 0,1-1 0,-1 1 0,1-1 0,-1 0 0,0 1 0,1-1 0,-1 0 0,1 1 0,-1-1 0,0 0 0,0 0 0,1 1 0,-1-1 0,0 0 0,0 0 0,0 1 0,0-1 0,0 0 0,0 0 0,0 0 0,0 1 0,0-1 0,0 0 0,-1 0 0,1 1 0,0-1 0,0 0 0,-1 0 0,1 1 0,-1-1 0,0-1 0,-7-13 0,-2 1 0,1 0 0,-2 0 0,0 1 0,0 0 0,-15-11 0,-11-14 0,23 24 0,10 10 0,-1 0 0,2 0 0,-1-1 0,0 1 0,-4-9 0,7 12 0,1 1 0,0 0 0,0 0 0,0-1 0,0 1 0,0 0 0,0 0 0,0-1 0,0 1 0,-1 0 0,1 0 0,0-1 0,0 1 0,0 0 0,0 0 0,0-1 0,1 1 0,-1 0 0,0-1 0,0 1 0,0 0 0,0 0 0,0-1 0,0 1 0,0 0 0,0 0 0,1 0 0,-1-1 0,0 1 0,0 0 0,0 0 0,0 0 0,1-1 0,-1 1 0,0 0 0,0 0 0,1 0 0,12-3 0,15 7 0,-22-2 0,0 0 0,0 1 0,-1-1 0,1 1 0,-1 1 0,0-1 0,0 1 0,0 0 0,6 7 0,37 47 0,-16-17 0,-26-33 0,0 0 0,0 0 0,-1 1 0,0-1 0,0 1 0,-1 0 0,-1 1 0,1-1 0,3 20 0,-4-14 0,-1 2 0,-1-1 0,-1 0 0,0 0 0,-3 23 0,1-33 11,1 0 0,-1 0 0,0 0 0,0 1 0,-1-2 0,0 1-1,0 0 1,0-1 0,-1 1 0,-7 8 0,-2 0-506,0 0 0,-19 15 0,16-17-6331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377 447 24575,'120'420'0,"-115"-389"0,-1 0 0,-2 0 0,-1 34 0,0-64 0,-1-1 0,0 1 0,0-1 0,0 1 0,0 0 0,0-1 0,0 1 0,0-1 0,0 1 0,0 0 0,0-1 0,0 1 0,-1-1 0,1 1 0,0-1 0,0 1 0,0-1 0,-1 1 0,1-1 0,0 1 0,-1-1 0,1 1 0,-1 0 0,-7-11 0,-11-36 0,-172-573 0,185 594 0,-53-231 0,59 253 0,-1 0 0,1 0 0,-1-1 0,1 1 0,0 0 0,0 0 0,0-1 0,1 1 0,-1 0 0,1 0 0,0 0 0,-1 0 0,2 0 0,-1 0 0,0 0 0,1 0 0,-1 0 0,3-3 0,-2 4 0,1 0 0,0 0 0,0 0 0,0 0 0,0 0 0,0 1 0,0 0 0,1-1 0,-1 1 0,0 0 0,1 0 0,-1 1 0,1-1 0,-1 1 0,0 0 0,7 0 0,297 6 0,-302-6 0,1 0 0,-1 0 0,1 1 0,-1 0 0,0 0 0,1 0 0,-1 1 0,0-1 0,0 1 0,0 1 0,0-1 0,7 5 0,-9-4 0,0-1 0,0 1 0,0 0 0,0 1 0,0-1 0,-1 0 0,1 1 0,-1 0 0,0-1 0,0 1 0,-1 0 0,1 0 0,-1 0 0,1 0 0,-1 1 0,0 5 0,2 4 0,-1 1 0,-1 0 0,0 0 0,-1 0 0,0 0 0,-1 0 0,-1-1 0,-1 1 0,0 0 0,-1-1 0,0 0 0,-1 0 0,-1 0 0,0 0 0,-1-1 0,0 0 0,-1 0 0,0-1 0,-1 0 0,-1-1 0,0 1 0,0-2 0,-15 12 0,3-5 0,-2-1 0,-39 19 0,105-33 0,29-13 0,52-5 0,-107 15 0,-1 1 0,1 1 0,-1 0 0,0 1 0,0 1 0,17 5 0,-16-4 0,-1 1 0,0 0 0,-1 2 0,1-1 0,-1 2 0,0 0 0,-1 1 0,0 0 0,0 1 0,-1 0 0,0 1 0,-1 0 0,12 16 0,-11-11 0,0 0 0,-2 1 0,0 0 0,0 1 0,-2 0 0,11 32 0,-16-41 0,-1 0 0,0 0 0,-1 0 0,0 0 0,0 1 0,-1-1 0,0 0 0,-1 0 0,0 0 0,0 0 0,-1 0 0,0 0 0,-1 0 0,0 0 0,0-1 0,-9 16 0,2-8 0,-2-1 0,0 0 0,0 0 0,-1-1 0,-1-1 0,-1 0 0,0-1 0,0 0 0,-1-2 0,0 1 0,-1-2 0,-31 13 0,5-6 0,-2-1 0,1-3 0,-1-1 0,-53 5 0,38-10 0,0-1 0,-1-4 0,1-2 0,0-3 0,0-2 0,-68-17 0,113 20 40,0-1 0,-20-9 0,30 11-164,1 0 0,-1 0 1,1-1-1,0 0 0,0 0 0,0 0 1,0 0-1,1-1 0,-1 1 0,1-1 1,-3-4-1,-6-15-6702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1 465 24575,'639'-20'0,"-424"5"0,321-29 0,-535 44 0,1 0 0,-1 0 0,0 0 0,0-1 0,0 1 0,0 0 0,1 0 0,-1-1 0,0 1 0,0-1 0,0 1 0,0-1 0,0 1 0,0-1 0,0 0 0,0 1 0,0-1 0,0 0 0,0 0 0,0 0 0,0-1 0,0 0 0,-1 1 0,0 0 0,0 0 0,1 0 0,-1 0 0,0 0 0,0-1 0,0 1 0,-1 0 0,1 0 0,0 0 0,0 0 0,-1 0 0,1 0 0,0 0 0,-1-1 0,1 1 0,-2-1 0,-3-6 0,0 1 0,-1-1 0,0 1 0,-10-9 0,-33-28 0,-106-73 0,70 69 0,61 36 0,0-1 0,-34-25 0,23 12 0,35 26 0,0 0 0,-1 0 0,1 0 0,0 0 0,0 0 0,0 0 0,0 0 0,0 0 0,0 0 0,0 0 0,-1 0 0,1 0 0,0 0 0,0 0 0,0-1 0,0 1 0,0 0 0,0 0 0,0 0 0,0 0 0,0 0 0,-1 0 0,1 0 0,0-1 0,0 1 0,0 0 0,0 0 0,0 0 0,0 0 0,0 0 0,0 0 0,0-1 0,0 1 0,0 0 0,0 0 0,0 0 0,0 0 0,0 0 0,0-1 0,0 1 0,0 0 0,0 0 0,1 0 0,-1 0 0,0 0 0,0 0 0,0 0 0,0-1 0,0 1 0,0 0 0,0 0 0,0 0 0,0 0 0,1 0 0,-1 0 0,0 0 0,0 0 0,12-1 0,16 5 0,25 16 0,0 3 0,-1 1 0,-2 3 0,49 35 0,-86-53 0,-1 1 0,0 1 0,0 0 0,-1 1 0,0 0 0,-1 1 0,0 0 0,-1 1 0,-1 0 0,11 25 0,-15-28-62,-1 0 0,0 0 0,-1 0 0,0 1 0,-1-1 0,0 1 0,-1-1 0,0 1 0,-1-1 0,0 1 0,-1-1 0,0 1-1,-1-1 1,0 0 0,-1 0 0,0 0 0,-1-1 0,0 1 0,0-1 0,-1 0 0,-13 16 0,1-7-6764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0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645 1 24575,'-67'-1'0,"-186"7"0,213-3 0,-1 3 0,1 0 0,1 3 0,-45 16 0,79-24 0,0 1 0,0 0 0,0 0 0,0 1 0,0 0 0,0-1 0,0 2 0,1-1 0,0 0 0,0 1 0,0 0 0,-5 5 0,7-5 0,0 1 0,0-1 0,0 1 0,0-1 0,1 1 0,0 0 0,-1-1 0,2 1 0,-1 0 0,1 0 0,-1 0 0,1 0 0,2 9 0,24 223 0,-1-25 0,-4 298 0,2 30 0,-19-500 0,2 0 0,2-1 0,2 1 0,1-2 0,31 73 0,-39-105 0,1 1 0,-1-1 0,1 0 0,0 0 0,1-1 0,-1 1 0,10 8 0,-12-13 0,-1 0 0,0 0 0,1 0 0,-1 0 0,0 0 0,1 0 0,-1 0 0,1-1 0,0 1 0,-1-1 0,1 1 0,-1-1 0,1 1 0,0-1 0,-1 0 0,1 0 0,0 0 0,-1 0 0,1 0 0,0 0 0,-1 0 0,1-1 0,0 1 0,-1-1 0,1 1 0,-1-1 0,1 0 0,0 1 0,-1-1 0,0 0 0,1 0 0,-1 0 0,1 0 0,-1 0 0,0 0 0,0 0 0,2-3 0,7-10 0,0-1 0,0 0 0,-2-1 0,0 0 0,0 0 0,-2-1 0,0 1 0,-1-1 0,-1-1 0,0 1 0,1-23 0,-5 29 0,-1-1 0,0 1 0,0 0 0,-1-1 0,-1 1 0,0 0 0,0 0 0,-10-19 0,3 3 0,9 25 0,0 0 0,0 0 0,1 0 0,-1 0 0,1 0 0,0 0 0,-1 0 0,1 0 0,0 0 0,0 0 0,0 0 0,0 0 0,1 0 0,-1 0 0,1 0 0,-1 0 0,1 0 0,0 0 0,-1 1 0,1-1 0,0 0 0,1-2 0,1 2 0,-1-1 0,1 1 0,0 0 0,-1-1 0,1 1 0,0 0 0,0 1 0,0-1 0,1 1 0,-1-1 0,6-1 0,10-1 0,0 0 0,1 1 0,34-1 0,-43 4 0,58-3 0,78-4 0,227-38 0,-348 40 0,-4 0 0,-1 0 0,1 2 0,30 0 0,-49 3 0,-1 0 0,1 1 0,-1-1 0,1 1 0,-1 0 0,0-1 0,1 1 0,-1 0 0,0 1 0,0-1 0,0 0 0,1 1 0,-1-1 0,-1 1 0,1-1 0,0 1 0,0 0 0,-1 0 0,1 0 0,-1 0 0,1 0 0,-1 0 0,0 1 0,0-1 0,0 0 0,1 5 0,2 5 0,0 1 0,-2 0 0,4 25 0,0 330 0,-8-245 0,1-17 0,19 581 0,-13-625-1365,-4-41-5461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1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24575,'66'-4'0,"0"-2"0,104-24 0,-97 15 0,123-10 0,-191 25 0,1 0 0,-1 0 0,0 0 0,1 0 0,-1 1 0,0 0 0,0 0 0,0 1 0,1-1 0,-1 1 0,-1 0 0,1 1 0,0-1 0,0 1 0,-1 0 0,0 0 0,1 0 0,-1 0 0,0 1 0,-1 0 0,1 0 0,-1 0 0,1 0 0,-1 1 0,0-1 0,2 7 0,25 40 0,41 98 0,9 66 0,-71-189 0,164 521 0,-37-105 0,-68-238-55,322 877-721,11-16 776,-162-164 139,-231-868 214,18 47 0,-11-35-367,-14-43 14,-1-1 0,1 1 0,-1-1 0,0 1 0,0 0 0,1-1 0,-1 1 0,0-1 0,0 1 0,-1 0 0,1-1 0,0 1 0,0-1 0,-1 1 0,1 0 0,-1-1 0,0 1 0,1-1 0,-1 0 0,0 1 0,0-1 0,0 1 0,0-1 0,0 0 0,0 0 0,0 0 0,0 0 0,-1 0 0,1 0 0,0 0 0,-1 0 0,1 0 0,0 0 0,-1-1 0,1 1 0,-1 0 0,-2 0 0,-7 2 0,-1 0 0,0 0 0,0-1 0,-14 1 0,11-2 0,-573 29-1365,486-29-5461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2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77 24575,'0'5'0,"0"-4"0,0-5 0,-4-3 0,-2-5 0,0-4 0,-3 0 0,0 4 0,6 2 0,8 4 0,3 8 0,4 2 0,1 2 0,-2-1-8191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2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24575,'0'5'0,"-5"1"0,-1 4 0,1 5 0,-4 8 0,0 10 0,-4-1 0,2-2 0,2-1 0,2-2 0,3 0 0,2-1 0,1 4 0,-3-3 0,-2-2 0,1 0 0,1-5-8191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1 255 24575,'10'149'0,"0"-32"0,-7 170 0,1 25 0,-5-310 0,1-1 0,0 0 0,0 1 0,0-1 0,0 1 0,1-1 0,-1 1 0,0-1 0,0 1 0,1-1 0,-1 0 0,1 1 0,-1-1 0,1 0 0,0 1 0,1 1 0,-1-4 0,0 0 0,-1 0 0,1 0 0,0-1 0,-1 1 0,1 0 0,0 0 0,-1 0 0,1-1 0,-1 1 0,0 0 0,1 0 0,-1-1 0,0 1 0,0 0 0,0-1 0,0-1 0,22-224 0,-8-260 0,-14 473 0,2-58 0,-1 65 0,0 0 0,0 0 0,0 1 0,1-1 0,0 1 0,0-1 0,1 1 0,3-6 0,-5 10 0,0 1 0,0 0 0,1-1 0,-1 1 0,0 0 0,1 0 0,-1 0 0,1 0 0,0 0 0,-1 0 0,1 1 0,0-1 0,-1 0 0,1 1 0,0-1 0,0 1 0,0 0 0,-1 0 0,1-1 0,0 1 0,0 0 0,0 1 0,0-1 0,-1 0 0,1 0 0,0 1 0,0-1 0,-1 1 0,1 0 0,0-1 0,2 2 0,5 2 0,0 1 0,0 0 0,0 0 0,10 8 0,146 127 0,-136-114 0,151 141 0,-176-163 0,1 0 0,-1-1 0,1 1 0,0-1 0,0 0 0,0 0 0,0-1 0,0 1 0,1-1 0,-1 0 0,11 2 0,-13-4 0,0 0 0,0-1 0,1 1 0,-1 0 0,0-1 0,0 0 0,0 1 0,0-1 0,0 0 0,0-1 0,0 1 0,0-1 0,0 1 0,0-1 0,-1 0 0,1 0 0,-1 0 0,1 0 0,-1 0 0,0-1 0,0 1 0,3-5 0,238-322 0,-137 182 0,-75 97 0,-25 39 0,0 0 0,1 0 0,1 1 0,-1 0 0,19-18 0,-26 28 0,1-1 0,-1 0 0,1 1 0,-1 0 0,1-1 0,0 1 0,-1-1 0,1 1 0,0 0 0,-1-1 0,1 1 0,0 0 0,0 0 0,-1 0 0,1-1 0,0 1 0,0 0 0,-1 0 0,1 0 0,0 0 0,0 0 0,-1 0 0,1 1 0,0-1 0,0 0 0,-1 0 0,1 0 0,0 1 0,0-1 0,-1 0 0,1 1 0,0-1 0,-1 1 0,1-1 0,-1 1 0,1-1 0,-1 1 0,1-1 0,-1 1 0,1-1 0,-1 1 0,1 0 0,-1-1 0,0 1 0,1 0 0,-1 0 0,1 0 0,12 42 0,-11-34 0,17 90 0,10 170 0,-15-113 0,17 440-1365,-31-553-5461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24575,'947'0'0,"-942"0"0,-1 0 0,1 0 0,-1-1 0,0 0 0,1 1 0,-1-2 0,0 1 0,0 0 0,7-4 0,-11 4 0,1 1 0,0 0 0,-1-1 0,1 1 0,-1-1 0,1 1 0,-1 0 0,0-1 0,1 1 0,-1-1 0,1 1 0,-1-1 0,0 1 0,0-1 0,1 0 0,-1 1 0,0-1 0,0 1 0,1-1 0,-1 0 0,0 1 0,0-1 0,0 0 0,0 1 0,0-1 0,0 0 0,-1-1 0,0 0 0,1 1 0,-1-1 0,0 1 0,0 0 0,0-1 0,0 1 0,-1 0 0,1-1 0,0 1 0,0 0 0,-1 0 0,1 0 0,-1 0 0,-1-1 0,-30-18 0,-1 2 0,-45-19 0,228 119 0,-140-77 0,-6-3 0,-1-1 0,1 1 0,0 0 0,-1 0 0,1 0 0,-1 0 0,0 0 0,0 1 0,0-1 0,0 1 0,0-1 0,0 1 0,-1 0 0,1 0 0,-1 0 0,0 0 0,0 0 0,0 0 0,0 0 0,0 0 0,-1 0 0,1 0 0,-1 1 0,0-1 0,0 0 0,0 0 0,0 0 0,-1 1 0,0-1 0,1 0 0,-1 0 0,0 0 0,0 0 0,-1 0 0,1 0 0,0 0 0,-1-1 0,0 1 0,0 0 0,0-1 0,0 1 0,0-1 0,0 0 0,-1 0 0,1 0 0,-1 0 0,1 0 0,-1 0 0,0-1 0,0 1 0,0-1 0,0 0 0,0 0 0,-3 1 0,-48 9-1365,32-4-5461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133 396 24575,'-3'72'0,"-13"73"0,4-51 0,2-2 0,-62 466 0,65-522 0,6-36 0,1 0 0,0 0 0,0 0 0,0 0 0,0 0 0,0 0 0,0 0 0,0 0 0,0 0 0,0 0 0,0-1 0,0 1 0,-1 0 0,1 0 0,0 0 0,0 0 0,0 0 0,0 0 0,0 0 0,0 0 0,0 0 0,0 0 0,0 0 0,-1 1 0,1-1 0,0 0 0,0 0 0,0 0 0,0 0 0,0 0 0,0 0 0,0 0 0,0 0 0,0 0 0,0 0 0,-1 0 0,1 0 0,0 0 0,0 0 0,0 0 0,0 0 0,0 1 0,0-1 0,0 0 0,0 0 0,0 0 0,0 0 0,0 0 0,0 0 0,0 0 0,0 0 0,0 0 0,0 1 0,0-1 0,-3-15 0,0-23 0,0-122 0,7 1 0,47-296 0,-39 410 0,1-1 0,39-82 0,-11 27 0,-14 22 0,-15 40 0,28-60 0,-39 97 0,0 0 0,0 0 0,0 0 0,0 0 0,0 0 0,1 0 0,-1 0 0,1 1 0,0-1 0,-1 0 0,1 1 0,0-1 0,0 1 0,0 0 0,0 0 0,0 0 0,3-2 0,-4 3 0,1 0 0,-1 0 0,0 1 0,0-1 0,1 0 0,-1 0 0,0 1 0,0-1 0,0 1 0,1-1 0,-1 1 0,0-1 0,0 1 0,0 0 0,0-1 0,0 1 0,0 0 0,0 0 0,0 0 0,0 0 0,-1 0 0,1 0 0,0 0 0,0 0 0,-1 0 0,1 0 0,-1 1 0,1-1 0,-1 0 0,0 0 0,1 0 0,-1 1 0,0 0 0,45 135 0,42 113 0,-62-185 0,-3 0 0,-3 2 0,-3 0 0,8 71 0,-21-121-195,1 1 0,0-1 0,2 0 0,0 0 0,1-1 0,10 19 0,-6-16-6631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24575,'4'0'0,"11"0"0,11 0 0,15-5 0,5 0 0,-2-1 0,-3 2 0,-5 0 0,-3 2 0,1 1 0,-1 1 0,-2 0 0,-1 0 0,-6-4 0,-7-2-8191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38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24575,'129'0'0,"572"-20"0,-664 19 0,23-2 0,-56 3 0,-1 0 0,1-1 0,-1 0 0,1 0 0,-1 0 0,1 0 0,-1 0 0,0-1 0,0 1 0,0-1 0,0 0 0,4-3 0,-6 5 0,-1-1 0,1 0 0,-1 0 0,1 0 0,-1 1 0,1-1 0,-1 0 0,1 0 0,-1 0 0,0 0 0,1 0 0,-1 0 0,0 0 0,0 0 0,0 0 0,0 0 0,0 0 0,0 0 0,0 0 0,0 0 0,0 0 0,0 0 0,0 0 0,-1 0 0,1 0 0,0 0 0,-1 0 0,1 0 0,-1 1 0,1-1 0,-1 0 0,1 0 0,-1 0 0,0 1 0,1-1 0,-2-1 0,-33-26 0,28 23 0,-20-20 0,19 8 0,8 17 0,0 0 0,0-1 0,0 1 0,0-1 0,0 1 0,0-1 0,0 1 0,0-1 0,0 1 0,0 0 0,0-1 0,0 1 0,1-1 0,-1 1 0,0 0 0,0-1 0,0 1 0,1 0 0,-1-1 0,0 1 0,1 0 0,-1-1 0,0 1 0,1 0 0,-1-1 0,0 1 0,1 0 0,-1 0 0,0 0 0,1-1 0,-1 1 0,1 0 0,1 0 0,1 1 0,-1 0 0,0 0 0,0 0 0,1 0 0,-1 0 0,0 0 0,0 0 0,0 1 0,0-1 0,-1 1 0,1-1 0,0 1 0,2 4 0,0-3 0,3 5 0,0-1 0,-1 1 0,1 0 0,-2 0 0,1 1 0,-1 0 0,-1 0 0,0 0 0,0 0 0,0 1 0,-2 0 0,1 0 0,1 13 0,0 13 0,-2-1 0,-3 53 0,0-43 0,1-38-105,0 1 0,-1 0 0,0 0 0,0 0 0,-1-1 0,0 1 0,0-1 0,-1 1 0,0-1 0,0 0 0,-1 0 0,-5 7 0,0-1-6721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4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31 160 24575,'2'3'0,"0"0"0,0 0 0,0 0 0,0 0 0,-1 0 0,1 0 0,-1 1 0,0-1 0,0 0 0,0 1 0,0-1 0,0 5 0,3 47 0,-4-34 0,19 512 0,-9-264 0,-59-853 0,23 359 0,22 186 0,1 0 0,2 0 0,5-41 0,-4 77 0,1-1 0,0 1 0,0 0 0,0-1 0,0 1 0,0 0 0,0 0 0,1 0 0,0 0 0,0 0 0,0 0 0,0 1 0,0-1 0,0 0 0,1 1 0,-1 0 0,1 0 0,2-3 0,0 3 0,0-1 0,0 0 0,0 1 0,0 0 0,1 0 0,-1 1 0,0-1 0,1 1 0,-1 0 0,10 0 0,-9 1 0,-1-1 0,1 2 0,0-1 0,-1 0 0,1 1 0,-1 0 0,1 0 0,-1 1 0,1 0 0,-1 0 0,0 0 0,0 0 0,0 1 0,0 0 0,0 0 0,0 0 0,-1 0 0,0 1 0,0 0 0,0 0 0,0 0 0,6 9 0,-7-6 0,0 0 0,0 0 0,-1 0 0,0 0 0,-1 1 0,0-1 0,0 0 0,0 1 0,-1-1 0,0 1 0,0-1 0,-1 1 0,0-1 0,-1 0 0,1 1 0,-6 12 0,-4 6 0,0-1 0,-2-1 0,-21 30 0,-4 9 0,37-61 0,-1 1 0,1-1 0,0 1 0,0-1 0,0 1 0,0-1 0,0 1 0,0-1 0,1 1 0,-1 0 0,1-1 0,0 1 0,0 0 0,0 0 0,0-1 0,0 1 0,1 0 0,-1-1 0,1 1 0,0 0 0,-1-1 0,1 1 0,3 4 0,0-2 0,0-1 0,0 1 0,1-1 0,-1 0 0,1 0 0,0 0 0,1-1 0,-1 0 0,9 5 0,40 16 0,1-2 0,77 20 0,-48-16 0,376 143 0,-395-144-1365,-42-20-5461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42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24575,'813'0'0,"-809"0"0,0 0 0,1-1 0,-1 1 0,0-1 0,0 0 0,0 0 0,0 0 0,0-1 0,0 1 0,5-3 0,-8 3 0,-1 1 0,1-1 0,0 0 0,0 1 0,-1-1 0,1 0 0,-1 1 0,1-1 0,0 0 0,-1 1 0,1-1 0,-1 0 0,0 0 0,1 0 0,-1 0 0,1 1 0,-1-1 0,0 0 0,0 0 0,0-1 0,0 0 0,0 1 0,0-1 0,-1 1 0,1-1 0,-1 1 0,1-1 0,-1 1 0,0-1 0,1 1 0,-1-1 0,0 1 0,0 0 0,0 0 0,0 0 0,0-1 0,-2 0 0,-56-47 0,5 6 0,50 39 0,-1 0 0,0 1 0,-1 0 0,-9-5 0,10 6 0,1 0 0,0-1 0,0 1 0,0-1 0,0 0 0,-7-6 0,11 9 0,0 0 0,0 0 0,-1-1 0,1 1 0,0 0 0,0 0 0,0 0 0,-1 0 0,1-1 0,0 1 0,0 0 0,0 0 0,0 0 0,0-1 0,-1 1 0,1 0 0,0 0 0,0-1 0,0 1 0,0 0 0,0 0 0,0-1 0,0 1 0,0 0 0,0 0 0,0-1 0,0 1 0,0 0 0,0 0 0,0-1 0,0 1 0,0 0 0,0 0 0,0-1 0,1 1 0,-1 0 0,10-2 0,14 6 0,-18 0 0,0 0 0,0 0 0,0 0 0,-1 1 0,0 0 0,9 10 0,-7-8 0,-1-1 0,1 1 0,13 8 0,-8-7 0,-4-3 0,0-1 0,0 1 0,-1 1 0,0 0 0,12 12 0,-17-15 0,0-1 0,-1 1 0,1-1 0,-1 1 0,0 0 0,1 0 0,-1-1 0,-1 1 0,1 0 0,0 0 0,-1 0 0,1 0 0,-1 0 0,0 0 0,0 0 0,0 0 0,-1 0 0,1 0 0,-1 0 0,1 0 0,-1 0 0,-2 4 0,-7 19 0,-23 41 0,9-21 0,16-31-170,-1 0-1,-1 0 0,0-1 1,-1 0-1,0-1 0,-1 0 1,-19 16-1,11-12-6655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85 24575,'20'23'0,"22"32"0,3 5 0,-25-37 0,55 71 0,-67-82 0,0-1 0,-2 1 0,1 1 0,-1-1 0,-1 1 0,6 21 0,-8-8 0,-3-25 0,0-1 0,-1 1 0,1-1 0,0 1 0,0 0 0,0-1 0,0 1 0,0-1 0,-1 1 0,1-1 0,0 1 0,-1-1 0,1 1 0,0-1 0,-1 1 0,1-1 0,0 1 0,-1-1 0,1 1 0,-2 0 0,1-1 0,-1 0 0,1 0 0,-1 0 0,1 0 0,-1 0 0,1 0 0,-1 0 0,1-1 0,-1 1 0,1 0 0,-1-1 0,1 1 0,-1-1 0,1 0 0,0 1 0,-1-1 0,1 0 0,-3-2 0,-11-8 0,0 0 0,-20-23 0,15 14 0,1 0 0,1-2 0,1 0 0,2-1 0,0-1 0,1-1 0,-15-34 0,26 47 0,0 0 0,0 0 0,1 0 0,0 0 0,1 0 0,1 0 0,0 0 0,0 0 0,1 0 0,1 0 0,6-23 0,-7 32 0,1 0 0,0 1 0,0 0 0,0-1 0,0 1 0,0 0 0,0 0 0,1 0 0,-1 0 0,1 1 0,-1-1 0,1 0 0,0 1 0,-1 0 0,1 0 0,0 0 0,0 0 0,0 0 0,0 1 0,0-1 0,5 0 0,10 0 0,0 0 0,27 3 0,-21-1 0,92 0 0,87 4 0,-188-4 0,0 1 0,0 0 0,0 1 0,0 1 0,-1 0 0,1 1 0,-1 1 0,-1 0 0,1 1 0,-1 1 0,0 0 0,0 0 0,-1 1 0,-1 1 0,1 0 0,15 19 0,-22-24 0,-1 0 0,0 1 0,0 0 0,0-1 0,-1 1 0,0 0 0,0 1 0,-1-1 0,1 0 0,-1 1 0,-1-1 0,1 1 0,-1 0 0,0 0 0,0 10 0,-2-13 0,1 1 0,0 0 0,-1 0 0,0-1 0,0 1 0,-1 0 0,1-1 0,-1 1 0,0-1 0,0 1 0,0-1 0,-1 0 0,1 0 0,-1 0 0,0 0 0,0-1 0,-1 1 0,1-1 0,-1 0 0,0 0 0,0 0 0,-8 5 0,-2-2 0,0-1 0,0 0 0,-1-1 0,0 0 0,0-1 0,0-1 0,0-1 0,-1 0 0,-26-2 0,24 1 0,0 0 0,0 1 0,0 1 0,0 0 0,0 1 0,-24 8 0,35-7 0,0 1 0,1 0 0,-1 0 0,1 0 0,0 1 0,0-1 0,0 1 0,1 1 0,0-1 0,0 1 0,-6 12 0,-23 28 0,-4-10-32,26-27-190,1 1-1,0 0 1,1 1 0,0 0 0,-13 21 0,15-16-6604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24575,'153'8'0,"-49"-1"0,618 4 0,-720-11 0,0 0 0,1 0 0,-1 0 0,1 0 0,-1 0 0,0 0 0,1-1 0,-1 0 0,0 1 0,0-1 0,1 0 0,-1 0 0,0 0 0,0 0 0,0 0 0,0-1 0,0 1 0,0-1 0,0 1 0,2-4 0,-4 4 0,1-1 0,0 0 0,-1 0 0,1 0 0,-1 0 0,0 0 0,0 0 0,0 0 0,0 0 0,0 0 0,0 1 0,0-1 0,-1 0 0,1 0 0,-1 0 0,1 0 0,-1 0 0,0 0 0,1 1 0,-1-1 0,0 0 0,0 1 0,-1-1 0,1 1 0,-2-3 0,-30-36 0,-2 0 0,-2 3 0,-67-54 0,98 85 0,-1 1 0,0 0 0,0 0 0,0 1 0,-13-6 0,52 35 0,2 0 0,-1 2 0,-2 1 0,31 34 0,-51-51 0,-1 0 0,-1 1 0,1 0 0,-2 1 0,0 0 0,0 0 0,-1 1 0,-1 0 0,-1 0 0,1 0 0,2 18 0,-1-1 40,-1 1 0,3 58 0,-9-77-175,0-1 0,-1 1 0,0-1 0,-1 1 0,0-1 0,-1 0 0,-1 0 0,0 0 0,0-1 0,-9 16 0,5-13-6691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00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24575,'1'13'0,"0"0"0,1 0 0,1-1 0,0 1 0,8 20 0,4 12 0,74 328 0,49 169 0,-112-437 0,-31-435 0,6 216 0,-2 100 0,-2 0 0,1 0 0,-2 0 0,0 0 0,0 1 0,-1 0 0,-1 0 0,-9-15 0,5 8 0,-14-41 0,26 66 0,0 1 0,0-1 0,0 0 0,1 0 0,0 0 0,0 0 0,0 0 0,1 0 0,0-1 0,-1 0 0,2 0 0,-1 0 0,0 0 0,7 4 0,-2-2 0,2-1 0,-1 1 0,0-2 0,1 0 0,0 0 0,20 4 0,10-1 0,1-3 0,0-1 0,43-3 0,-77 0 0,7 0 0,3 0 0,0 0 0,0-1 0,-1-1 0,1-1 0,18-5 0,-32 7 0,-1 0 0,1-1 0,0 1 0,-1-1 0,1 0 0,-1 0 0,0 0 0,1 0 0,-1 0 0,0-1 0,-1 0 0,1 0 0,0 1 0,-1-1 0,1-1 0,-1 1 0,0 0 0,0-1 0,-1 1 0,1-1 0,0 1 0,-1-1 0,0 0 0,0 1 0,0-1 0,-1 0 0,1 0 0,-1 0 0,0-5 0,0 2 0,-1 0 0,1-1 0,-2 1 0,1 0 0,-1-1 0,0 1 0,-1 0 0,1 0 0,-1 1 0,-1-1 0,1 0 0,-1 1 0,-6-7 0,-7-8 0,0 2 0,-31-26 0,32 31 0,0 0 0,2-1 0,0-1 0,-19-26 0,6-9 0,-9-14 0,42 99 0,35 66 0,9 29 0,-44-109 0,-1 0 0,0-1 0,-2 1 0,-1 1 0,1 19 0,-2-23 0,1 1 0,1-1 0,1 0 0,0 0 0,7 17 0,7 25 0,-14-44 0,4 17 0,-1 0 0,-2 0 0,2 44 0,-6-65-47,1 1-1,-1-1 1,2 0-1,-1 0 0,2 0 1,-1 0-1,1-1 1,1 0-1,0 1 1,11 14-1,-5-5-794,-2-2-5984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24575,'0'36'0,"15"397"0,-4-195 0,-10-354 0,0 12 0,-14-122 0,2 86 0,6-151 0,6 190 0,-1 100 0,0-7 0,0 0 0,0 0 0,1 0 0,0 1 0,3-14 0,-3 19 0,0 0 0,0 0 0,0 0 0,0 0 0,0 0 0,1 0 0,-1 0 0,0 0 0,1 1 0,0-1 0,-1 1 0,1-1 0,0 1 0,0-1 0,0 1 0,0 0 0,0 0 0,0 0 0,0 0 0,0 0 0,0 1 0,0-1 0,1 0 0,3 0 0,22-1 0,0 1 0,0 1 0,29 4 0,10 0 0,-37-2 0,43 9 0,22 2 0,-74-13 0,-10 0 0,0 0 0,0 1 0,0 1 0,17 3 0,-26-4 0,1 0 0,-1-1 0,1 2 0,-1-1 0,1 0 0,-1 0 0,0 1 0,0-1 0,0 1 0,0 0 0,0 0 0,0 0 0,0 0 0,0 0 0,-1 0 0,1 0 0,-1 0 0,1 1 0,-1-1 0,0 1 0,0-1 0,0 1 0,1 4 0,0 8 0,0 0 0,-1 0 0,0 0 0,-1 0 0,-1 0 0,0 0 0,-1 0 0,-1 0 0,0 0 0,-1-1 0,-1 1 0,0-1 0,-1 0 0,-1-1 0,0 1 0,0-1 0,-1 0 0,-13 14 0,-21 32 0,27-34 0,-2-2 0,-1 0 0,-29 29 0,33-39 0,0-1 0,-1 0 0,0-1 0,-1-1 0,0-1 0,0 0 0,-1 0 0,-1-2 0,1 0 0,-1-2 0,0 1 0,-1-2 0,1-1 0,-25 2 0,14-9 0,22 1 0,18 3 0,1 2 0,-2 1 0,1 1 0,0 0 0,-1 0 0,0 1 0,0 0 0,0 1 0,0 0 0,-1 1 0,9 7 0,31 20 0,0-7 0,74 30 0,-45-20 0,-46-22 0,55 21 0,-46-23 0,-14-4 0,0-1 0,0 0 0,1-3 0,1 0 0,29 1 0,34-6-1365,-66-1-5461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24575,'-4'4'0,"-2"6"0,-4 2 0,-1 2 0,2 4 0,3 3 0,1 6 0,3 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2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134 214 24575,'12'163'0,"1"-21"0,-11-74 0,4-1 0,28 131 0,-68-311 0,-18-71 0,-9-181 0,51 309 0,6 40 0,1 0 0,-2-29 0,5 43 0,0 0 0,0 0 0,1 0 0,-1 1 0,0-1 0,1 0 0,-1 0 0,1 0 0,0 1 0,-1-1 0,1 0 0,0 1 0,0-1 0,0 1 0,0-1 0,0 1 0,0 0 0,1-1 0,1 0 0,0-1 0,0 1 0,1 0 0,-1 0 0,1 1 0,-1-1 0,1 1 0,0-1 0,6 0 0,8-1 0,0 2 0,0 0 0,22 1 0,-22 1 0,51-1 0,-1 4 0,83 15 0,-125-15 0,0 2 0,-1 1 0,0 1 0,0 2 0,-1 0 0,0 1 0,-1 1 0,43 31 0,-54-31 0,1 1 0,-1 0 0,-1 1 0,-1 0 0,0 1 0,0 0 0,-2 1 0,14 32 0,1 1 0,-17-37 0,-1-1 0,0 1 0,-1 0 0,0 1 0,-1-1 0,-1 0 0,0 1 0,-1 0 0,0-1 0,0 1 0,-2 0 0,-2 21 0,1-24 0,0 0 0,-1-1 0,0 1 0,-1-1 0,0 0 0,0 0 0,-1 0 0,0-1 0,0 1 0,-1-1 0,0 0 0,0-1 0,-1 0 0,0 0 0,-1 0 0,-14 10 0,-1-4 0,0 0 0,-1-1 0,-1-2 0,1 0 0,-2-2 0,-29 7 0,-161 20 0,209-34 0,-99 9-682,-155-6-1,239-4-6143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24575,'5'5'0,"0"5"0,1 6 0,-2 4 0,0 3 0,-2 3 0,-1 1 0,-1 0 0,4-5 0,2-5-8191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6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24575,'13'29'0,"-2"0"0,-1 1 0,8 40 0,10 29 0,76 162 0,-98-248 0,1 0 0,0 0 0,13 16 0,-26-37 0,1-1 0,0 0 0,0-1 0,0 1 0,-3-13 0,-20-68 0,10 33 0,17 54 0,0 0 0,-1 0 0,1 0 0,1-1 0,-1 1 0,0 0 0,1-1 0,0 1 0,0-1 0,0 1 0,0-1 0,0 1 0,1 0 0,-1-1 0,1 1 0,2-5 0,-2 6 0,1 0 0,0 0 0,0 0 0,0 0 0,1 0 0,-1 0 0,0 0 0,1 1 0,-1-1 0,1 1 0,-1 0 0,1 0 0,0 0 0,-1 0 0,1 0 0,0 0 0,0 1 0,0 0 0,5-1 0,69-3 0,-54 4 0,0-1 0,23-4 0,5-3 0,-29 5 0,0-1 0,-1 0 0,33-13 0,-27 8 0,0 1 0,32-5 0,-56 12 0,0 1 0,0-1 0,0 0 0,0 0 0,0 0 0,-1-1 0,1 1 0,0-1 0,-1 1 0,1-1 0,-1 0 0,0 0 0,1 0 0,-1 0 0,0 0 0,0-1 0,0 1 0,-1-1 0,2-2 0,-1 1 0,0-1 0,0 1 0,-1-1 0,0 0 0,0 1 0,0-1 0,0 0 0,-1 0 0,0 0 0,0 1 0,-1-7 0,0 3 0,0 0 0,0 1 0,-1-1 0,0 1 0,-1 0 0,0 0 0,0 0 0,0 0 0,-1 0 0,0 0 0,0 1 0,-1 0 0,1 0 0,-2 0 0,-5-6 0,-59-32 0,53 35 0,1 0 0,1-2 0,0 1 0,1-2 0,-19-18 0,21 19 0,13 16 0,16 22 0,34 39 0,41 58 0,-77-103 0,-2 2 0,-1 0 0,18 46 0,-23-49 0,0 0 0,2 0 0,0-1 0,1-1 0,1 1 0,15 17 0,41 59 120,-60-83-332,0 0 0,-1 1 0,0 0-1,-1 0 1,-1 0 0,4 18 0,-4-9-6614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4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3345 1 24575,'-222'6'0,"-226"36"0,72 23 0,345-59 0,-44 11 0,-96 34 0,-70 42 0,-27 9 0,227-87 0,0 3 0,1 1 0,1 1 0,-51 37 0,7-7 0,58-37 0,1 1 0,1 1 0,-25 20 0,12-6 0,-1-2 0,-63 34 0,68-44 0,0 2 0,2 1 0,0 2 0,2 0 0,-32 32 0,27-15 0,2 1 0,-53 87 0,-27 101 0,50-92 0,-69 169 0,28-58 0,70-173 0,23-51 0,1 1 0,2-1 0,0 1 0,1 1 0,-2 35 0,6 128 0,1-38 0,-24 150 0,7-100 0,10 325 0,9-318 0,-4 19 0,5 224 0,9-285 0,2 58 0,-9-154 0,3-1 0,24 101 0,-4-35 0,-23-99 0,2 0 0,2 0 0,1-1 0,25 57 0,-20-66 0,2-1 0,0-1 0,2 0 0,0-2 0,1 0 0,28 21 0,21 24 0,-30-29 0,0-2 0,2-2 0,2-1 0,56 31 0,13 14 0,-86-56 0,1-2 0,1 0 0,54 25 0,-59-33 0,43 28 0,-12-7 0,7 5 0,-40-23 0,1-1 0,1-1 0,30 11 0,24 6 0,-44-15 0,1-2 0,57 13 0,-54-16 0,66 24 0,-69-21 0,0-1 0,47 9 0,146 8 0,-192-25 0,0-3 0,0-1 0,0-1 0,53-11 0,-48 2 0,-2-2 0,43-20 0,6-2 0,269-91 0,105-84 0,-395 172 0,70-50 0,3-4 0,120-49 0,-197 113 0,2 3 0,87-24 0,-97 32 0,-1-2 0,85-45 0,-88 39 0,-31 16 0,-1-1 0,-1 0 0,0-2 0,-1 0 0,0 0 0,0-2 0,-2 0 0,1-1 0,17-25 0,17-26 0,74-138 0,37-78 0,-121 224 0,4 2 0,79-83 0,79-46 0,14-14 0,-175 158 0,-2-2 0,-2-2 0,31-50 0,-30 34 0,-3-1 0,-3-1 0,-2-2 0,-3-1 0,-4-1 0,20-94 0,-23 50 0,8-213 0,-19 125 0,7-350 0,-13 377 0,-5-192 0,1 344 0,-1 0 0,-1-1 0,-1 1 0,0 1 0,-2-1 0,0 1 0,-1 0 0,-1 1 0,-1-1 0,0 2 0,-2 0 0,-13-17 0,-3 1 0,-1 1 0,-2 2 0,0 0 0,-61-41 0,8 14 0,-3 4 0,-1 4 0,-3 4 0,-115-41 0,161 70 0,2-2 0,0-2 0,1-2 0,1-2 0,-52-39 0,58 36 0,-2 2 0,-1 2 0,-1 1 0,0 2 0,-2 2 0,0 1 0,-59-14 0,-387-82 0,435 103 0,-100-12 0,134 19 0,0 0 0,1-2 0,-1 1 0,1-2 0,0 0 0,-27-15 0,22 10 0,0 1 0,-45-12 0,-71-11 0,-101-22 0,229 52 0,0 1 0,0-2 0,0 1 0,1-1 0,-1-1 0,1 1 0,0-2 0,-10-6 0,-4-7 0,-33-34 0,47 43 0,1 0 0,0-1 0,-10-18 0,14 21 0,-1 0 0,0 0 0,0 1 0,0 0 0,-1 0 0,0 1 0,0-1 0,-1 1 0,-13-10 0,8 9-117,7 5-8,0-1 0,0 0 1,0 0-1,0 0 0,0-1 0,1 0 0,0 0 1,0 0-1,-5-6 0,1-4-6701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3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2 306 24575,'24'338'0,"-14"-248"0,-7-55 0,-1-9 0,1-1 0,0 0 0,13 42 0,-11-59 0,-3-13 0,0-19 0,-38-324 0,12 173 0,23 160 0,-5-31 0,2 0 0,4-60 0,0 104 0,0 1 0,0-1 0,0 1 0,0-1 0,0 0 0,1 1 0,-1-1 0,0 1 0,1-1 0,0 1 0,-1-1 0,1 1 0,0-1 0,0 1 0,0 0 0,0-1 0,0 1 0,1-2 0,-1 3 0,0 0 0,0-1 0,0 1 0,0 0 0,0 0 0,-1 0 0,1 0 0,0-1 0,0 1 0,0 1 0,0-1 0,0 0 0,0 0 0,0 0 0,0 0 0,0 1 0,0-1 0,-1 0 0,1 1 0,0-1 0,0 0 0,1 2 0,6 4 0,1 0 0,-2 1 0,1 0 0,9 12 0,-11-13 0,229 220 0,-217-210 0,-11-9 0,1 0 0,0 0 0,0 0 0,1-1 0,10 6 0,-18-11 0,0 0 0,0 0 0,1 0 0,-1-1 0,0 1 0,1-1 0,-1 1 0,1-1 0,-1 1 0,1-1 0,-1 0 0,1 0 0,-1 0 0,1 0 0,-1 0 0,1 0 0,-1 0 0,1 0 0,-1 0 0,0-1 0,1 1 0,-1-1 0,1 1 0,-1-1 0,0 1 0,1-1 0,-1 0 0,0 0 0,0 0 0,1 0 0,-1 0 0,0 0 0,0 0 0,0 0 0,0 0 0,1-3 0,9-17 0,-1-2 0,-1 1 0,-2-1 0,9-38 0,-5 17 0,2-8 0,-9 32 0,1 1 0,0 0 0,2 0 0,0 1 0,1 0 0,12-22 0,-16 34 0,1-1 0,-1 1 0,1 0 0,1 0 0,-1 1 0,11-10 0,-14 14 0,-1 0 0,0 1 0,0-1 0,1 0 0,-1 1 0,1-1 0,-1 1 0,0 0 0,1-1 0,-1 1 0,1 0 0,-1 0 0,1 0 0,-1 0 0,1 0 0,-1 0 0,2 0 0,-1 1 0,0 0 0,0 0 0,0 0 0,-1 0 0,1 0 0,0 0 0,-1 0 0,1 1 0,-1-1 0,1 1 0,-1-1 0,0 1 0,0-1 0,1 1 0,-1 0 0,1 2 0,12 24 0,-1 1 0,11 38 0,8 19 0,45 79 0,-35-81 0,-4 1 0,29 99 0,-53-139-1365,-9-30-5461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3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24575,'9'10'0,"-1"0"0,0 1 0,11 22 0,3 3 0,-11-19 0,3 4 0,1-1 0,19 21 0,-29-35 0,0-1 0,1-1 0,-1 1 0,1-1 0,-1 0 0,1 0 0,1-1 0,-1 0 0,0 0 0,1 0 0,0-1 0,9 3 0,-14-5 0,0 0 0,0 0 0,0 1 0,1-1 0,-1 0 0,0-1 0,0 1 0,0 0 0,0-1 0,0 1 0,0-1 0,0 0 0,0 1 0,0-1 0,0 0 0,0 0 0,0 0 0,3-3 0,-2 1 0,0 0 0,0 0 0,-1-1 0,1 1 0,-1-1 0,0 1 0,1-1 0,-2 0 0,3-4 0,0-5 0,0 0 0,-1 0 0,0 0 0,1-27 0,-3 24 0,0 0 0,-2 0 0,0 0 0,-6-30 0,11 52 0,0 0 0,1 0 0,-1 0 0,1-1 0,1 0 0,-1 1 0,1-2 0,0 1 0,0-1 0,0 0 0,0 0 0,1-1 0,-1 0 0,1 0 0,0 0 0,0-1 0,0 0 0,1 0 0,12 0 0,27 1 11,53-5 0,-39 0-1398,-37 2-5439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4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0 413 24236,'3396'-413'0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110 287 24575,'0'0'0,"0"0"0,0 0 0,0 0 0,-1 0 0,1 0 0,0 0 0,0 0 0,-1 0 0,1 0 0,0 0 0,0 0 0,-1 0 0,1 0 0,0-1 0,0 1 0,0 0 0,-1 0 0,1 0 0,0 0 0,0 0 0,0 0 0,-1-1 0,1 1 0,0 0 0,0 0 0,0 0 0,0 0 0,0-1 0,-1 1 0,1 0 0,0 0 0,0 0 0,0-1 0,0 1 0,0 0 0,0 0 0,0-1 0,0 1 0,0 0 0,0 0 0,0 0 0,0-1 0,0 1 0,0 0 0,0 0 0,0-1 0,0 1 0,0 0 0,0 0 0,0 0 0,0-1 0,0 1 0,0 0 0,1 0 0,-1 0 0,0-1 0,0 1 0,0 0 0,0 0 0,0 0 0,1-1 0,-1 1 0,0 0 0,0 0 0,13-14 0,13-4 0,0 1 0,1 2 0,54-24 0,93-24 0,-90 36 0,2 3 0,0 4 0,1 4 0,131-8 0,-199 24 0,-17 1 0,-3-1 0,-31 3 0,-62-2 0,-183 27 0,271-26 0,0 0 0,0 0 0,1 0 0,-1 1 0,1 0 0,-1 0 0,1 0 0,0 1 0,0 0 0,0 0 0,1 0 0,-8 8 0,-4 8 0,-25 39 0,23-32 0,-43 68 0,4 3 0,4 2 0,5 2 0,-67 208 0,81-188 0,6 1 0,5 1 0,5 2 0,-2 154 0,20-6 0,3-116 0,-28 262 0,25-419 0,0 0 0,0 0 0,0 0 0,0 0 0,0 0 0,0 0 0,1 0 0,-1-1 0,0 1 0,1 0 0,-1 0 0,1 0 0,-1-1 0,1 1 0,-1 0 0,1 0 0,-1-1 0,1 1 0,0 0 0,-1-1 0,1 1 0,0-1 0,0 1 0,-1-1 0,1 1 0,0-1 0,0 0 0,0 1 0,0-1 0,0 0 0,-1 0 0,2 1 0,33 5 0,-32-6 0,31 2 0,1-2 0,-1-1 0,0-2 0,0-1 0,34-9 0,165-53 0,100-58-321,-263 97-723,-58 22-5782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1348 159 24575,'0'-4'0,"-1"0"0,0 0 0,1 0 0,-2 0 0,1 0 0,0 0 0,-1 1 0,1-1 0,-1 1 0,0-1 0,-1 1 0,1-1 0,0 1 0,-1 0 0,0 0 0,-3-2 0,-2-3 0,-2 0 0,1 1 0,-1 0 0,-13-7 0,4 5 0,-1 1 0,0 1 0,0 0 0,0 1 0,-1 2 0,0 0 0,0 1 0,0 1 0,0 1 0,-32 2 0,8 3 0,0 2 0,0 1 0,-81 26 0,83-19 0,1 2 0,0 2 0,2 1 0,0 2 0,1 2 0,1 1 0,2 2 0,0 2 0,2 1 0,1 2 0,1 1 0,2 2 0,1 0 0,2 2 0,1 1 0,3 1 0,0 2 0,-23 58 0,29-55 0,3 1 0,1 0 0,2 0 0,2 1 0,3 0 0,1 1 0,1 64 0,5-83 0,1-1 0,1 0 0,2 0 0,0 0 0,2 0 0,1-1 0,0 0 0,2 0 0,1-1 0,1-1 0,1 0 0,1 0 0,1-1 0,21 22 0,-17-24 0,0-1 0,2-1 0,0-1 0,1-1 0,1-1 0,0-1 0,1-1 0,1-1 0,0-1 0,0-2 0,1 0 0,1-1 0,47 7 0,-47-12 0,-1-1 0,0-1 0,1-1 0,-1-1 0,1-1 0,-1-1 0,0-2 0,0-1 0,-1 0 0,0-2 0,0-1 0,0-2 0,-1 0 0,29-19 0,-17 3-1365,-25 16-5461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0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24575,'-9'220'0,"1"-66"0,4-26 0,-19 806 0,24-904-1365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1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951 400 24575,'-1'-7'0,"0"0"0,-1-1 0,0 1 0,-1 0 0,1 0 0,-1 0 0,-7-11 0,1 0 0,-2-4 0,-1 0 0,-1 0 0,-1 2 0,-1-1 0,-1 2 0,-1 0 0,0 1 0,-1 0 0,-1 2 0,-1 0 0,-27-17 0,30 23 0,-1 1 0,0 1 0,0 0 0,-1 1 0,0 1 0,0 0 0,-1 2 0,0 0 0,1 2 0,-1 0 0,0 1 0,0 1 0,0 1 0,-33 5 0,35-2 0,-1 0 0,1 1 0,0 1 0,1 1 0,0 0 0,0 2 0,0 0 0,1 0 0,0 2 0,1 0 0,0 1 0,-23 24 0,23-19 0,1 0 0,1 1 0,1 0 0,1 1 0,0 0 0,1 1 0,1 0 0,1 0 0,1 1 0,-8 37 0,9-20 0,2-1 0,2 1 0,1 0 0,2 0 0,1-1 0,2 1 0,2-1 0,2 0 0,1 0 0,20 52 0,-13-46 0,3-1 0,1 0 0,3-1 0,1-1 0,2-2 0,1 0 0,2-2 0,38 36 0,-47-52 0,2-1 0,0-2 0,1 0 0,0-1 0,2-1 0,-1-2 0,30 12 0,-36-18 0,0-1 0,1-1 0,0 0 0,1-1 0,-1-2 0,0 0 0,1-1 0,0 0 0,-1-2 0,1 0 0,20-5 0,-15 0 0,-1 0 0,0-2 0,-1-1 0,0 0 0,0-2 0,-1-1 0,0 0 0,-1-2 0,-1 0 0,0-1 0,-1-2 0,0 0 0,-2 0 0,30-39 0,-34 38 0,0-1 0,-2 0 0,0 0 0,-2-1 0,0 0 0,-1-1 0,-1 0 0,-1 0 0,0-1 0,-2 1 0,-1-1 0,0 0 0,-2 0 0,-1-1 0,0 1 0,-2 0 0,-4-24 0,-3 8 0,-2 0 0,-1 1 0,-2 1 0,-2 0 0,-1 1 0,-1 1 0,-25-34 0,7 19 0,-1 1 0,-3 1 0,-82-73 0,91 93 0,-55-37 0,75 57 0,-2 0 0,1 0 0,-1 1 0,0 0 0,0 1 0,0 1 0,-1 0 0,-20-3 0,30 7-97,0 0-1,0 0 1,0 0-1,0 0 1,0 1-1,0 0 1,0 0-1,0 0 1,0 0-1,0 0 1,0 1-1,1 0 0,-7 3 1,-11 12-6729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1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7 196 24575,'0'0'0,"-1"-1"0,1 1 0,-1-1 0,1 1 0,-1 0 0,1-1 0,0 1 0,-1-1 0,1 1 0,-1-1 0,1 0 0,0 1 0,0-1 0,-1 1 0,1-1 0,0 1 0,0-1 0,0 0 0,0 1 0,-1-1 0,1 0 0,0 1 0,0-1 0,0 0 0,0 1 0,1-1 0,-1 1 0,0-1 0,0 0 0,0 1 0,1-2 0,3-22 0,-4 23 0,5-17 0,0 0 0,1 1 0,1 0 0,1 0 0,0 0 0,15-21 0,-22 36-104,0 2 62,-1-1 0,0 1 0,0-1 0,0 1 0,1 0 0,-1-1 0,0 1 0,0-1 0,1 1 0,-1 0 0,0-1 0,1 1 0,-1 0 0,0 0 0,1-1 0,-1 1 0,1 0 0,-1 0 0,0-1-1,1 1 1,-1 0 0,1 0 0,-1 0 0,1 0 0,-1 0 0,1 0 0,-1 0 0,0 0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38 24575,'0'-1'0,"0"-1"0,0 1 0,0 0 0,-1-1 0,1 1 0,0 0 0,0-1 0,-1 1 0,1 0 0,-1-1 0,0 1 0,1 0 0,-1 0 0,0 0 0,1 0 0,-1 0 0,0-1 0,0 1 0,0 1 0,0-1 0,0 0 0,-3-2 0,1 2 0,0 0 0,0-1 0,0 1 0,0 0 0,-1 0 0,1 1 0,0-1 0,-1 1 0,-3-1 0,-7 2 0,0 0 0,0 0 0,-23 6 0,9 0 0,0 1 0,1 2 0,0 1 0,0 1 0,2 1 0,-1 1 0,2 1 0,0 1 0,-40 36 0,38-26 0,0 1 0,2 1 0,1 1 0,2 1 0,0 1 0,2 1 0,-16 37 0,14-17 0,1 0 0,3 2 0,2 0 0,3 1 0,1 1 0,4 0 0,2 0 0,2 0 0,3 0 0,8 67 0,-2-77 0,2 0 0,3 0 0,1-1 0,2 0 0,33 68 0,-32-81 0,2-1 0,1-1 0,2-1 0,0-1 0,2-1 0,1 0 0,1-2 0,31 25 0,-45-42 0,0-1 0,0 1 0,1-2 0,0 0 0,0 0 0,1-1 0,0 0 0,-1-1 0,2-1 0,-1 0 0,16 2 0,-22-4 0,0-1 0,0 0 0,0 0 0,0-1 0,0 0 0,0 0 0,0 0 0,-1-1 0,1 1 0,0-2 0,-1 1 0,1 0 0,-1-1 0,0 0 0,0 0 0,0-1 0,0 0 0,-1 0 0,1 0 0,-1 0 0,0 0 0,0-1 0,-1 0 0,1 0 0,3-7 0,-2 1 0,0 0 0,0 0 0,-2 0 0,1 0 0,-1-1 0,-1 0 0,0 1 0,-1-1 0,0 0 0,-1 0 0,0 0 0,-1 0 0,0 0 0,-4-16 0,-2 0 0,0 0 0,-2 0 0,-2 1 0,-23-46 0,15 39 0,-1 0 0,-1 2 0,-2 0 0,-1 2 0,-2 0 0,-1 2 0,-1 1 0,-1 1 0,-49-34 0,68 54-47,0 0 0,-1 0 0,0 1 0,0 0 0,0 1 0,-1 1 0,1-1 0,-1 2 0,0 0-1,0 0 1,0 1 0,0 0 0,0 1 0,0 1 0,0 0 0,0 0 0,0 1 0,0 1 0,0 0 0,1 1 0,-1 0 0,1 0-1,0 1 1,1 1 0,-1 0 0,1 0 0,0 1 0,-12 11 0,-17 19-6779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1253 355 24575,'-12'-13'0,"-29"-24"0,-2 1 0,-1 3 0,-2 1 0,-1 2 0,-93-43 0,96 54 0,-1 2 0,-1 2 0,-1 1 0,0 3 0,0 2 0,-1 2 0,-48-1 0,76 8 0,-1 0 0,1 1 0,0 2 0,0 0 0,1 1 0,-1 1 0,1 1 0,0 0 0,-29 15 0,33-13 0,0 1 0,1 1 0,1 0 0,-1 0 0,2 2 0,-1-1 0,2 2 0,0-1 0,0 2 0,1 0 0,-14 25 0,12-15 0,1 1 0,1 1 0,1 0 0,2 0 0,0 1 0,2 0 0,1 0 0,1 0 0,1 0 0,2 1 0,1-1 0,0 0 0,3 0 0,0 0 0,12 40 0,-7-36 0,1 0 0,2-1 0,1 0 0,1-1 0,1 0 0,2-2 0,1 0 0,1-1 0,1 0 0,2-2 0,0 0 0,47 37 0,-37-39 0,0 0 0,2-3 0,0 0 0,1-3 0,1 0 0,67 18 0,-77-27 0,-1-1 0,1-2 0,1 0 0,-1-2 0,0-1 0,1-1 0,-1-1 0,1-2 0,-1 0 0,48-14 0,-61 13 0,0 0 0,-1-2 0,1 1 0,-1-2 0,-1 0 0,1 0 0,-1-1 0,0 0 0,-1-1 0,0 0 0,-1-1 0,1 0 0,-2 0 0,13-20 0,-13 16 0,-1 0 0,-1-1 0,0 0 0,0-1 0,-2 1 0,0-1 0,-1 0 0,0 0 0,-1 0 0,-1 0 0,-2-33 0,-4 2 0,-2-1 0,-2 1 0,-2 1 0,-2 0 0,-29-67 0,2 23 0,-86-139 0,110 204 0,6 6 0,-1 1 0,0 1 0,-2-1 0,0 2 0,-1 0 0,-17-15 0,30 30 0,0 0 0,0 0 0,0 0 0,0 0 0,0 1 0,0-1 0,0 0 0,0 1 0,0-1 0,0 1 0,-1 0 0,1-1 0,0 1 0,0 0 0,-1-1 0,1 1 0,0 0 0,0 0 0,0 0 0,-1 0 0,1 0 0,0 1 0,0-1 0,-1 0 0,1 0 0,0 1 0,-2 0 0,1 1 0,0-1 0,1 1 0,-1 0 0,1 0 0,-1-1 0,1 1 0,0 0 0,-1 0 0,1 1 0,0-1 0,0 0 0,1 0 0,-2 4 0,-1 6 0,1 0 0,0 1 0,0 0 0,1 16 0,6 33-1365,2-3-5461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80 24575,'0'0'0,"-2"0"0,8-1 0,8 3 0,15 1 0,-1-1 0,35-1 0,-56-2 0,1 1 0,0-1 0,-1-1 0,1 1 0,-1-1 0,1-1 0,-1 1 0,0-1 0,0-1 0,0 1 0,0-1 0,-1 0 0,9-7 0,-14 10 5,0 1 0,0-1-1,0 0 1,0 0 0,0 0-1,-1 0 1,1 0 0,0 0-1,0 0 1,-1 0 0,1 0-1,-1 0 1,1 0 0,-1 0 0,1-1-1,-1 1 1,1 0 0,-1 0-1,0 0 1,0-1 0,0 1-1,0 0 1,0-1 0,0-1-1,-1 2-68,1 0 0,-1 0-1,0 0 1,0 0-1,1 0 1,-1 0-1,0 0 1,0 1-1,0-1 1,0 0-1,0 0 1,0 1 0,-1-1-1,1 1 1,0-1-1,0 1 1,0-1-1,-1 1 1,1 0-1,0-1 1,0 1-1,-3 0 1,-18-2-6762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24575,'18'-16'0,"4"0"0,1 0 0,1 2 0,0 0 0,51-20 0,109-28 0,-176 60 0,2-1 0,180-46 0,-170 45 0,-1 1 0,1 1 0,0 1 0,1 1 0,-1 0 0,0 2 0,31 6 0,-44-7 0,0 1 0,-1 1 0,1-1 0,-1 1 0,0 0 0,0 1 0,0-1 0,0 1 0,0 0 0,-1 1 0,0-1 0,0 1 0,0 0 0,7 10 0,-7-6 0,0 0 0,0 0 0,-1 0 0,0 1 0,-1-1 0,0 1 0,0 0 0,-1 0 0,1 12 0,-2 7 0,0 0 0,-2-1 0,-1 1 0,-2 0 0,0-1 0,-11 33 0,-8 16 0,-3-2 0,-3-1 0,-43 77 0,8-36 0,-87 117 0,118-190 0,22-30 0,1 1 0,-13 20 0,23-31 0,-1 0 0,0 1 0,0-1 0,1 0 0,-1 0 0,1 1 0,0-1 0,-1 0 0,1 0 0,0 1 0,1-1 0,-1 0 0,0 1 0,1-1 0,-1 0 0,1 0 0,0 1 0,-1-1 0,1 0 0,0 0 0,0 0 0,1 0 0,-1 0 0,0 0 0,1-1 0,-1 1 0,4 2 0,-1 1 0,0-1 0,1 0 0,-1 0 0,1 0 0,0-1 0,0 0 0,0 0 0,1 0 0,9 3 0,-1-3 0,-1 0 0,1-2 0,0 1 0,0-2 0,-1 0 0,1 0 0,0-2 0,16-2 0,109-31 0,-122 30 0,75-24-682,101-45-1,-182 69-6143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954 133 24575,'0'0'0,"0"0"0,-13-14 0,1 2 0,0 1 0,-1 0 0,0 1 0,-1 0 0,0 1 0,-1 1 0,1 0 0,-2 1 0,1 1 0,-1 0 0,0 1 0,0 1 0,-1 0 0,1 1 0,-1 1 0,0 1 0,1 0 0,-1 1 0,0 1 0,0 0 0,-24 6 0,19-2 0,1 2 0,-1 0 0,1 1 0,1 1 0,-1 1 0,1 1 0,-30 22 0,26-13 0,1 0 0,0 1 0,2 1 0,0 1 0,-18 28 0,9-6 0,3 1 0,1 1 0,3 2 0,1 0 0,3 2 0,-15 60 0,19-49 0,2 0 0,3 0 0,3 1 0,1 102 0,7-130 0,2 0 0,1 0 0,1-1 0,2 1 0,2-1 0,1-1 0,1 0 0,2 0 0,32 57 0,-35-74 0,2 1 0,0-1 0,1-1 0,1 0 0,0-1 0,1 0 0,1-1 0,0-1 0,0-1 0,1 0 0,1-1 0,0-1 0,0 0 0,1-2 0,19 6 0,-10-6 0,1-1 0,-1-1 0,1-2 0,0-1 0,0-1 0,0-1 0,0-2 0,0 0 0,50-13 0,-55 10 0,0-1 0,0-1 0,-1-1 0,0-1 0,-1-1 0,40-25 0,-55 29-1365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24575,'0'0'0,"18"-14"0,35-25 0,1 3 0,59-30 0,-80 49 0,1 2 0,0 1 0,2 2 0,-1 1 0,38-6 0,-63 15 0,-1 1 0,0 0 0,1 1 0,-1 0 0,1 0 0,-1 1 0,1 0 0,-1 1 0,0 0 0,10 3 0,-13-2 0,0-1 0,-1 1 0,0 0 0,1 1 0,-1-1 0,0 1 0,0 0 0,-1 0 0,1 0 0,-1 1 0,0 0 0,0 0 0,-1 0 0,0 0 0,1 0 0,2 9 0,1 3 0,-2-1 0,0 1 0,-1 0 0,-1 0 0,-1 0 0,0 1 0,-1-1 0,-1 1 0,0-1 0,-4 22 0,-3 3 0,-1 0 0,-2-1 0,-17 45 0,-1-16 0,-3-1 0,-3-1 0,-2-1 0,-4-3 0,-2-1 0,-3-2 0,-72 74 0,102-118 0,9-9 0,-1 0 0,0-1 0,0 0 0,-1 0 0,0-1 0,0 0 0,0 0 0,-14 6 0,93-37 0,113-24 0,150-4 0,44-10 0,-368 61-1365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1161 257 24575,'3'-1'0,"0"0"0,0-1 0,0 1 0,0-1 0,0 0 0,-1 0 0,1 0 0,-1 0 0,1 0 0,-1 0 0,3-4 0,1 0 0,2-1 0,0-2 0,0 1 0,0-1 0,7-11 0,-14 18 0,0 1 0,0-1 0,0 0 0,1 0 0,-2 0 0,1 0 0,0 0 0,0 1 0,-1-2 0,1 1 0,-1 0 0,1 0 0,-1 0 0,0 0 0,0 0 0,0 0 0,0 0 0,0 0 0,-1 0 0,1 0 0,-1 0 0,1 0 0,-1 0 0,0 0 0,1 0 0,-1 0 0,0 0 0,0 0 0,-1 1 0,1-1 0,-2-2 0,-5-3 0,0 1 0,0 0 0,-1 0 0,0 1 0,0 0 0,0 0 0,-16-5 0,-73-18 0,94 27 0,-41-9 0,0 2 0,0 2 0,0 2 0,-1 2 0,1 2 0,-89 12 0,102-7 0,1 2 0,1 1 0,-1 1 0,1 1 0,1 2 0,0 1 0,1 2 0,0 0 0,1 2 0,-47 39 0,46-30 0,2 0 0,1 3 0,2 0 0,0 1 0,2 1 0,2 1 0,0 1 0,3 0 0,-15 40 0,19-39 0,1-1 0,2 2 0,1-1 0,2 1 0,2 0 0,1 1 0,1-1 0,2 0 0,8 63 0,-3-77 0,0 0 0,1-1 0,1 0 0,1 0 0,1 0 0,1-1 0,0-1 0,1 1 0,1-2 0,1 0 0,1 0 0,0-1 0,1-1 0,29 23 0,-9-11 0,2-1 0,1-2 0,1-2 0,1-2 0,84 30 0,-86-37 0,0-2 0,1-2 0,56 6 0,-70-13 0,0-1 0,0-1 0,1-1 0,-1-1 0,-1-1 0,39-10 0,-60 13-100,20-11-1165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295 161 24575,'1'-3'0,"-1"0"0,1 0 0,0 1 0,-1-1 0,2 0 0,-1 1 0,0-1 0,0 1 0,1-1 0,-1 1 0,1 0 0,0 0 0,2-3 0,29-27 0,-30 29 0,10-8 0,0 1 0,0 1 0,1 0 0,0 1 0,1 1 0,-1 0 0,1 0 0,1 2 0,22-6 0,-31 10 0,0 0 0,0 0 0,0 0 0,0 1 0,0 0 0,0 1 0,0 0 0,0 0 0,0 0 0,12 4 0,-14-3 0,-1 1 0,1-1 0,0 1 0,-1 0 0,0 0 0,0 0 0,0 1 0,0-1 0,0 1 0,-1 0 0,0 0 0,0 0 0,0 0 0,0 1 0,0 0 0,1 5 0,2 4 0,-1 2 0,-1-1 0,0 0 0,-2 1 0,1 0 0,-2 0 0,0-1 0,-1 1 0,-1 0 0,0 0 0,-5 22 0,-1 0 0,-3-1 0,-1 1 0,-24 54 0,15-46 0,-43 69 0,51-96 0,-2 0 0,0 0 0,0-2 0,-2 0 0,-34 29 0,40-36 0,12-5 0,24 1 0,9-5 0,-1-1 0,1-2 0,0-1 0,47-11 0,45-5 0,-115 19 0,-1-1 0,0 1 0,0 1 0,0 0 0,0 0 0,0 2 0,0-1 0,-1 1 0,1 0 0,-1 1 0,17 9 0,-21-10 0,-1 0 0,-1 1 0,1-1 0,0 1 0,-1 0 0,0 0 0,0 1 0,0-1 0,-1 1 0,1 0 0,-1 0 0,0 0 0,0 0 0,-1 0 0,0 1 0,0 0 0,0-1 0,0 1 0,-1 0 0,0 0 0,0-1 0,-1 1 0,0 9 0,-1-1 0,-1 1 0,0-1 0,-1 0 0,-1 0 0,0 0 0,-1 0 0,0 0 0,-1-1 0,-1 0 0,0-1 0,-1 1 0,0-1 0,-1-1 0,0 1 0,-1-2 0,-14 14 0,-1-3 0,0 0 0,-2-1 0,0-2 0,-1-1 0,-1-1 0,-37 15 0,29-16 20,0-2 0,-2-2 0,1-1 0,-1-2 0,-71 4 0,80-10-185,-1-2 0,1-1 0,-1-2 0,1-1 0,0-1 0,0-1 0,1-2 0,-31-12 0,-2-9-6661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560 225 24575,'-1'-3'0,"0"1"0,0-1 0,-1 0 0,1 1 0,-1 0 0,0-1 0,1 1 0,-1 0 0,0 0 0,-1 0 0,1 0 0,-4-3 0,2 1 0,-7-4 0,-1-1 0,0 1 0,0 1 0,-1 0 0,0 1 0,0 1 0,0 0 0,-1 0 0,0 1 0,0 1 0,0 0 0,0 1 0,0 1 0,0 0 0,-1 1 0,1 0 0,-15 3 0,17-2 0,0 1 0,1 0 0,0 1 0,-1 0 0,1 1 0,0 0 0,0 1 0,1 0 0,0 1 0,0 0 0,0 0 0,0 1 0,1 1 0,0-1 0,1 1 0,0 1 0,0 0 0,1 0 0,0 0 0,0 1 0,-7 15 0,3 0 0,2 1 0,1 0 0,1 0 0,-6 47 0,8-24 0,2 86 0,5-111 0,0-1 0,2 1 0,1-1 0,1 0 0,1 0 0,1 0 0,0-1 0,2-1 0,1 1 0,1-2 0,0 1 0,2-2 0,0 0 0,1 0 0,1-1 0,0-1 0,2-1 0,0-1 0,0 0 0,2-1 0,0-1 0,0-1 0,1 0 0,1-2 0,-1-1 0,46 13 0,-54-18 0,0-2 0,0 0 0,0 0 0,0-1 0,0-1 0,0 0 0,0-1 0,0 0 0,0-1 0,0-1 0,0 0 0,15-6 0,-19 5 0,1 0 0,-1-2 0,0 1 0,0-1 0,0 0 0,-1-1 0,0 1 0,0-2 0,0 1 0,-1-1 0,-1-1 0,1 1 0,-1-1 0,-1 0 0,8-15 0,-2-3 0,-1 0 0,-1-1 0,-2 0 0,-1 0 0,-1-1 0,-1 0 0,-1 0 0,-3-49 0,-3 28 0,-2 0 0,-2 0 0,-2 0 0,-20-57 0,12 55 0,-36-75 0,39 100 0,0 1 0,-2 0 0,-1 2 0,-28-34 0,41 54 0,0 0 0,1 1 0,-1-1 0,0 1 0,-1 0 0,1 0 0,0 0 0,-1 0 0,0 1 0,0 0 0,-8-3 0,11 5 0,0 0 0,0-1 0,-1 1 0,1 0 0,0 0 0,-1 1 0,1-1 0,0 0 0,0 1 0,-1 0 0,1-1 0,0 1 0,0 0 0,0 0 0,0 0 0,0 0 0,0 1 0,0-1 0,0 0 0,0 1 0,1 0 0,-1-1 0,1 1 0,-1 0 0,1 0 0,0-1 0,-1 1 0,-1 4 0,-1 3-195,0 0 0,0 0 0,1 1 0,0-1 0,1 1 0,-2 15 0,-2 20-6631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 24575,'0'0'0,"0"0"0,0 0 0,0-1 0,0 0 0,0 0 0,0 0 0,0 1 0,0-1 0,0 1 0,-3-3 0,0-2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24575,'8'95'0,"-1"-21"0,1 152 0,-4-58 0,37 239 0,13-129-1365,-51-258-5461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0 24575,'0'0'0,"9"1"0,-31 6 0,1 1 0,0 1 0,1 1 0,0 1 0,1 0 0,0 2 0,1 0 0,0 1 0,-16 17 0,13-8 0,0 0 0,2 1 0,1 1 0,1 1 0,1 1 0,-13 28 0,7-3 0,3 1 0,1 1 0,3 1 0,3 0 0,1 0 0,-4 107 0,12-106 0,10 110 0,-5-150 0,0 1 0,1-1 0,1 0 0,1 0 0,0 0 0,1-1 0,1 1 0,0-1 0,1-1 0,1 1 0,11 14 0,-14-23 0,1 1 0,-1-2 0,1 1 0,0-1 0,1 0 0,-1 0 0,1-1 0,0 0 0,0 0 0,0-1 0,1 0 0,-1 0 0,1-1 0,17 2 0,-7-2 0,0-2 0,-1 1 0,1-2 0,0-1 0,-1 0 0,21-6 0,-39 8 0,0 0 1,0 0-1,1 0 0,-1 0 0,0 0 1,1 0-1,-1 0 0,0 0 0,0 0 1,1 0-1,-1 0 0,0 0 0,0 0 0,1 0 1,-1-1-1,0 1 0,0 0 0,1 0 1,-1 0-1,0 0 0,0-1 0,0 1 1,1 0-1,-1 0 0,0-1 0,0 1 0,0 0 1,0 0-1,0-1 0,1 1 0,-1 0 1,0 0-1,0-1 0,0 1 0,0 0 0,0 0 1,0-1-1,-6-9-574,2 6-226,-12-17-6026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24575,'-14'205'0,"15"-34"0,1-147 0,1 0 0,1 0 0,0-1 0,2 1 0,10 23 0,-14-41 0,0-1 0,0 0 0,1 1 0,0-1 0,0 0 0,1-1 0,-1 1 0,1 0 0,0-1 0,1 0 0,-1 0 0,0 0 0,1-1 0,0 1 0,0-1 0,0 0 0,0-1 0,8 3 0,-6-3 0,0 0 0,0-1 0,0 0 0,0 0 0,0-1 0,0 0 0,1 0 0,-1-1 0,0 0 0,0 0 0,0 0 0,0-1 0,0 0 0,11-5 0,-4-1 0,0 1 0,0-2 0,0 0 0,-1 0 0,-1-2 0,1 1 0,-2-1 0,1-1 0,-2 0 0,1-1 0,-2 0 0,12-21 0,-11 18 0,-2-1 0,0-1 0,0 1 0,-2-1 0,0-1 0,-1 1 0,-1-1 0,-1 0 0,0 0 0,-1-25 0,-7 16 0,5 27 0,0 1 0,0 0 0,0 0 0,-1-1 0,1 1 0,0 0 0,0-1 0,-1 1 0,1 0 0,0 0 0,0-1 0,-1 1 0,1 0 0,0 0 0,0 0 0,-1-1 0,1 1 0,0 0 0,-1 0 0,1 0 0,0 0 0,-1 0 0,1 0 0,0 0 0,-1-1 0,1 1 0,-1 0 0,1 0 0,0 0 0,-1 1 0,1-1 0,0 0 0,-1 0 0,1 0 0,-1 0 0,-2 2 0,1 0 0,-1 1 0,1-1 0,-1 1 0,1-1 0,0 1 0,0 0 0,0 0 0,0 0 0,0 0 0,-2 6 0,-7 19 0,1 0 0,1 1 0,1 0 0,-6 51 0,-4 123 0,17-187 0,3 401-1365,2-336-5461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195 156 24575,'-6'0'0,"0"0"0,0 1 0,0-1 0,0 1 0,0 0 0,0 1 0,0-1 0,0 1 0,1 0 0,-1 1 0,1-1 0,-1 1 0,-7 6 0,7-4 0,0 1 0,0 0 0,1 1 0,0-1 0,0 1 0,0 0 0,1 0 0,0 0 0,-4 12 0,-3 7 0,2 0 0,1 1 0,1 0 0,-5 39 0,9-47 0,2 0 0,0 0 0,1 0 0,1 0 0,1 0 0,1 0 0,6 25 0,-7-38 0,1 1 0,0 0 0,0-1 0,0 0 0,1 0 0,-1 0 0,2 0 0,-1-1 0,1 1 0,-1-1 0,1 0 0,1 0 0,-1-1 0,1 0 0,0 0 0,0 0 0,9 4 0,8 1 0,0 0 0,1-1 0,38 7 0,-18-4 0,-17-4 0,-6 0 0,-1-2 0,1-1 0,0 0 0,26 0 0,-42-3 0,-1-1 0,0 0 0,1-1 0,-1 1 0,1-1 0,-1 0 0,0 0 0,1 0 0,-1 0 0,0-1 0,0 0 0,0 0 0,0 0 0,0 0 0,-1-1 0,1 1 0,-1-1 0,1 0 0,-1 0 0,0 0 0,0-1 0,0 1 0,-1-1 0,1 1 0,-1-1 0,2-5 0,1-5 0,0 0 0,-1-1 0,-1 1 0,0-1 0,-1 0 0,-1 1 0,0-1 0,-1 0 0,-2-16 0,-3-8 0,-1 1 0,-14-51 0,12 60 0,-2-1 0,-1 2 0,-1-1 0,-2 2 0,-1 0 0,-1 0 0,-1 2 0,-1 0 0,-1 1 0,-1 0 0,-1 2 0,-30-24 0,45 41 0,-1 0 0,0 0 0,0 1 0,-1 0 0,1 0 0,-1 0 0,0 1 0,-14-3 0,20 5 0,0 1 0,-1 0 0,1-1 0,0 1 0,-1 0 0,1 0 0,0 1 0,-1-1 0,1 0 0,0 1 0,0-1 0,-1 1 0,1 0 0,0 0 0,0 0 0,0 0 0,0 0 0,0 0 0,0 1 0,0-1 0,0 1 0,0-1 0,1 1 0,-1 0 0,1-1 0,-1 1 0,1 0 0,0 0 0,-1 0 0,1 0 0,0 0 0,1 0 0,-1 1 0,-1 3 0,-4 27-1365,6 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24575,'1'25'0,"2"31"0,0 20 0,3 0 0,29 132 0,-13-131-1365,-13-45-5461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24575,'53'0'0,"86"12"0,-118-9 0,0 2 0,-1 0 0,1 1 0,-1 1 0,-1 1 0,1 1 0,18 12 0,-3 2 0,-2 2 0,0 1 0,-2 2 0,-1 1 0,-1 1 0,-1 2 0,29 44 0,-8-2 0,-3 3 0,48 111 0,-54-94 0,-4 2 0,43 188 0,-51-138 0,12 205 0,-30 154 0,-29-5 0,17-452 0,-11 212 0,-16 470 0,31-586 0,42 281 0,72 131 0,-104-507 0,19 92 0,-28-125 0,-2 0 0,0 0 0,0 0 0,-2 0 0,0 0 0,-5 25 0,4-34 0,0 0 0,-1 0 0,0-1 0,0 1 0,0-1 0,-1 0 0,0 0 0,0 0 0,-1-1 0,0 1 0,0-1 0,0 0 0,0 0 0,-1-1 0,0 0 0,1 0 0,-2 0 0,-7 4 0,-8 1 0,0 0 0,0-1 0,-1-1 0,-33 5 0,-34 3 0,-128 4 0,-97-15 0,235-4 0,-312-18-1365,231-2-5461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24461,'6610'588'0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9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24520,'1920'-189'0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24524,'1368'-11'0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5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24575,'0'0'0,"0"16"0,28 368 0,-10-169 0,-11-98-51,20 166-1263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442 509 24575,'-33'2'0,"0"1"0,0 2 0,1 2 0,-42 13 0,42-11 0,19-5 0,0 0 0,0 1 0,0 0 0,1 1 0,0 0 0,0 1 0,1 1 0,-18 13 0,27-18 0,-1-1 0,1 1 0,-1-1 0,1 1 0,0 0 0,0 0 0,0 0 0,0 0 0,0 0 0,1 0 0,-1 1 0,1-1 0,0 0 0,0 1 0,0-1 0,1 1 0,-1-1 0,1 1 0,0 0 0,0-1 0,0 1 0,0-1 0,1 1 0,-1-1 0,1 1 0,0-1 0,0 1 0,0-1 0,1 1 0,-1-1 0,1 0 0,0 0 0,-1 0 0,1 0 0,1 0 0,-1 0 0,4 3 0,105 115 0,28 35 0,-98-103 0,9 12 0,3-2 0,93 86 0,-127-133 0,0 0 0,2-2 0,-1 0 0,2-1 0,-1-1 0,2-1 0,0-1 0,0-1 0,1-1 0,-1-2 0,2 0 0,44 5 0,-58-10 0,0 0 0,1-1 0,-1-1 0,0 0 0,0 0 0,1-1 0,-1 0 0,15-6 0,-18 4 0,0 0 0,0 0 0,-1 0 0,0-1 0,0 0 0,0-1 0,0 0 0,-1 0 0,0 0 0,0-1 0,7-11 0,22-35 0,-3-1 0,-2-1 0,41-105 0,-44 83 0,-3-1 0,20-120 0,-38 160 0,-1-1 0,-1-40 0,-5 62 0,0-1 0,-1 1 0,0 0 0,-1 0 0,-2 0 0,1 1 0,-8-18 0,-1 8 0,0-1 0,-1 2 0,-2 0 0,-1 1 0,0 1 0,-2 0 0,-1 1 0,0 1 0,-2 1 0,0 1 0,-2 1 0,1 2 0,-33-18 0,-88-51 0,139 82 0,1 0 0,-1 1 0,0 0 0,0 0 0,0 1 0,0-1 0,0 1 0,-1 0 0,1 0 0,0 1 0,0-1 0,-1 1 0,1 1 0,0-1 0,0 1 0,-6 1 0,3 0 0,0 1 0,0 0 0,1 0 0,-1 1 0,1 0 0,0 1 0,0-1 0,0 1 0,-7 8 0,-5 6 0,2 0 0,0 2 0,1 0 0,1 1 0,-17 33 0,28-46 0,0 1 0,1-1 0,0 1 0,1 0 0,0 0 0,0 0 0,0 14 0,2-16 0,-1 1 0,0-1 0,0 1 0,-1-1 0,0 0 0,0 0 0,-1 0 0,0 0 0,-1 0 0,1-1 0,-8 12 0,-6 0 11,-1 0 0,0-1 0,-2-1 0,0 0 0,-1-2 0,0 0-1,-1-2 1,-1 0 0,0-1 0,-40 13 0,7-6-382,-1-3-1,-1-2 1,-91 9 0,120-20-6455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5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24575,'12'71'0,"2"86"0,-9-87 0,45 823 0,-39-683 40,2 119-1445,-13-304-5421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246 185 24575,'2'23'0,"1"0"0,2 1 0,0-1 0,1 0 0,11 24 0,-11-29 0,25 72 0,-4 0 0,28 183 0,-34-147 0,-42-312 0,-47-106 0,15 69 0,51 216 0,-1-7 0,0-1 0,1 1 0,0-26 0,2 37 0,0-1 0,0 1 0,0 0 0,1-1 0,0 1 0,-1 0 0,1 0 0,1-1 0,-1 1 0,0 0 0,1 0 0,-1 0 0,1 1 0,0-1 0,0 0 0,0 1 0,0-1 0,1 1 0,-1-1 0,1 1 0,-1 0 0,4-2 0,19-9 0,1 1 0,0 1 0,0 1 0,1 2 0,0 0 0,31-3 0,-14 5 0,0 2 0,1 1 0,49 5 0,-82-1 0,1 0 0,0 1 0,-1 0 0,1 1 0,-1 1 0,0 0 0,0 0 0,0 1 0,12 8 0,-19-10 0,0 0 0,-1 0 0,1 1 0,-1 0 0,0 0 0,0 0 0,0 0 0,-1 1 0,1-1 0,-1 1 0,0 0 0,0 0 0,-1 0 0,0 0 0,0 0 0,0 1 0,0-1 0,-1 1 0,0-1 0,0 1 0,0 0 0,-1 8 0,0-9 0,-1 0 0,0-1 0,0 1 0,0 0 0,-1-1 0,1 1 0,-1-1 0,0 0 0,0 0 0,-1 1 0,1-1 0,-1-1 0,0 1 0,0 0 0,-1-1 0,1 1 0,-7 4 0,-7 5 0,-1-1 0,-31 17 0,44-26 0,-50 24 0,-1-1 0,-113 33 0,-125 13 0,84-36-1365,180-31-5461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1379 469 24575,'500'-36'0,"57"-50"-347,-6-28-481,413-69 753,-560 154 301,-3 31 567,165-6-562,594-14-231,-778 20 0,1013-2 0,-1392 0 0,0 0 0,1 0 0,-1 1 0,0-1 0,0 1 0,1 0 0,-1 0 0,0 0 0,0 0 0,0 1 0,0-1 0,0 1 0,-1 0 0,1 0 0,0 0 0,-1 0 0,1 0 0,-1 0 0,0 1 0,0-1 0,3 6 0,2 3 0,-1 1 0,-1 0 0,0 0 0,5 16 0,-1 0 0,16 49 8,-3 0 0,20 135 0,-3 163-274,-37-349 211,37 1195-1869,-68 7 327,5-408 516,-4 1394 640,30-360-829,-29-1034 1320,-32 5 311,7-98-294,-35 345 984,31-420-659,-21-37 2348,57-486-885,6 59-1752,1 2-112,-45 268 9,49-398 0,-25 89 0,25-116 0,-53 276 0,40-185 0,12-49 0,2 2 0,4 83 0,1-28 0,-22 186 0,-3 104 0,29-314 0,1-6 0,-13 118 0,-9-48 0,19-166 0,0-1 0,0 0 0,-1 0 0,0 0 0,0 0 0,0 0 0,-1 0 0,0-1 0,1 1 0,-2-1 0,1 0 0,0 0 0,-1 0 0,0 0 0,0-1 0,0 1 0,0-1 0,0 0 0,-9 4 0,-5 1 0,0 0 0,0-1 0,-1-1 0,-24 4 0,-596 96-581,495-86-2,-1497 231-1802,1509-228 2026,-1818 341-1909,1426-254 1093,-452 109 1613,711-142-144,199-54 680,-117 60 0,168-75-528,0 1-1,1 0 1,0 1 0,1 1-1,-20 19 1,26-22-257,0 1-1,0-1 1,1 2-1,1-1 1,-1 0 0,2 1-1,-1 0 1,1 0-1,-4 20 1,-23 166-78,28-189-111,1 1 0,-1-1 0,0 1 0,0-1 0,-1 0 0,0 0 0,0 0 0,-1-1 0,-6 9 0,-7 3 0,-31 27 0,30-30 0,2 1 0,-18 21 0,25-25 0,1 1 0,0 0 0,1 1 0,0 0 0,1 0 0,1 1 0,0 0 0,-6 27 0,9-32 0,0 1 0,-1-1 0,0 0 0,0 0 0,-1 0 0,-1 0 0,0-1 0,0 0 0,0 0 0,-1-1 0,-9 9 0,12-14 0,1 1 0,-1-1 0,1 0 0,-1-1 0,0 1 0,-1 0 0,1-1 0,0 0 0,-1 0 0,1 0 0,-1-1 0,1 0 0,-1 0 0,0 0 0,1 0 0,-1 0 0,0-1 0,0 0 0,0 0 0,1-1 0,-1 1 0,0-1 0,0 0 0,1 0 0,-1-1 0,0 1 0,-6-4 0,3 0 0,1 1 0,-1-1 0,1-1 0,0 1 0,0-1 0,1 0 0,0-1 0,-10-13 0,2-1 0,1 0 0,-13-28 0,-8-27-97,4-2 1,3-1-1,-18-88 0,-29-262-897,10-670-1358,98-8 461,43-264 1954,1-32-379,-53-307-802,-25 925 1082,12 493 59,11-1 1,70-322 0,187-557 47,9 34 1690,-244 954-1662,92-565 2375,-72-4 0,-8 54-2393,26-171-81,-7 60 0,-3 52 0,-59 403 0,-9 312 0,12-42 0,4-41 0,-11-148 0,-4 43 0,13 36 0,4-76 0,-23 266 0,0 0 0,-1 0 0,1 0 0,-1 0 0,0 0 0,0 1 0,-1-1 0,1 0 0,-4-7 0,4 12 0,1-1 0,0 0 0,-1 1 0,1-1 0,-1 0 0,1 1 0,-1-1 0,0 1 0,1-1 0,-1 1 0,0-1 0,1 1 0,-1-1 0,0 1 0,1-1 0,-1 1 0,0 0 0,0 0 0,0-1 0,1 1 0,-1 0 0,0 0 0,-1 0 0,0 0 0,0 1 0,0-1 0,1 1 0,-1 0 0,0 0 0,1 0 0,-1 0 0,1 0 0,-1 0 0,1 0 0,-1 0 0,1 0 0,0 1 0,0-1 0,-2 3 0,-7 10 17,0 0 0,1 1 1,1 0-1,1 0 0,0 1 0,-9 32 0,4-5-760,-8 64 1,17-84-6084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4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576 833 24575,'-46'2'0,"0"2"0,0 3 0,1 1 0,0 2 0,0 2 0,-84 36 0,117-43 0,1 1 0,-1 0 0,1 1 0,1 0 0,-1 1 0,1 0 0,1 1 0,0 0 0,0 1 0,0-1 0,1 2 0,-9 15 0,11-17 0,1 1 0,1 0 0,0-1 0,0 1 0,1 1 0,0-1 0,1 1 0,0-1 0,1 1 0,0-1 0,0 1 0,1 0 0,1-1 0,0 1 0,3 14 0,-2-17 0,1 0 0,-1 0 0,2 0 0,-1 0 0,1 0 0,0-1 0,1 0 0,0 0 0,9 10 0,4 2 0,37 29 0,-5-4 0,-1 6 0,-2 2 0,-2 3 0,57 90 0,89 190 0,-128-217 0,-48-91 0,1-1 0,2 0 0,0-1 0,42 42 0,-50-57 0,-1-2 0,1 1 0,0-1 0,1-1 0,0 0 0,0 0 0,1-1 0,-1-1 0,2 1 0,-1-2 0,0 0 0,1-1 0,-1 0 0,15 1 0,-23-4 0,1 0 0,-1 0 0,1-1 0,-1 0 0,0 0 0,1 0 0,-1-1 0,0 1 0,0-1 0,0 0 0,0 0 0,0-1 0,-1 1 0,7-6 0,5-5 0,-1 0 0,14-18 0,-12 13 0,40-50 0,71-114 0,-71 99 0,308-490 0,-329 510 0,-3-2 0,-2-1 0,26-88 0,-28 55 0,27-173 0,-49 227 0,-2-1 0,-2 0 0,-2 0 0,-7-56 0,4 77 0,-2-1 0,-1 1 0,0 0 0,-2 0 0,-1 1 0,-1 0 0,-1 0 0,-27-41 0,28 52 0,0 2 0,-1-1 0,0 1 0,-1 1 0,0 0 0,-1 1 0,0 0 0,0 1 0,-1 1 0,0 0 0,0 0 0,-1 2 0,0 0 0,-24-5 0,-12-1 0,-1 3 0,-104-2 0,-180 10 0,268 4 0,0 3 0,-127 31 0,147-22 0,0 3 0,-68 36 0,82-38 0,9-5 0,0 1 0,1 2 0,1 0 0,0 1 0,-33 32 0,49-41 0,0 0 0,1 0 0,0 1 0,0 0 0,1 0 0,0 1 0,1-1 0,0 1 0,0 0 0,0 0 0,1 0 0,1 0 0,0 1 0,0-1 0,0 1 0,2 0 0,-1-1 0,1 1 0,2 16 0,0-10 0,1 0 0,1 0 0,1 0 0,0-1 0,1 1 0,0-1 0,1-1 0,11 18 0,-5-10 0,14 40 0,-13-29 0,9 30-1365,-15-47-5461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6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988 420 24575,'-69'31'0,"-2"-4"0,-82 20 0,40-14 0,49-13 0,-124 43 0,160-52 0,0 2 0,1 1 0,0 1 0,-34 26 0,53-35 0,1 0 0,0 1 0,0 0 0,0 0 0,1 1 0,0-1 0,0 1 0,1 1 0,0-1 0,1 1 0,0 0 0,0 0 0,1 0 0,0 0 0,0 1 0,1-1 0,0 1 0,1-1 0,0 1 0,1 15 0,-14 590 0,-3-408 0,-19 513 0,36-702 0,2 0 0,0-1 0,2 1 0,-1-1 0,2 0 0,0 0 0,2 0 0,-1-1 0,2 0 0,11 19 0,-5-14 0,2 0 0,0-1 0,1-1 0,1 0 0,1-1 0,27 20 0,-28-24 0,61 48 0,3-4 0,115 64 0,-168-110 0,0 0 0,0-2 0,1-1 0,0-2 0,0-1 0,1-1 0,-1-1 0,1-2 0,0-2 0,0 0 0,0-2 0,0-1 0,49-12 0,-65 10 0,0 0 0,-1-2 0,1 1 0,-1-2 0,-1 0 0,1 0 0,-1-1 0,15-15 0,90-96 0,-95 94 0,243-285 0,-222 252 0,-3-1 0,-2-3 0,47-105 0,-45 63 0,-4-2 0,-6-2 0,29-171 0,3-345 0,-59 191 0,-5 263 0,1 148 0,-2-1 0,0 0 0,-2 1 0,0-1 0,-12-35 0,12 47 0,-1 1 0,1 0 0,-2 0 0,0 0 0,0 1 0,-1 0 0,0 0 0,0 1 0,-1 0 0,-1 0 0,1 1 0,-19-14 0,4 8 0,-2 1 0,1 1 0,-2 2 0,1 0 0,-1 1 0,-1 2 0,0 1 0,0 1 0,0 1 0,0 1 0,-43 2 0,-26 6 0,-183 32 0,222-27 0,23-2 0,1 1 0,1 2 0,-1 0 0,-36 21 0,61-27 0,0-1 0,0 2 0,1-1 0,-1 1 0,2 0 0,-1 0 0,1 1 0,-10 13 0,-41 67 0,42-62 0,10-14-124,0-1 0,0 1 0,1 0 0,0 1 0,1-1 0,1 1-1,0-1 1,0 1 0,1 0 0,1 20 0,0-9-6702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1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1 24575,'-62'3'0,"0"3"0,0 3 0,1 2 0,-104 34 0,143-38 0,0 1 0,0 0 0,1 2 0,0 1 0,1 0 0,-33 26 0,46-32 0,0 1 0,1 0 0,0 1 0,0 0 0,1 0 0,-1 0 0,2 0 0,-1 1 0,-3 9 0,5-11 0,2 0 0,-1 0 0,0 0 0,1 0 0,0 0 0,1 0 0,-1 0 0,1 1 0,1-1 0,-1 0 0,1 0 0,0 0 0,0 0 0,3 9 0,0-5 0,0 0 0,1 0 0,0-1 0,1 1 0,0-1 0,0 0 0,0-1 0,2 1 0,9 8 0,-3-4 0,1-1 0,1 0 0,0-1 0,21 11 0,32 6 0,-50-21 0,33 15 0,-8 2 60,57 22 0,-81-38-308,0-2 1,0 0-1,1-1 1,0-2-1,34 3 1,-33-5-6579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2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24575,'0'5'0,"0"5"0,0 6 0,4 0 0,2 1 0,-1 3 0,0 2 0,-2 2 0,-1-3-8191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 24575,'-4'1'0,"1"0"0,0 0 0,0 0 0,-1 1 0,1-1 0,0 1 0,0 0 0,-4 4 0,-6 2 0,-25 16 0,1 2 0,1 2 0,2 1 0,1 1 0,-47 56 0,35-32 0,4 3 0,-66 115 0,87-136 0,3 1 0,1 0 0,1 2 0,2-1 0,2 2 0,2-1 0,-7 65 0,15-85 0,0-1 0,2 0 0,0 0 0,1 0 0,1 0 0,1 0 0,1 0 0,8 21 0,-7-25 0,0-1 0,2 0 0,-1-1 0,1 1 0,1-2 0,0 1 0,1-1 0,0 0 0,1-1 0,0-1 0,18 13 0,-16-14 12,0 0 0,1-1 0,0 0 0,0-1 0,1-1 0,0 0 0,0-1 0,0 0 0,20 1 0,-9-3-309,0-1 0,0-1 0,0-1 0,43-8 0,16-9-6529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22 24575,'0'2'0,"-1"0"0,1 0 0,0 0 0,0 0 0,0 0 0,0 0 0,0 0 0,0 0 0,1 0 0,0 3 0,1 7 0,6 57 0,18 70 0,-19-110 0,2 0 0,1 0 0,1 0 0,29 52 0,-37-76 0,0 0 0,0-1 0,1 1 0,0-1 0,-1 0 0,1 0 0,1 0 0,-1 0 0,0-1 0,1 0 0,0 0 0,0 0 0,0 0 0,0-1 0,0 0 0,0 0 0,11 2 0,-10-3 0,1-1 0,-1 1 0,0-1 0,1-1 0,-1 1 0,0-1 0,0 0 0,1-1 0,-1 0 0,0 1 0,0-2 0,-1 1 0,1-1 0,0 0 0,9-6 0,4-6 0,-1-1 0,0 0 0,-1-1 0,-1-1 0,0-1 0,-1 0 0,16-30 0,76-154 0,-104 197 0,16-38 0,13-24 0,-32 68 0,0-1 0,0 1 0,0-1 0,0 0 0,1 1 0,-1-1 0,0 1 0,1-1 0,-1 1 0,0-1 0,1 1 0,-1-1 0,0 1 0,1 0 0,-1-1 0,1 1 0,-1-1 0,1 1 0,-1 0 0,1-1 0,-1 1 0,1 0 0,-1 0 0,1 0 0,-1-1 0,1 1 0,0 0 0,-1 0 0,1 0 0,-1 0 0,1 0 0,0 0 0,-1 0 0,1 0 0,-1 0 0,1 0 0,-1 0 0,1 0 0,0 1 0,-1-1 0,1 0 0,-1 0 0,1 1 0,-1-1 0,1 0 0,-1 1 0,1-1 0,-1 0 0,1 1 0,-1-1 0,0 1 0,1 0 0,2 3 0,0 0 0,-1 0 0,1 0 0,-1 0 0,0 1 0,1 5 0,10 29 0,-3 1 0,-1 1 0,5 66 0,-3 135 0,-10-201 0,-15 800 0,7-640 0,6-174 0,0-19 0,0-1 0,0 1 0,1 0 0,0-1 0,1 1 0,0-1 0,0 1 0,1-1 0,3 13 0,6-8-1365,2-7-5461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48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1221 60 24575,'-35'-5'0,"-114"-14"0,-182-16 0,301 34 0,-1 2 0,1 0 0,0 2 0,0 2 0,0 0 0,0 2 0,1 1 0,0 2 0,-35 16 0,41-14 0,0 1 0,0 1 0,1 1 0,1 1 0,1 1 0,0 0 0,1 2 0,1 0 0,1 1 0,-29 44 0,28-33 0,2 0 0,0 2 0,3 0 0,0 0 0,2 1 0,2 1 0,1 0 0,2 0 0,1 0 0,2 1 0,1 0 0,2-1 0,4 38 0,0-38 0,2 0 0,0 0 0,3 0 0,1-1 0,1 0 0,2-1 0,2-1 0,0 0 0,2-1 0,2 0 0,1-2 0,1 0 0,26 27 0,-23-31 0,2-1 0,0-2 0,2 0 0,0-2 0,1-1 0,1-1 0,1-2 0,0-1 0,1-1 0,1-2 0,43 10 0,-47-15 0,0-2 0,0-2 0,0 0 0,0-2 0,0-1 0,0-2 0,0 0 0,0-2 0,0-1 0,0-2 0,-1 0 0,0-2 0,48-23 0,-41 13 0,-1-2 0,0-1 0,-2-2 0,-1-1 0,-1-2 0,-1 0 0,-1-2 0,-2-1 0,0-2 0,-3 0 0,-1-1 0,-1-2 0,-2 0 0,-1-1 0,-2-1 0,12-39 0,-18 44 0,-2 1 0,-2-1 0,0 0 0,-2-1 0,-2 1 0,-1-1 0,-1 0 0,-9-59 0,4 66 0,-1 0 0,-1 0 0,-2 1 0,0 0 0,-2 1 0,0 0 0,-2 1 0,0 0 0,-2 1 0,-1 0 0,-30-32 0,27 35 14,-2 0-1,0 1 0,-1 1 0,-1 1 1,0 1-1,-1 2 0,-1 0 1,-27-10-1,31 15-148,1 1 0,-2 1 0,1 1 0,-1 1 0,0 1 0,0 1 0,0 1 0,0 0 0,0 2 0,-34 5 0,3 6-6691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4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1373 401 24575,'-10'-20'0,"-9"-16"0,-1 0 0,-2 1 0,-33-40 0,40 58 0,0 0 0,-2 1 0,0 1 0,-1 1 0,0 0 0,-1 1 0,-32-16 0,27 18 0,-2 0 0,0 2 0,0 1 0,0 1 0,-1 1 0,0 1 0,0 2 0,-1 0 0,1 2 0,-1 1 0,1 1 0,0 2 0,0 0 0,0 2 0,-42 13 0,36-7 0,1 2 0,1 1 0,0 1 0,1 1 0,1 2 0,0 1 0,2 1 0,0 2 0,1 1 0,1 0 0,2 2 0,-25 32 0,20-17 0,2 1 0,2 1 0,2 1 0,2 1 0,1 1 0,3 1 0,1 0 0,3 1 0,1 0 0,-6 87 0,12-68 0,4 1 0,2-1 0,4 0 0,2 0 0,3 0 0,3-1 0,29 87 0,-27-112 0,1 0 0,2-1 0,1-1 0,3-1 0,0 0 0,3-2 0,1-1 0,1-1 0,2-1 0,1-1 0,1-2 0,2-1 0,1-2 0,1-1 0,1-2 0,1-1 0,1-2 0,1-2 0,0-1 0,1-2 0,1-2 0,1-2 0,67 10 0,-66-16 0,1-3 0,0-2 0,0-2 0,0-1 0,0-2 0,-1-3 0,0-1 0,0-2 0,-1-2 0,-1-2 0,0-1 0,-1-2 0,40-26 0,-37 18 0,-1-2 0,-1-2 0,-2-1 0,-1-3 0,-2-1 0,-1-1 0,-2-2 0,-2-1 0,-1-2 0,-2-1 0,27-54 0,-43 71 0,0-2 0,-2 1 0,-1-1 0,-1-1 0,-1 0 0,-2 0 0,-1 0 0,-1 0 0,-1-1 0,-1 0 0,-2 1 0,-1-1 0,-1 1 0,-2 0 0,0 0 0,-2 0 0,-1 0 0,-2 1 0,0 1 0,-16-29 0,1 12 0,-1 0 0,-3 3 0,-1 0 0,-1 2 0,-3 1 0,-1 1 0,-1 3 0,-2 0 0,-84-53 0,68 54 0,-2 1 0,-1 3 0,-1 3 0,-1 2 0,-2 3 0,0 2 0,-88-13 0,103 25-455,0 2 0,-76 3 0,30 9-6371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3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0 24575,'-21'1'0,"1"1"0,0 1 0,0 0 0,0 2 0,-35 12 0,-89 48 0,112-49 0,1 2 0,0 1 0,-50 41 0,72-52 0,0 0 0,0 1 0,1 0 0,0 0 0,1 1 0,0 0 0,0 0 0,1 1 0,0-1 0,1 2 0,0-1 0,1 0 0,0 1 0,-4 23 0,8-29 0,0-1 0,0 1 0,0 0 0,1 0 0,0-1 0,0 1 0,1-1 0,-1 1 0,1-1 0,0 1 0,1-1 0,-1 0 0,1 0 0,0 0 0,0 0 0,1-1 0,-1 1 0,1-1 0,0 0 0,7 6 0,8 5 0,1-1 0,0-1 0,34 17 0,-34-19 0,115 73 0,-119-73 0,-7-6-105,0-1 0,1 0 0,-1 0 0,1-1 0,-1-1 0,1 1 0,0-2 0,0 1 0,0-1 0,0-1 0,0 0 0,13-1 0,-1 0-6721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4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24575,'9'-9'0,"1"1"0,0 1 0,0 0 0,1 0 0,0 1 0,0 0 0,0 1 0,21-6 0,-1 2 0,1 1 0,34-4 0,-41 8 0,0 1 0,1 1 0,-1 2 0,1 0 0,-1 2 0,1 1 0,32 8 0,-47-8 0,0 0 0,0 1 0,0 0 0,-1 1 0,0 1 0,0-1 0,0 1 0,-1 1 0,0 0 0,0 0 0,-1 1 0,0 0 0,0 1 0,-1-1 0,0 2 0,0-1 0,-1 1 0,10 20 0,-6-4 0,-2 1 0,0 0 0,-2 0 0,0 1 0,-2-1 0,-1 1 0,-2 0 0,0 0 0,-2 0 0,-1 0 0,-1 0 0,-2 0 0,0 0 0,-18 48 0,14-50 0,-2-1 0,-21 40 0,31-63 0,0-1 0,0 1 0,0-1 0,0 0 0,1 1 0,-1-1 0,0 1 0,1-1 0,0 1 0,-1 0 0,1-1 0,0 1 0,0 0 0,-1-1 0,1 1 0,1 2 0,-1-3 0,1-1 0,-1 1 0,1 0 0,0 0 0,0-1 0,-1 1 0,1 0 0,0-1 0,0 1 0,0 0 0,0-1 0,-1 1 0,1-1 0,0 0 0,0 1 0,0-1 0,0 0 0,0 1 0,0-1 0,0 0 0,0 0 0,0 0 0,0 0 0,0 0 0,1 0 0,-1 0 0,1-1 0,19-2 0,0 0 0,0-2 0,0 0 0,0-2 0,-1 0 0,21-11 0,6-1 0,41-13-682,98-23-1,-162 50-6143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54 24575,'-3'-2'0,"1"0"0,0 0 0,-1 0 0,1 1 0,-1-1 0,1 1 0,-1 0 0,1 0 0,-1 0 0,-5-1 0,4 0 0,-13-5 0,0 1 0,0 1 0,0 0 0,-1 1 0,0 1 0,0 1 0,0 0 0,0 2 0,0 0 0,0 1 0,0 0 0,0 2 0,0 0 0,0 1 0,1 1 0,-1 0 0,1 2 0,-31 15 0,8 3 0,1 1 0,1 2 0,1 2 0,2 1 0,1 2 0,1 1 0,2 2 0,2 1 0,-28 45 0,25-31 0,3 2 0,2 1 0,2 2 0,3 0 0,2 1 0,-20 100 0,35-131 0,1-1 0,1 0 0,1 1 0,1 0 0,5 41 0,-3-58 0,1 1 0,0-1 0,0 0 0,1 1 0,0-1 0,1-1 0,0 1 0,1 0 0,-1-1 0,2 0 0,-1 0 0,1 0 0,0-1 0,1 0 0,0 0 0,0 0 0,15 10 0,-4-7 0,-1-1 0,2 0 0,-1-2 0,1 0 0,0-1 0,1-1 0,-1 0 0,1-2 0,0 0 0,0-2 0,21 0 0,15-2 0,-1-4 0,97-18 0,-18-10-455,-1-5 0,138-60 0,-237 84-6371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6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24575,'19'-27'0,"10"-6"0,0 1 0,3 1 0,53-40 0,118-64 0,-185 125 0,0 0 0,1 1 0,-1 0 0,2 2 0,-1 0 0,35-6 0,-49 12 0,1 0 0,-1 0 0,1 1 0,-1 0 0,1 0 0,-1 1 0,1 0 0,-1 0 0,1 0 0,-1 0 0,0 1 0,0 0 0,1 0 0,-1 0 0,0 1 0,-1 0 0,1 0 0,0 0 0,-1 0 0,0 1 0,0 0 0,0 0 0,0 0 0,-1 0 0,1 0 0,-1 1 0,0 0 0,0 0 0,3 7 0,0 3 0,-1 1 0,0 0 0,-1 0 0,-1 0 0,0 1 0,-1-1 0,-1 1 0,0-1 0,-2 1 0,0-1 0,0 1 0,-5 17 0,-3 9 0,-2 0 0,-2-1 0,-25 55 0,18-52 0,-2-1 0,-1-1 0,-3-1 0,-1-1 0,-2-2 0,-1-1 0,-2-1 0,-44 38 0,38-47 0,35-24 0,9-2 0,19-1 0,-16-1 0,70 1 0,-23-1 0,1 2 0,-1 2 0,92 19 0,-138-20 0,-1 0 0,1 0 0,-1 1 0,0 0 0,0 0 0,-1 1 0,1 0 0,10 9 0,-16-10 0,1-1 0,0 1 0,-1 0 0,0 0 0,0 0 0,0 0 0,-1 0 0,1 1 0,-1-1 0,0 1 0,0 0 0,-1 0 0,0 0 0,1-1 0,-2 1 0,1 0 0,0 0 0,-1 7 0,-1 4 0,-1 1 0,-1-1 0,0 0 0,-1 0 0,-1-1 0,0 1 0,-1-1 0,-1 0 0,-11 19 0,-9 11 0,-54 66 0,28-46-682,-65 58-1,33-43-6143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4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0 24575,'-5'16'0,"2"-1"0,0 1 0,1 0 0,0 31 0,0-1 0,-26 240 0,-78 346 0,-270 856-796,324-1297 780,9-36-1214,31-112-4919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422 314 24575,'10'-17'0,"0"1"0,1 0 0,1 1 0,0 0 0,1 1 0,1 0 0,0 1 0,1 0 0,0 1 0,22-12 0,-3 4 0,0 2 0,2 1 0,0 2 0,39-12 0,-30 14 0,0 3 0,0 1 0,1 2 0,0 2 0,0 2 0,1 3 0,-1 1 0,0 2 0,0 2 0,67 17 0,-83-14 0,0 1 0,0 1 0,-1 2 0,-1 1 0,0 1 0,-1 2 0,0 0 0,-2 2 0,0 1 0,0 0 0,-2 2 0,-1 1 0,-1 1 0,0 1 0,-2 1 0,23 38 0,-24-32 0,-3 2 0,0-1 0,-3 2 0,0-1 0,-2 2 0,-2-1 0,7 56 0,-12-43 0,-1 0 0,-3 0 0,-1 0 0,-3-1 0,-11 55 0,-6-17 0,-3-1 0,-4-1 0,-3-1 0,-4-2 0,-85 138 0,25-67 0,-203 239 0,210-289 0,-5-5 0,-211 166 0,266-233 0,0-1 0,-2-1 0,0-3 0,-55 23 0,79-40 0,-1 0 0,0-1 0,-1 0 0,1-2 0,-1 0 0,1-1 0,-1-1 0,0 0 0,0-2 0,1 0 0,-1-1 0,0-1 0,-28-9 0,25 4-195,0-1 0,0 0 0,1-2 0,0-1 0,1-1 0,-28-23 0,6 2-6631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0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1387 24575,'15'-9'0,"0"1"0,1 0 0,0 1 0,30-8 0,10-2 0,167-55 0,101-28-1131,1131-294-6068,18 55 6111,148 56 792,18 155 1,-323 121-320,-1 33-28,-1273-25 642,1978 110 1,-1344-25-29,-477-50 209,261 83 0,-372-88 254,-2 3-1,-1 5 0,142 86 0,-121-53-458,-3 4 0,109 104 0,479 512 2249,-601-591-1543,-4 5 0,-6 3 0,-4 3 0,-4 4 0,-7 3 0,-4 2 0,75 216 0,-110-256 23,-2-5-403,4 0 0,40 79 0,-49-123-301,40 50 0,-41-60 0,4 4 0,1-1 0,2-2 0,0 0 0,1-2 0,33 20 0,42 36 0,-95-73-85,1 0 0,-1 0-1,0-1 1,1 0 0,0 0-1,0 0 1,0-1 0,0 0-1,0 0 1,1-1 0,-1 0-1,0 0 1,1-1 0,-1 0-1,10-1 1,5 1-6741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5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0 24575,'0'0'0,"-4"2"0,1-1 0,0 1 0,-1 0 0,1 0 0,0 0 0,0 0 0,0 0 0,-4 4 0,-3 2 0,2-2 0,-9 7 0,17-12 0,0-1 0,-1 1 0,1-1 0,0 1 0,0 0 0,0-1 0,0 1 0,0 0 0,0-1 0,0 1 0,0 0 0,0-1 0,0 1 0,1-1 0,-1 1 0,0 0 0,0-1 0,0 1 0,1-1 0,-1 1 0,0-1 0,1 1 0,-1 0 0,1-1 0,-1 0 0,0 1 0,1-1 0,-1 1 0,1-1 0,-1 1 0,1-1 0,-1 0 0,2 1 0,45 33 0,57 32 0,14 9 0,-91-55 0,0 0 0,-1 2 0,-1 0 0,37 46 0,-55-59 0,0 0 0,-1 1 0,-1-1 0,0 1 0,0 1 0,-1-1 0,5 20 0,-7-22 0,-1 0 0,0-1 0,-1 2 0,1-1 0,-2 0 0,1 0 0,-1 0 0,0 0 0,-1-1 0,0 1 0,0 0 0,-4 8 0,-1 0 0,-2-1 0,0 0 0,-1 0 0,0-1 0,-1 0 0,-1-1 0,0 0 0,0-1 0,-2 0 0,1-1 0,-1-1 0,-22 13 0,-2-2 0,-2 0 0,0-3 0,-76 24 0,60-26 0,-1-2 0,-1-3 0,-88 6 0,101-15 0,1-2 0,0-2 0,0-1 0,0-3 0,-57-15 0,100 21 0,-1 0 0,0-1 0,1 1 0,-1-1 0,1 1 0,-1-1 0,1 1 0,-1-1 0,1 0 0,-1 0 0,1 0 0,0 0 0,-1 0 0,1 0 0,0 0 0,0 0 0,0-1 0,0 1 0,0 0 0,0-1 0,0 1 0,0-1 0,1 1 0,-1-1 0,0-1 0,1 1 0,0-1 0,0 1 0,0-1 0,1 1 0,-1-1 0,1 1 0,-1-1 0,1 1 0,0 0 0,0-1 0,0 1 0,0 0 0,0 0 0,3-4 0,3-3 0,0 0 0,1 0 0,0 0 0,1 1 0,16-13 0,-7 10-227,0 1-1,0 0 1,1 1-1,1 1 1,27-7-1,-3 3-6598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59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1021 24575,'0'0'0,"0"0"0,1-1 0,8-12 0,17-21 0,27-25 0,34-25 0,31-21 0,27-14 0,14-4 0,3 3 0,-9 10 0,-17 16 0,-27 19 0,-31 23 0,-29 20-8191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0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1168 24575,'0'0'0,"-2"0"0,-1 1 0,1 0 0,0 0 0,0 0 0,0 0 0,0 0 0,0 0 0,0 1 0,0-1 0,0 1 0,1-1 0,-3 3 0,-5 3 0,-78 67 0,3 4 0,4 3 0,-113 147 0,178-208 0,4-7 0,0 1 0,1 0 0,0 1 0,2 0 0,-1 1 0,-10 29 0,19-44 0,-1 0 0,1 1 0,0-1 0,0 0 0,-1 1 0,1-1 0,0 0 0,0 1 0,0-1 0,0 1 0,0-1 0,1 0 0,-1 1 0,0-1 0,1 0 0,-1 1 0,1-1 0,-1 0 0,1 0 0,0 0 0,-1 1 0,1-1 0,0 0 0,0 0 0,0 0 0,0 0 0,0 0 0,0 0 0,0 0 0,0-1 0,0 1 0,0 0 0,1-1 0,-1 1 0,2 0 0,3 1 0,0 0 0,0-1 0,0 0 0,0 0 0,0-1 0,0 1 0,7-2 0,8-1 0,0-1 0,1 0 0,-1-2 0,-1-1 0,1 0 0,-1-2 0,0 0 0,0-1 0,-1-1 0,-1-1 0,21-15 0,-24 15 0,0 0 0,-1-1 0,0-1 0,-2 0 0,1-1 0,-1 0 0,-1-1 0,-1 0 0,0-1 0,-1 0 0,-1-1 0,0 1 0,7-27 0,-12 33 0,-1 0 0,-1-1 0,0 1 0,0-1 0,-1 1 0,-1-1 0,1 1 0,-2-1 0,1 1 0,-2 0 0,1-1 0,-1 1 0,-7-15 0,8 21 0,0 0 0,0 0 0,-1 0 0,1 1 0,-1-1 0,0 1 0,0-1 0,0 1 0,0 0 0,0 0 0,-1 0 0,0 0 0,1 1 0,-1-1 0,0 1 0,0 0 0,0 0 0,-1 1 0,1-1 0,0 1 0,-1 0 0,1 0 0,-1 1 0,1-1 0,-1 1 0,1 0 0,-1 0 0,1 0 0,-1 1 0,1-1 0,-1 1 0,1 0 0,-5 2 0,2-1 0,1 0 0,-1 1 0,1-1 0,0 1 0,0 0 0,0 1 0,0-1 0,1 1 0,-1 1 0,1-1 0,0 1 0,0-1 0,1 1 0,-1 1 0,1-1 0,-4 8 0,7-12 0,1 0 0,-1 0 0,1 1 0,0-1 0,-1 0 0,1 0 0,0 1 0,0-1 0,0 0 0,-1 0 0,1 1 0,1-1 0,-1 0 0,0 1 0,0-1 0,0 0 0,1 0 0,-1 1 0,1-1 0,-1 0 0,1 0 0,-1 0 0,1 0 0,0 0 0,-1 0 0,2 2 0,1-1 0,0 0 0,-1 0 0,1 0 0,0-1 0,0 1 0,0-1 0,0 1 0,0-1 0,0 0 0,0-1 0,5 2 0,8 0 0,0 0 0,0-1 0,0-1 0,0 0 0,23-5 0,90-22 0,-26-4-160,-1-4 1,-2-5-1,179-100 0,-133 52-83,235-188-1,-92 11 244,-236 208 0,-3-3 0,82-128 0,-119 169 0,-1 0 0,-2-1 0,0-1 0,-1 1 0,-1-2 0,-1 1 0,7-35 0,-13 55 24,-1 0-1,0 0 1,0-1-1,1 1 1,-1 0-1,0 0 1,0 0-1,0 0 1,0 0-1,0-1 0,0 1 1,0 0-1,-1 0 1,1 0-1,0 0 1,-1 0-1,1 0 1,-1 0-1,1 0 1,-1 0-1,1 0 1,-1 0-1,0 0 1,1 0-1,-1 0 1,0 0-1,0 0 1,-1-1-1,0 2 3,0 0 1,-1 0-1,1 0 0,0 0 0,0 0 0,0 0 0,0 1 1,0-1-1,0 1 0,0-1 0,0 1 0,0 0 1,0 0-1,0 0 0,1 0 0,-4 1 0,-13 10-26,0 0 0,1 0 0,0 2 0,1 0 0,-16 19 0,-68 91 0,48-50 60,3 3 0,-77 163 1,75-116-265,-51 183 1,-1 144-371,27 0 255,64-375 321,-110 563-71,91-519 52,-5-1 0,-5-2 0,-68 135 0,86-207 17,-30 43 0,44-74 0,-1 0 0,-1-1 0,0-1 0,-1 0 0,-1 0 0,-24 17 0,32-25 49,0-1 1,0 0 0,-1 0 0,0-1 0,1 0 0,-1 0 0,0 0 0,0 0 0,0-1-1,-10 1 1,12-2-20,0 0-1,1 0 0,-1-1 0,1 1 1,-1-1-1,1 0 0,-1 0 0,1 0 1,-1 0-1,1-1 0,0 1 0,0-1 1,0 0-1,0 0 0,0 0 0,0 0 1,0-1-1,1 1 0,-3-4 0,0 0-240,1 0-1,-1 0 1,2-1 0,-1 0-1,-3-11 1,-12-39-6591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 24575,'-8'25'0,"-87"352"0,-30 105 0,86-357 0,-98 213 0,128-320 0,6-10 0,0-1 0,-1 1 0,0 0 0,0-1 0,-1 0 0,0 0 0,0 0 0,-1-1 0,-7 8 0,12-14 0,0 1 0,0-1 0,0 1 0,1-1 0,-1 0 0,0 1 0,0-1 0,0 0 0,0 1 0,0-1 0,0 0 0,0 0 0,0 0 0,0 0 0,0 0 0,0 0 0,0 0 0,0-1 0,0 1 0,0 0 0,0 0 0,0-1 0,1 1 0,-1-1 0,0 1 0,0 0 0,0-1 0,0 0 0,1 1 0,-1-1 0,0 1 0,1-1 0,-2-1 0,-20-32 0,21 31 0,-89-211 0,70 158 0,-2 1 0,-3 0 0,-61-99 0,78 142 0,-1 1 0,-1 0 0,-14-14 0,20 22 0,0 0 0,0 0 0,0 0 0,0 0 0,-1 1 0,1 0 0,0 0 0,-1 0 0,0 0 0,0 1 0,1-1 0,-10 0 0,13 2 0,0 0 0,0 0 0,0 0 0,0 0 0,1 0 0,-1 0 0,0 0 0,0 0 0,0 1 0,0-1 0,1 0 0,-1 1 0,0-1 0,0 0 0,0 1 0,1-1 0,-1 1 0,-1 0 0,4 4 0,10-1 0,4-3 0,1-1 0,-1-1 0,0-1 0,1 0 0,28-8 0,-42 9 0,88-22 0,127-51 0,86-54 0,-39 15 0,-264 112 0,37-15 0,0 2 0,1 2 0,50-9 0,-80 19 0,1 1 0,0-1 0,-1 2 0,1 0 0,0 0 0,-1 0 0,1 1 0,0 1 0,-1 0 0,1 0 0,-1 1 0,0 0 0,0 0 0,0 1 0,0 0 0,-1 1 0,1 0 0,-1 0 0,10 10 0,-7-4 0,-2 1 0,1 1 0,-1 0 0,-1 0 0,0 1 0,-1-1 0,-1 2 0,0-1 0,-1 1 0,0 0 0,-1 0 0,-1 0 0,2 22 0,-1 7 0,-1 0 0,-3 0 0,-8 68 0,-2-41 0,-3-1 0,-3 0 0,-2-2 0,-4 0 0,-3-1 0,-55 104 0,76-162 0,-1 0 0,1 0 0,-1-1 0,-1 1 0,1-1 0,-2 0 0,-12 13 0,19-21 0,-1 0 0,1 1 0,-1-1 0,1 0 0,0 1 0,-1-1 0,1 0 0,-1 1 0,1-1 0,-1 0 0,0 0 0,1 0 0,-1 1 0,1-1 0,-1 0 0,1 0 0,-1 0 0,1 0 0,-1 0 0,0 0 0,1 0 0,-1 0 0,1 0 0,-1 0 0,1-1 0,-1 1 0,0 0 0,1 0 0,-1 0 0,1-1 0,-1 1 0,1 0 0,-1-1 0,1 1 0,0 0 0,-1-1 0,1 1 0,-1-1 0,1 1 0,0-1 0,-1 1 0,1 0 0,0-1 0,-1 1 0,1-2 0,-8-29 0,7 4 0,0 1 0,2-1 0,1 1 0,2-1 0,0 1 0,15-48 0,2 11 0,47-100 0,-42 112 0,1 1 0,3 1 0,46-57 0,-56 82 0,1 0 0,1 2 0,1 0 0,1 1 0,0 2 0,2 0 0,42-23 0,-55 36 0,0 0 0,0 1 0,0 0 0,0 1 0,1 0 0,0 1 0,-1 1 0,1 0 0,0 1 0,0 1 0,1 0 0,-1 1 0,0 0 0,0 1 0,-1 1 0,1 0 0,0 0 0,-1 2 0,0 0 0,0 0 0,0 1 0,-1 1 0,0 0 0,0 1 0,0 0 0,-1 0 0,12 14 0,4 6 0,-1 2 0,-1 1 0,-2 1 0,-1 1 0,-1 1 0,-2 0 0,-2 2 0,-1 0 0,20 69 0,-26-84 0,-9-21 0,-1 1 0,1-1 0,-1 1 0,0-1 0,1 0 0,-1 1 0,1-1 0,-1 0 0,1 0 0,-1 1 0,1-1 0,-1 0 0,1 0 0,0 0 0,-1 0 0,1 0 0,-1 0 0,1 0 0,-1 0 0,1 0 0,-1 0 0,2 0 0,1-1 0,0-1 0,0 0 0,0 1 0,0-1 0,0 0 0,-1-1 0,1 1 0,-1 0 0,0-1 0,3-2 0,27-34 0,31-48 0,-51 75 0,-11 12 0,-1 0 0,0 0 0,1-1 0,-1 1 0,1 0 0,-1 0 0,0 0 0,1 0 0,-1 0 0,0 0 0,1 0 0,-1 0 0,1 1 0,-1-1 0,0 0 0,1 0 0,-1 0 0,0 0 0,1 0 0,-1 0 0,0 1 0,1-1 0,-1 0 0,0 0 0,0 1 0,1-1 0,1 3 0,-1-1 0,1 1 0,-1 0 0,1 0 0,-1-1 0,0 1 0,0 0 0,-1 0 0,2 4 0,3 27 0,-1-1 0,-1 67 0,-12 72 0,7-150 0,-32 255 0,17-156 0,47-161 0,38-50 0,152-151 0,110-57 0,-286 261 0,86-70 0,-103 87 0,1 1 0,56-27 0,-83 45 0,-1 1 0,0-1 0,1 1 0,-1 0 0,1-1 0,-1 1 0,1 0 0,-1 0 0,1-1 0,-1 1 0,1 0 0,-1 0 0,1 0 0,-1 0 0,1 0 0,-1 0 0,1 0 0,-1-1 0,1 2 0,-1-1 0,1 0 0,-1 0 0,1 0 0,-1 0 0,1 0 0,-1 0 0,1 0 0,-1 1 0,2-1 0,-9 15 0,-29 28 0,30-36 0,-20 21 0,11-12 0,0 0 0,2 1 0,0 0 0,0 1 0,-11 23 0,23-40 0,0 1 0,1-1 0,-1 0 0,0 1 0,1-1 0,-1 0 0,1 1 0,0-1 0,-1 1 0,1-1 0,0 1 0,0-1 0,0 1 0,0-1 0,0 1 0,0-1 0,0 1 0,1-1 0,-1 1 0,0-1 0,1 0 0,-1 1 0,1-1 0,0 0 0,-1 1 0,1-1 0,0 0 0,0 1 0,0-1 0,0 0 0,0 0 0,0 0 0,0 0 0,0 0 0,0 0 0,0 0 0,1-1 0,-1 1 0,0 0 0,1-1 0,-1 1 0,0-1 0,1 1 0,-1-1 0,1 0 0,-1 1 0,3-1 0,4 1 0,0 0 0,0-1 0,0 0 0,0 0 0,0-1 0,0 0 0,12-3 0,1-2 0,-1-2 0,0-1 0,-1 0 0,0-2 0,0 0 0,-1-1 0,32-28 0,-49 39 0,0 0 0,0 0 0,-1 1 0,1-1 0,0 0 0,0 0 0,0 1 0,0-1 0,0 0 0,0 1 0,0-1 0,0 1 0,0-1 0,1 1 0,-1 0 0,0-1 0,0 1 0,0 0 0,0 0 0,1 0 0,-1 0 0,0 0 0,0 0 0,0 0 0,1 0 0,-1 0 0,0 1 0,0-1 0,0 1 0,0-1 0,0 0 0,0 1 0,0 0 0,0-1 0,0 1 0,0 0 0,0-1 0,0 1 0,0 0 0,0 0 0,0 0 0,1 2 0,2 4 0,0 0 0,-1 0 0,1 1 0,-2-1 0,4 11 0,-3-7 0,11 42 0,-9-33 0,0-1 0,0 0 0,2 0 0,9 18 0,-14-33 0,0 0 0,1 0 0,0 0 0,-1 0 0,1 0 0,1-1 0,-1 1 0,0-1 0,1 0 0,0 0 0,0 0 0,0-1 0,0 1 0,0-1 0,0 0 0,1 0 0,-1 0 0,1-1 0,-1 1 0,1-1 0,7 1 0,-2-2 0,0 0 0,0-1 0,-1 0 0,1-1 0,0 0 0,-1 0 0,1-1 0,-1 0 0,0 0 0,0-1 0,0-1 0,-1 1 0,1-2 0,9-6 0,5-6 0,-2-1 0,1 0 0,29-37 0,-6-2 0,-3-1 0,-2-2 0,38-80 0,-71 128 0,-3 4 0,0 0 0,1 1 0,0 0 0,8-10 0,-12 16 0,1 1 0,0-1 0,-1 0 0,1 1 0,0-1 0,0 1 0,0 0 0,0 0 0,1-1 0,-1 1 0,0 1 0,0-1 0,1 0 0,-1 0 0,0 1 0,1 0 0,-1-1 0,1 1 0,-1 0 0,0 0 0,5 1 0,1 0 0,0 1 0,0 1 0,0-1 0,-1 2 0,1-1 0,-1 1 0,0 0 0,0 0 0,0 1 0,9 7 0,9 10 0,27 32 0,-42-43 0,49 55 0,53 81 0,41 83 0,-4-5 0,-143-215-116,28 32 366,-34-41-289,1 0-1,0 0 1,-1 0-1,1 0 1,0-1-1,0 1 1,0 0-1,0-1 1,0 1 0,0 0-1,-1-1 1,1 1-1,0-1 1,1 0-1,-1 1 1,0-1-1,0 0 1,0 1-1,0-1 1,0 0 0,0 0-1,0 0 1,0 0-1,0 0 1,0 0-1,1 0 1,-1-1-1,0 1 1,0 0 0,0-1-1,0 1 1,0 0-1,0-1 1,0 1-1,0-1 1,0 0-1,0 0 1,11-14-6787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2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0 24575,'0'0'0,"0"4"0,-3 5 0,-5 14 0,-8 24 0,-12 28 0,-13 27 0,-12 21 0,-8 12 0,-4 0 0,-2-7 0,3-13 0,4-17 0,6-17 0,5-18 0,1-15 0,8-17-8191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06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24575,'168'15'0,"41"2"0,-88-8-836,695 60-3362,3 27 3791,-517-51 452,856 106-413,-977-133 565,618 32 4552,483-54-3996,-1139 4-688,343-25-65,-126 3 0,-187 17 0,340 34 0,-139-1 0,-1-29 0,-160-2 0,-35 3 0,289-7 0,-367 0 0,-1-5 0,160-39 0,-181 29-90,-16 4-335,1 2 0,74-8 0,-113 22-6401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1396 483 24575,'0'0'0,"4"-21"0,2-10 0,0 0 0,-2-1 0,-2 1 0,-1-36 0,-2 55 0,0 1 0,-1-1 0,-1 1 0,0-1 0,0 1 0,-1 0 0,0 0 0,-1 1 0,0-1 0,-1 1 0,0 0 0,-1 0 0,0 1 0,-13-14 0,11 14 0,-1 0 0,0 1 0,-1 0 0,0 1 0,0 0 0,0 0 0,-1 1 0,0 1 0,-15-5 0,9 5 0,-1 0 0,1 1 0,-1 2 0,0 0 0,-33 0 0,12 5 0,2 1 0,-1 3 0,1 0 0,0 3 0,-60 23 0,30-5 0,2 3 0,1 4 0,2 2 0,2 2 0,1 4 0,2 2 0,2 2 0,-86 95 0,126-124 0,0 2 0,2 0 0,0 0 0,1 2 0,1 0 0,1 0 0,1 1 0,-12 39 0,18-43 0,0 0 0,1 1 0,1-1 0,1 0 0,0 1 0,2-1 0,0 1 0,1-1 0,1 0 0,1 0 0,10 29 0,-9-34 0,0 1 0,2-1 0,0 0 0,0-1 0,1 0 0,1 0 0,0-1 0,1 0 0,0 0 0,1-1 0,17 14 0,-13-14 0,1 0 0,0-2 0,0 0 0,1 0 0,0-2 0,1 0 0,-1-1 0,1-1 0,20 3 0,6 0-124,1-3 0,0-1 0,0-3 0,0-1 0,-1-3 0,1-1-1,-1-2 1,1-3 0,-2-1 0,64-23 0,-102 31-6702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131 156 24575,'-9'32'0,"-12"40"0,-10 31 0,-35 207 0,65-300 0,0-5 0,0-1 0,1 1 0,-1-1 0,1 1 0,1-1 0,-1 1 0,0-1 0,3 8 0,-1-13 0,0 0 0,0 0 0,-1 0 0,1 0 0,0 0 0,0-1 0,0 1 0,-1 0 0,1-1 0,-1 0 0,1 1 0,1-3 0,13-18 0,-1 0 0,-1-1 0,17-35 0,26-79 0,-40 96 0,7-22 0,-10 23 0,36-69 0,-47 104 0,-1 0 0,2 1 0,-1-1 0,1 0 0,-1 1 0,1 0 0,0 0 0,1 0 0,-1 1 0,1-1 0,0 1 0,-1 0 0,1 0 0,1 0 0,-1 1 0,0 0 0,11-3 0,-6 4 0,-1 0 0,1 0 0,0 1 0,-1 0 0,1 1 0,0 0 0,-1 1 0,1 0 0,17 6 0,9 4 0,0 3 0,66 36 0,60 53 0,-105-64 0,2-3 0,109 51 0,-147-80 0,0-1 0,1-1 0,-1-1 0,1-1 0,0-1 0,1-1 0,-1 0 0,0-2 0,1-1 0,-1 0 0,0-2 0,0-1 0,34-9 0,-16-1 0,-2-1 0,0-1 0,-1-2 0,-1-2 0,0-2 0,46-37 0,0-7 0,-3-4 0,85-97 0,-158 160 0,-4 3 0,1 1 0,0 0 0,0 0 0,1 0 0,-1 0 0,7-4 0,-9 6 0,0 1 0,0 0 0,0 0 0,0 0 0,0-1 0,0 1 0,-1 0 0,1 0 0,0 0 0,0 0 0,0 1 0,0-1 0,0 0 0,0 0 0,0 0 0,-1 1 0,1-1 0,0 0 0,0 1 0,0-1 0,0 1 0,-1-1 0,1 1 0,0-1 0,-1 1 0,1 0 0,0-1 0,-1 1 0,1 0 0,-1 0 0,1-1 0,-1 1 0,1 0 0,-1 0 0,0 0 0,1-1 0,-1 1 0,0 0 0,1 1 0,5 17 0,0 0 0,-1 1 0,-1-1 0,-1 1 0,1 24 0,-3-38 0,12 208 0,-19 253 0,2 43 0,6-461-682,16 81-1,-4-71-6143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 24575,'-1'9'0,"-12"64"0,-3 0 0,-4-1 0,-31 77 0,5-39 0,-71 124 0,73-156 0,-3-2 0,-3-2 0,-78 87 0,117-150 0,9-9 0,7-3 0,5-2 0,437-92-1365,-358 80-5461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6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352 350 24575,'-1'-28'0,"-2"27"0,0 1 0,-1-1 0,1 1 0,0-1 0,0 1 0,-1 0 0,1 1 0,0-1 0,0 1 0,-1-1 0,1 1 0,-4 1 0,-38 17 0,39-16 0,-21 11 0,1 1 0,0 1 0,2 1 0,0 1 0,1 1 0,0 1 0,2 1 0,-32 41 0,52-62 0,1 1 0,0-1 0,-1 0 0,1 0 0,0 1 0,-1-1 0,1 0 0,0 1 0,-1-1 0,1 0 0,0 1 0,-1-1 0,1 0 0,0 1 0,0-1 0,0 1 0,-1-1 0,1 0 0,0 1 0,0-1 0,0 1 0,0-1 0,0 1 0,0-1 0,0 1 0,0-1 0,0 0 0,0 1 0,0-1 0,0 1 0,0-1 0,0 1 0,0-1 0,1 1 0,-1-1 0,0 0 0,0 1 0,0-1 0,1 1 0,-1-1 0,1 1 0,21-4 0,35-19 0,-56 22 0,93-47 0,43-18 0,-131 63 0,-1 0 0,1 0 0,-1 1 0,1 0 0,0 0 0,-1 0 0,1 1 0,0 0 0,0 0 0,0 0 0,-1 1 0,1 0 0,0 0 0,-1 0 0,1 1 0,-1 0 0,1 0 0,-1 0 0,0 1 0,9 5 0,2 4 0,0 2 0,-1-1 0,0 2 0,20 25 0,-24-25 0,1-1 0,1-1 0,0 0 0,1-1 0,28 21 0,-29-28 0,0 1 0,0-2 0,0 0 0,1 0 0,-1-1 0,1-1 0,0 0 0,0-1 0,0 0 0,0-1 0,0-1 0,0 0 0,-1-1 0,26-7 0,-2-1 0,0-2 0,-1-2 0,0-1 0,37-23 0,-11 3 0,-2-3 0,57-48 0,-82 57 0,-1-1 0,-1-2 0,-2-2 0,34-46 0,-58 71 0,-1-1 0,0 0 0,0 0 0,-1 0 0,-1-1 0,1 0 0,2-12 0,-6 20 0,-1 0 0,1 0 0,-1-1 0,0 1 0,0 0 0,0-1 0,0 1 0,0 0 0,-1 0 0,1-1 0,-1 1 0,0 0 0,0 0 0,0 0 0,0 0 0,-1 0 0,1 0 0,-1 0 0,0 0 0,0 1 0,0-1 0,0 1 0,0-1 0,-1 1 0,1 0 0,-1 0 0,1 0 0,-5-2 0,1 0 0,0 1 0,0 0 0,-1 1 0,1 0 0,-1 0 0,1 0 0,-1 1 0,0 0 0,0 0 0,0 0 0,0 1 0,0 0 0,0 1 0,0-1 0,1 1 0,-1 1 0,0-1 0,0 1 0,1 0 0,-1 1 0,1 0 0,0 0 0,-9 5 0,9-4 0,1-1 0,-1 1 0,1 1 0,0-1 0,0 1 0,1-1 0,-1 1 0,1 1 0,0-1 0,0 1 0,1-1 0,-1 1 0,1 0 0,1 1 0,-1-1 0,1 0 0,0 1 0,1-1 0,-1 1 0,1-1 0,1 1 0,-1 0 0,1 0 0,1 9 0,2-1 0,1 0 0,0-1 0,1 1 0,1-1 0,0 0 0,1 0 0,0-1 0,1 0 0,1 0 0,0-1 0,12 12 0,20 20 0,65 55 0,-99-93 0,288 224 0,-221-176 0,-71-51 0,11 7 0,0 0 0,-1 1 0,-1 1 0,13 14 0,-22-23 0,-1 1 0,1-1 0,-1 1 0,0-1 0,0 1 0,0 0 0,-1 0 0,1 0 0,-1 0 0,0 0 0,0 0 0,0 0 0,-1 1 0,1-1 0,-1 0 0,0 0 0,-1 1 0,1-1 0,0 0 0,-1 0 0,-2 6 0,-2 3 0,-1-1 0,0 0 0,-1 0 0,0-1 0,-1 0 0,0 0 0,-1-1 0,0 0 0,0 0 0,-1-1 0,-1 0 0,1-1 0,-23 13 0,13-15 0,20-6 0,-1 0 0,1 0 0,-1 0 0,1 0 0,-1 0 0,1 0 0,-1 0 0,1-1 0,0 1 0,-1 0 0,1 0 0,-1 0 0,1-1 0,0 1 0,-1 0 0,1 0 0,0-1 0,-1 1 0,1 0 0,0-1 0,-1 1 0,1-1 0,0 1 0,0 0 0,-1-1 0,1-2 0,-1 1 0,1-1 0,0 1 0,0 0 0,0-1 0,0 1 0,1-1 0,-1 1 0,1-1 0,-1 1 0,1 0 0,0-1 0,0 1 0,1-3 0,11-22 0,0 1 0,2 0 0,23-30 0,63-70 0,-84 105 0,319-337 0,25 24 0,-429 369 0,9 3 0,2 3 0,1 2 0,2 2 0,-75 84 0,127-128 0,-9 12 0,0 1 0,0 0 0,-10 20 0,18-30 0,1 0 0,1 0 0,-1 0 0,0 0 0,1 0 0,0 1 0,0-1 0,0 0 0,1 1 0,0-1 0,-1 1 0,1-1 0,1 1 0,-1-1 0,1 0 0,0 1 0,0-1 0,2 6 0,0-3 0,0 0 0,1-1 0,0 1 0,1-1 0,-1 0 0,1 0 0,1 0 0,7 6 0,55 39 0,19 0 0,181 78 0,-58-33 0,-195-89 0,0 1 0,-1 0 0,0 2 0,0-1 0,-1 2 0,0-1 0,15 18 0,-25-24 0,1 1 0,-1-1 0,-1 0 0,1 1 0,-1 0 0,1 0 0,-1-1 0,-1 1 0,1 0 0,-1 1 0,0-1 0,0 0 0,0 0 0,-1 1 0,0-1 0,0 0 0,0 0 0,0 1 0,-1-1 0,0 0 0,0 0 0,-1 0 0,1 0 0,-1 0 0,0 0 0,-1 0 0,-3 6 0,-4 5 0,0-1 0,-1 1 0,-1-2 0,-1 0 0,0 0 0,-15 12 0,-105 71 0,20-27-213,-2-6-1,-165 67 0,-268 60-427,-102-39-1684,355-102-2259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6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11 696 24575,'-9'0'0,"8"-3"0,22-6 0,182-39 0,949-185-1402,18 61 282,528 40-1102,7 67 1529,-1285 51-64,527-5 187,-4 59-1,-5 80 961,-296-32 2025,-294-59-95,-316-29-8301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3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3893 1014 24575,'-35'-21'0,"-1"2"0,-1 1 0,0 2 0,-76-22 0,75 26 0,-113-31-274,-2 7 0,-1 6-1,-310-19 1,-485 68 252,692-4 28,-367 37 145,397-5 818,95-17-976,-178 51 7,206-52 0,100-28 0,0 0 0,0 0 0,0 0 0,0 1 0,0 0 0,1 0 0,-1 0 0,0 0 0,1 0 0,0 1 0,-1-1 0,1 1 0,0 0 0,0 0 0,1 0 0,-5 6 0,5-5 0,1 0 0,-1 0 0,1 0 0,0 1 0,1-1 0,-1 0 0,1 0 0,0 1 0,0-1 0,0 0 0,0 0 0,1 1 0,-1-1 0,1 0 0,3 8 0,1 1 0,1 0 0,0 0 0,0-1 0,1 0 0,1 0 0,16 19 0,10 16 0,-17-20 0,-2 1 0,-1 1 0,-1 0 0,-2 1 0,0 1 0,11 61 0,9 197 0,-26-205 0,4 0 0,21 95 0,49 67 0,-23-81 0,50 154 0,-76-245 0,2-2 0,52 84 0,-71-134 0,1 0 0,1-1 0,0 0 0,2-1 0,1-1 0,0 0 0,2-2 0,0 0 0,24 15 0,38 18 0,2-5 0,102 40 0,190 54 0,-129-51 0,77 35-105,267 98-373,9-32 176,-245-89 302,354 85 0,65-50 0,-591-106 0,292 40-64,835 10-1,-1087-79 383,376-3 378,-582 2-696,247-11 0,-216 7 0,0-2 0,-1-3 0,67-21 0,269-110 0,-185 68 0,95-32 0,-234 85 0,213-76 0,-214 71 0,0-2 0,84-54 0,49-68 0,-139 105 0,233-154 0,-200 145 0,-2-4 0,101-91 0,-129 92 0,-2-2 0,-2-3 0,-3-1 0,-3-3 0,38-74 0,-13 4 0,87-241 0,-152 362 0,2 0 0,-1 0 0,2 1 0,0-1 0,0 2 0,16-19 0,5 1 0,34-28 0,-20 19 0,-28 25 0,-1 0 0,-1-1 0,0 0 0,-2-1 0,1-1 0,-2 0 0,0 0 0,-1-1 0,-1 0 0,-1-1 0,0 0 0,-2 0 0,0 0 0,-1-1 0,-1 1 0,0-1 0,-2 0 0,0 0 0,-3-25 0,-5-7 0,-2-1 0,-2 1 0,-31-87 0,9 53 0,-59-108 0,33 93 0,-4 2 0,-5 3 0,-3 3 0,-5 3 0,-3 3 0,-174-144 0,164 160-93,-3 4 1,-3 4-1,-2 4 0,-3 5 0,-3 4 1,-1 4-1,-172-49 0,36 35 93,-456-52 0,-260 65 0,455 64 0,369-3 0,-233 54 0,-90 52-2,-922 214 49,1205-302 453,-94 20-303,-109 10-197,166-30 0,-41 17 0,-212 20 0,450-67-103,-3 1-77,0-1 0,-1 0-1,1-1 1,-1-1 0,0 0-1,-26-4 1,25-2-6646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1292 24575,'248'257'0,"-208"-205"0,10 9 0,-49-60 0,0 0 0,0 0 0,1 0 0,-1 0 0,0 0 0,0-1 0,1 1 0,-1 0 0,0-1 0,1 1 0,-1-1 0,1 1 0,-1-1 0,1 1 0,-1-1 0,1 0 0,-1 0 0,1 0 0,-1 0 0,1 0 0,-1 0 0,1 0 0,-1-1 0,1 1 0,-1 0 0,1-1 0,-1 0 0,0 1 0,1-1 0,-1 0 0,0 1 0,1-1 0,-1 0 0,0 0 0,0 0 0,0 0 0,2-2 0,5-6 0,0 0 0,-1 0 0,0 0 0,5-12 0,-3 6 0,20-25 0,1 2 0,2 0 0,61-55 0,127-87 0,-219 179 0,482-348 0,-261 192 0,-149 106 0,-17 14 0,-2-2 0,-2-3 0,75-76 0,-62 37 0,81-130 0,-127 174-25,-16 31-97,-1 0 0,1 0 0,1 0 1,-1 1-1,1-1 0,0 1 0,0 0 0,1 0 1,-1 0-1,11-8 0,-2 6-6704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24575,'2'20'0,"18"239"-100,-12 2-1,-37 402 1,-133 510-168,158-1144 197,-83 461-1128,73-421-5153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24575,'43'12'0,"64"2"0,145 0 0,-180-12 0,600 15 0,-616-15 0,-1 3 0,0 2 0,0 2 0,0 3 0,96 34 0,-128-36 0,0 0 0,-1 2 0,0 0 0,0 2 0,-2 0 0,0 1 0,0 1 0,-2 1 0,0 1 0,-1 1 0,0 0 0,-2 1 0,0 0 0,-2 1 0,15 30 0,-14-19 14,-1 1 1,-1 1-1,-2 0 0,-2 0 0,8 62 1,-12-44-93,-2 0 1,-2 0 0,-10 73 0,-5-35-55,-4 0 1,-4-1-1,-3-1 1,-43 93-1,7-45 132,-5-2 0,-6-4 0,-122 163 0,86-150 0,-7-5 0,-191 176 0,230-244 0,-93 64 0,133-108 0,-1-2 0,-1-2 0,-1-2 0,-1-1 0,-46 14 0,76-29-24,0-1 0,-1 0-1,1-1 1,0 0 0,-1 0 0,1-2 0,-1 1-1,1-2 1,-1 1 0,1-1 0,-1-1 0,1 0-1,0-1 1,0 0 0,0-1 0,0 0 0,1-1-1,-1 0 1,-10-7 0,-6-7-6802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1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4200 24575,'23'4'0,"1"0"0,-1-2 0,1 0 0,-1-2 0,41-3 0,116-26 0,-159 25 0,325-74 0,244-38 0,10 72 0,4 32 0,-272 8 0,1228-33 0,-1236 48 0,-89 1 0,-163-13 0,0-3 0,-1-4 0,76-17 0,207-67 0,-328 85 0,0-1 0,-1-2 0,0-1 0,-1 0 0,0-2 0,0-1 0,-2 0 0,0-2 0,0-1 0,-2 0 0,0-2 0,-1 0 0,-1-1 0,-1-1 0,0-1 0,22-40 0,-12 10 0,-2-1 0,-3-1 0,-1-1 0,23-110 0,-22 50 0,9-172 0,-26 176 0,-4 0 0,-5-1 0,-27-157 0,16 189 0,-4 0 0,-3 2 0,-3 0 0,-4 2 0,-55-102 0,7 47 0,-5 4 0,-7 4 0,-4 4 0,-200-197 0,189 217 0,-5 5 0,-4 4 0,-185-112 0,237 168 0,-2 3 0,0 2 0,-3 3 0,0 3 0,-1 3 0,-1 2 0,-1 4 0,0 3 0,-1 3 0,-95 1 0,21 10 0,0 8 0,1 5 0,0 7 0,2 6 0,1 6 0,2 6 0,-214 94 0,245-82 0,3 5 0,2 4 0,3 5 0,3 3 0,3 5 0,3 4 0,4 4 0,4 3 0,-83 113 0,100-109 0,4 2 0,5 2 0,3 3 0,4 3 0,5 1 0,5 2 0,4 2 0,4 1 0,6 1 0,-14 119 0,25-64 0,8 0 0,6 0 0,7 0 0,8 0 0,46 212 0,-38-275 0,3 0 0,5-2 0,4-2 0,5-1 0,3-1 0,81 125 0,-84-159 0,2-3 0,3-1 0,2-3 0,58 51 0,-62-67 0,1-1 0,1-3 0,2-2 0,2-1 0,86 36 0,-93-49 15,1-2 0,1-1 0,0-3 0,1-1 0,0-3 0,0-1 0,84-3 0,-98-4-129,-1 0 0,1-2-1,-1-2 1,0 0 0,0-2 0,-1-2-1,0 0 1,-1-2 0,0-1 0,-1-1-1,0-2 1,35-26 0,-33 17-6712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6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24575,'-3'15'0,"-278"1944"-2503,114 14-2621,137 1395 2634,274-7 1517,-241-3326 1030,159 1541 399,-59-530 6384,-93-940-5139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1294 24575,'2'-5'0,"11"-4"0,28-15 0,862-442-1159,44 75-1420,0 122 2220,-706 221-229,489-34 1,-363 85 436,-280 4 83,-1 4 1,110 28-1,-145-25 30,-1 2 0,0 2 0,-1 3 0,86 50 0,-102-50 24,-1 2 0,-1 1 0,-1 2 1,-1 0-1,-1 2 0,-2 2 0,32 43 0,-27-23 14,-1 2 0,-3 0 0,-2 2-1,-2 1 1,-3 1 0,-2 0 0,12 72 0,-5 14-31,10 266 1,-45 412 17,-52 3-414,54-728 310,-35 403 303,-70 880-1419,43 4 438,245 2554 795,54-2072-1526,-36-320 1971,-190-1521-459,48 522 1120,-45-417 445,-6 1 0,-19 156 0,16-267-1143,-12 74 1057,13-84-1291,0 0 0,-1 0 1,0 0-1,0 0 0,-1-1 0,0 1 1,0-1-1,-8 10 0,9-14-155,-1 0 0,1 0 0,-1 0 0,0-1-1,0 1 1,0-1 0,0 0 0,0 0 0,-1 0 0,1-1 0,0 0 0,-1 0 0,1 0-1,-9 1 1,5-1-19,-408 61-26,276-45-138,65-7 114,-783 90-628,-7-55 292,272-28 1690,370 8-1304,0 9 0,-402 117 0,215-34 0,329-100 0,0-3 0,-1-3 0,-95-1 0,45-14 0,0-6 0,2-6 0,-161-40 0,-376-134 0,568 160 0,33 9 0,66 20-20,-1 1 1,1 0-1,-1 0 0,1-1 0,-1 1 0,1 0 1,-1-1-1,1 1 0,0-1 0,-1 1 0,1-1 1,0 1-1,-1-1 0,1 1 0,0 0 0,0-1 1,-1 0-1,1 1 0,0-1 0,0 1 0,0-1 0,0 1 1,0-1-1,0 1 0,-1-1 0,1 0 0,1 1 1,-1-1-1,0 1 0,0-1 0,0 1 0,0-1 1,0 1-1,0-1 0,1 1 0,-1-1 0,0 1 1,0-1-1,1 1 0,-1-1 0,0 1 0,1-1 1,-1 1-1,1-1 0,-1 1 0,0 0 0,1-1 0,-1 1 1,2-1-1,-1 0-355,11-15-6451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1140 87 24575,'-2'-3'0,"0"0"0,-1 0 0,1 0 0,-1 1 0,0-1 0,0 0 0,-5-2 0,3 0 0,-3-1 0,1 0 0,-1 0 0,-1 1 0,1 0 0,-1 1 0,0-1 0,0 2 0,0-1 0,0 1 0,-1 1 0,-13-3 0,9 4 0,-1 0 0,1 1 0,0 0 0,0 2 0,0-1 0,0 2 0,-16 4 0,-4 4 0,1 2 0,1 1 0,0 2 0,1 1 0,-45 32 0,20-8 0,3 2 0,1 3 0,2 1 0,2 3 0,3 2 0,-64 95 0,80-102 0,1 2 0,3 0 0,2 2 0,2 1 0,2 1 0,2 0 0,2 1 0,3 1 0,-5 56 0,14-77 0,2 0 0,0 0 0,3 0 0,1 0 0,1-1 0,1 1 0,2-1 0,1 0 0,2-1 0,1 0 0,1 0 0,1-1 0,2-1 0,1 0 0,1-1 0,2-1 0,0-1 0,1 0 0,2-2 0,1 0 0,0-1 0,2-2 0,35 24 0,-25-23 0,2-1 0,0-2 0,0-1 0,2-2 0,0-2 0,1-1 0,0-3 0,0 0 0,1-3 0,0-2 0,0-1 0,70-5 0,-57-3 0,-1-2 0,0-2 0,0-3 0,-1-2 0,-1-3 0,0-1 0,-2-3 0,0-2 0,62-39 0,-69 35 0,-2-2 0,0-2 0,-2-1 0,-2-2 0,0-1 0,-3-2 0,-1-1 0,-2-2 0,-1-1 0,25-50 0,-37 57 0,-1-1 0,-2 0 0,-2-2 0,-1 1 0,-1-1 0,-3-1 0,-1 1 0,-1-1 0,-2-1 0,-2 1 0,-2 0 0,-1 0 0,-14-74 0,7 75 0,-2 1 0,-1 1 0,-1 0 0,-2 1 0,-2 0 0,-1 1 0,-1 1 0,-2 1 0,-1 1 0,-2 1 0,0 1 0,-2 1 0,-1 1 0,-1 1 0,-1 2 0,-1 1 0,-2 1 0,0 1 0,0 2 0,-2 2 0,0 1 0,-1 1 0,0 2 0,-1 2 0,-69-11 0,59 15-114,-1 2 1,0 2-1,0 2 0,0 2 0,0 3 1,1 1-1,-1 2 0,2 3 0,-1 1 1,2 3-1,-52 23 0,-21 21-6712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1750 0 24575,'-27'7'0,"0"-2"0,-30 3 0,-1-1 0,-396 90 0,354-67 0,2 5 0,-149 73 0,191-77 0,0 2 0,3 2 0,0 2 0,3 3 0,-58 57 0,75-62 0,2 1 0,1 2 0,2 0 0,2 2 0,2 1 0,1 1 0,-32 85 0,41-86 0,3 0 0,1 1 0,2 0 0,2 0 0,2 1 0,2-1 0,1 1 0,3 0 0,1 0 0,2-1 0,2 0 0,2 0 0,2-1 0,1 0 0,2 0 0,2-2 0,2 0 0,1-1 0,2 0 0,2-2 0,1-1 0,47 53 0,-34-48 0,3-1 0,1-2 0,1-2 0,2-2 0,2-2 0,1-2 0,1-2 0,1-2 0,1-2 0,77 23 0,-83-33 0,0-3 0,2-1 0,-1-2 0,1-3 0,66 0 0,-75-6 0,0-2 0,-1 0 0,0-3 0,0-1 0,-1-2 0,0-1 0,43-20 0,-53 18 0,-1 0 0,0-1 0,-1-1 0,0-2 0,-2 0 0,0-1 0,-1-1 0,-1-1 0,-1-1 0,27-39 0,-28 33 0,-1-2 0,-1 0 0,-2 0 0,-1-2 0,-1 1 0,-2-2 0,-1 1 0,7-60 0,-11 37 0,-2 0 0,-3-1 0,-2 1 0,-2 0 0,-3 0 0,-2 1 0,-3 0 0,-28-77 0,15 64 0,-3 1 0,-2 1 0,-4 2 0,-2 1 0,-2 3 0,-51-59 0,52 75 14,-1 0-1,-2 3 0,-2 1 0,-2 3 1,-1 1-1,-1 2 0,-2 3 1,-95-43-1,110 59-42,-1 1 1,0 2-1,0 1 0,-1 2 0,1 2 1,-49-2-1,56 7-114,-1 1 1,1 2-1,0 0 0,0 2 1,0 1-1,1 2 0,0 0 1,-46 22-1,-19 20-6683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1153 524 24575,'-19'-3'0,"-31"-2"0,0 3 0,-1 2 0,1 2 0,-1 2 0,1 2 0,-66 18 0,61-9 0,2 2 0,0 2 0,1 3 0,0 2 0,-70 44 0,93-48 0,1 1 0,1 1 0,0 1 0,2 1 0,1 1 0,1 2 0,1 0 0,1 1 0,-26 48 0,38-60 0,1 1 0,1 0 0,0 0 0,1 0 0,1 1 0,1 0 0,0 0 0,1 0 0,2 1 0,-1-1 0,2 0 0,1 1 0,0-1 0,1 1 0,1-1 0,0 0 0,2 0 0,0-1 0,14 33 0,-7-29 1,0-1 0,1 0-1,1 0 1,0-2 0,2 0-1,0 0 1,1-2 0,1 0 0,1-1-1,21 14 1,1-4-30,1-1 1,2-2-1,91 33 0,-78-36-29,2-3 1,0-2-1,0-3 0,1-3 0,1-2 0,-1-3 0,1-2 1,-1-3-1,101-17 0,-118 10 70,0-1 0,0-3 0,-1-1 0,-1-3 0,74-39 0,-84 36-16,0 0 0,-2-2 1,0-1-1,-2-1 1,0-2-1,-2-1 0,37-49 1,-42 47 4,-1-1 1,-2-1-1,-1-1 1,-2 0-1,-1-1 1,-1 0-1,-2-1 1,-1 0-1,-2-1 1,-2 0-1,0 0 1,-3 0-1,-2-54 1,-3 49 50,-2 1-1,-2 0 1,-1 1 0,-2 0 0,-1 0 0,-2 1-1,-2 0 1,-1 1 0,-2 1 0,-2 1-1,-45-61 1,37 61-63,-1 2-1,-1 1 1,-2 1-1,-2 1 1,0 3-1,-65-39 1,54 40 44,-2 2 1,0 2-1,-2 2 0,0 2 1,-72-14-1,72 21-139,-1 3 0,0 1 0,1 3 0,-1 2 0,0 2 0,0 3-1,0 1 1,1 3 0,-1 2 0,2 2 0,0 2 0,1 2 0,-59 29 0,24 1-6720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1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729 214 24575,'-31'7'0,"-112"13"0,-46 8 0,150-20 0,0 1 0,-64 26 0,91-30 0,0 1 0,1 0 0,0 1 0,0 0 0,0 1 0,1 0 0,0 1 0,1 0 0,0 0 0,0 1 0,1 0 0,1 1 0,-1 0 0,1 0 0,1 0 0,0 1 0,1 0 0,0 0 0,1 0 0,1 1 0,0-1 0,0 1 0,1 0 0,1 0 0,0 0 0,2 26 0,1-12 0,2 0 0,1 0 0,1 0 0,2 0 0,0-1 0,2 0 0,0-1 0,2 0 0,1-1 0,1 0 0,1-1 0,36 41 0,-20-28 0,2-2 0,2-2 0,1 0 0,1-3 0,1-1 0,73 39 0,-69-47 0,0-1 0,2-2 0,0-2 0,0-2 0,1-3 0,1-1 0,0-2 0,0-2 0,0-2 0,1-2 0,75-8 0,-87 2 0,-1-1 0,0-2 0,0-1 0,-1-2 0,0-1 0,61-33 0,-70 31 0,-1-1 0,0-2 0,-2 0 0,1-1 0,-2-1 0,-1-1 0,0-1 0,-2 0 0,22-34 0,-27 34 0,0 0 0,-2-1 0,0 0 0,-2-1 0,0 1 0,-2-2 0,0 1 0,-2-1 0,0 0 0,-2 0 0,0 0 0,-2 0 0,-1 0 0,-1 0 0,-5-26 0,1 20 0,-2 1 0,0 1 0,-3-1 0,0 1 0,-1 1 0,-2 1 0,-1-1 0,-1 2 0,-1 0 0,-1 1 0,-39-39 0,25 33 10,-1 3 0,-1 0 0,-1 2 0,-2 2 0,0 1 0,-1 2 0,-1 1 0,-1 2 0,-1 2 0,0 2 0,-55-10 0,19 10-258,-1 3 1,1 3-1,-1 4 1,0 3-1,-103 14 1,-41 16-6579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0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0 24575,'-9'28'0,"-28"78"0,-60 116 0,-68 95 0,129-252 0,11-16-682,-25 68-1,34-71-6143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3347 164 24575,'0'0'0,"-24"-15"0,-3-3 0,-2 2 0,0 0 0,-1 2 0,0 1 0,-1 2 0,-1 1 0,-42-9 0,0 6 0,0 4 0,-83-1 0,-2 10-81,-1 7 1,2 7-1,-213 47 0,125-3-80,-331 124-1,86 33 162,401-166 0,2 4 0,2 4 0,-92 79 0,157-118 38,-42 38 318,57-49-324,0-1-1,0 0 1,1 1-1,0 0 1,1 1-1,-1-1 1,-3 9-1,8-14-31,-1-1 0,1 1 0,0-1 0,-1 1 0,1-1 0,0 1 0,0 0 0,0-1 0,0 1 0,0-1 0,0 1 0,1-1 0,-1 1 0,0-1 0,1 1 0,-1-1 0,1 1 0,0-1 0,-1 0 0,1 1 0,0-1 0,0 0 0,0 1 0,0-1 0,1 1 0,3 3 0,0-1 0,1 0 0,-1 0 0,11 6 0,15 6 0,0-2 0,1-1 0,0-1 0,58 13 0,146 14 0,421 3 0,6-52 0,-261 1 0,-395 9 0,186 1 0,-151 1 0,1 3 0,58 12 0,-93-15 0,0 0 0,1 1 0,-1 0 0,0 0 0,0 1 0,0 0 0,-1 0 0,1 1 0,-1 0 0,0 0 0,6 7 0,-9-7 0,1 0 0,-2 0 0,1 1 0,-1-1 0,1 1 0,-2 0 0,1 0 0,0 0 0,-1 0 0,-1 1 0,1-1 0,-1 0 0,0 1 0,0-1 0,0 9 0,-1 2 0,-1 1 0,0-1 0,-2 0 0,0 0 0,0 0 0,-2 0 0,-9 23 0,3-15 0,-1 0 0,-1-1 0,-1 0 0,-20 24 0,-4-1 0,-3-3 0,-1-1 0,-76 60 0,8-20-81,-4-5 0,-3-5 0,-169 78 0,99-69-81,-316 95 0,245-108 162,188-54 0,-121 10 0,185-24 33,1-1-1,-1 0 1,1 0-1,0 0 0,-1-1 1,1 0-1,0 0 1,-1 0-1,-4-2 0,8 2-21,1 0 0,-1 0 0,1 0 0,-1 0-1,1-1 1,0 1 0,-1 0 0,1-1-1,0 1 1,0 0 0,0-1 0,0 1 0,0-1-1,0 0 1,1 1 0,-1-1 0,0 0 0,1 1-1,-1-1 1,1 0 0,0 0 0,0 0 0,0 1-1,-1-1 1,2 0 0,-1 0 0,0 0 0,0 1-1,1-4 1,7-35-1376,-3 19-5461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0 24575,'-17'25'0,"-35"78"0,-77 218 0,96-234 0,-56 161 40,-53 139-1445,133-365-5421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4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24575,'0'0'0,"0"-1"0,0 0 0,0-1 0,0 1 0,4 5 0,6 8 0,4 7 0,4 5 0,-1 0 0,1 2 0,-3 2 0,-3-6-8191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5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1526 32 24575,'2'-3'0,"13"-13"0,-15 16 0,0 0 0,1-1 0,-1 1 0,0 0 0,0 0 0,0 0 0,0-1 0,1 1 0,-1 0 0,0 0 0,0-1 0,0 1 0,0 0 0,0 0 0,0-1 0,0 1 0,0 0 0,0 0 0,0-1 0,0 1 0,0 0 0,0-1 0,0 1 0,0 0 0,0 0 0,0-1 0,0 1 0,0 0 0,0 0 0,0-1 0,0 1 0,0 0 0,-1 0 0,1-1 0,0 1 0,0 0 0,0 0 0,0 0 0,-1-1 0,1 1 0,0 0 0,0 0 0,0 0 0,-1 0 0,1-1 0,0 1 0,0 0 0,-1 0 0,1 0 0,0 0 0,-1 0 0,1 0 0,0 0 0,0 0 0,-1 0 0,1 0 0,0 0 0,-1 0 0,-38-2 0,-1 3 0,1 1 0,0 2 0,-41 10 0,65-12 0,-52 9 0,1 3 0,1 3 0,0 2 0,2 3 0,0 4 0,-62 34 0,106-49 0,1 1 0,0 1 0,1 1 0,0 1 0,1 0 0,1 1 0,-27 36 0,36-44 0,0 2 0,0-1 0,1 0 0,0 1 0,1 0 0,0 0 0,1 1 0,0-1 0,0 1 0,1 0 0,0-1 0,1 1 0,1 0 0,-1 0 0,2 0 0,-1 0 0,2-1 0,2 13 0,-2-15 0,2 0 0,-1 0 0,1 0 0,0-1 0,0 1 0,1-1 0,0 0 0,1 0 0,-1-1 0,1 1 0,1-1 0,-1-1 0,1 1 0,0-1 0,0 0 0,1-1 0,-1 0 0,1 0 0,0 0 0,16 4 0,-5-2 0,1-1 0,0-1 0,0-1 0,0 0 0,0-2 0,0 0 0,40-5 0,-27-1 0,0-2 0,-1-1 0,0-1 0,57-25 0,-41 11 0,-2-3 0,58-39 0,-100 62 0,17-9 0,-20 12 0,0 0 0,-1 0 0,1 1 0,0-1 0,-1 0 0,1 0 0,-1 0 0,1 1 0,0-1 0,-1 0 0,1 1 0,-1-1 0,1 0 0,-1 1 0,1-1 0,-1 1 0,1-1 0,-1 1 0,1-1 0,-1 1 0,0-1 0,1 1 0,-1 0 0,0-1 0,1 1 0,-1-1 0,0 1 0,0 0 0,0-1 0,1 1 0,-1 0 0,0-1 0,0 1 0,0 0 0,0 0 0,2 16 0,-1-1 0,-1 1 0,0 0 0,-1-1 0,-3 18 0,3-29 0,-61 330 12,-30 1-165,-124 343-606,-62-22 812,127-395-53,125-224 0,-1-2 0,-2-1 0,-1-2 0,-55 48 0,73-71 8,-1-1-1,0 0 1,0-1-1,-1 0 1,0-1-1,-1-1 1,0 0 0,0-1-1,-20 5 1,28-9 24,0 0 0,0 0 0,0-1 0,1 1 0,-1-1 1,0-1-1,0 1 0,0-1 0,1-1 0,-1 1 0,0-1 0,1 0 1,-1-1-1,1 1 0,0-1 0,0-1 0,0 1 0,0-1 0,1 0 1,-1 0-1,1-1 0,0 1 0,-7-10 0,6 5-32,1 0 0,0 0 0,0 0 0,1 0 0,0-1 0,1 0 0,0 0 0,1 0 0,0 0 0,0 0 0,1-1 0,1 1 0,0 0 0,0 0 0,1-1 0,3-17 0,3-9 0,2 1 0,1 0 0,21-49 0,3 10-77,3 2 0,3 1 0,3 2-1,87-106 1,-18 45-116,154-139 0,185-107 193,-339 297 0,3 6 0,155-75 0,-229 129 0,1 2 0,1 2 0,0 2 0,1 1 0,57-8 0,-84 20 0,-1-1 0,0 2 0,1 0 0,-1 1 0,0 1 0,0 0 0,30 9 0,-36-8 0,0 1 0,0 1 0,-1-1 0,1 2 0,-1-1 0,0 1 0,-1 1 0,0-1 0,0 1 0,0 1 0,-1 0 0,0 0 0,7 11 0,-4-4 27,-2 1 1,0 0 0,-1 1-1,-1 0 1,0 0-1,-1 0 1,-1 1 0,-1-1-1,0 1 1,-1 0-1,-1 0 1,-1 0-1,-3 29 1,-1-16 27,-1 1 0,-1-1 1,-2 0-1,-1 0 0,-1-1 0,-27 54 0,34-77-55,-19 31 0,21-36 0,0 0 0,-1 0 0,1 0 0,-1 0 0,1 0 0,-1 0 0,0 0 0,0 0 0,0-1 0,0 1 0,0-1 0,-3 2 0,4-3 0,1 0 0,0 0 0,-1 0 0,1 0 0,0 0 0,0 0 0,-1 0 0,1 0 0,0 0 0,0-1 0,-1 1 0,1 0 0,0 0 0,0 0 0,-1 0 0,1 0 0,0-1 0,0 1 0,-1 0 0,1 0 0,0 0 0,0-1 0,0 1 0,0 0 0,-1 0 0,1-1 0,0 1 0,0 0 0,0 0 0,0-1 0,0 1 0,0 0 0,0 0 0,0-1 0,0 1 0,0 0 0,0 0 0,0-1 0,0 1 0,0 0 0,0-1 0,-1-9 0,2 0 0,-1 0 0,1 0 0,0 1 0,1-1 0,0 0 0,4-10 0,-4 15 0,16-55 0,2 0 0,4 2 0,46-86 0,-26 68 0,106-138 0,-113 169 0,1 2 0,79-69 0,-100 98 0,1 1 0,0 0 0,0 1 0,1 2 0,1-1 0,0 2 0,0 1 0,1 0 0,0 2 0,32-7 0,-41 12 0,1 0 0,-1 0 0,1 2 0,-1-1 0,1 2 0,-1-1 0,1 2 0,-1 0 0,0 0 0,0 1 0,12 6 0,-7-2 0,-1 1 0,-1 1 0,0 0 0,0 1 0,-1 1 0,24 25 0,-9-2 0,-2 1 0,-1 1 0,-2 2 0,-2 0 0,23 54 0,-30-59 0,15 49 0,-30-82 0,0 0 0,0-1 0,0 1 0,0-1 0,1 1 0,-1-1 0,0 1 0,0 0 0,0-1 0,1 1 0,-1-1 0,0 1 0,1-1 0,-1 1 0,1-1 0,-1 0 0,0 1 0,1-1 0,-1 1 0,1-1 0,-1 0 0,1 1 0,-1-1 0,1 0 0,-1 0 0,1 1 0,0-1 0,-1 0 0,1 0 0,-1 0 0,1 0 0,0 0 0,-1 0 0,1 0 0,-1 0 0,1 0 0,0 0 0,-1 0 0,1 0 0,-1 0 0,1 0 0,0-1 0,26-16 0,-21 12 0,173-157 0,-74 63 0,-95 90 0,0 0 0,0 0 0,1 2 0,1-1 0,22-11 0,-31 18 0,1 0 0,-1 0 0,1 0 0,-1 0 0,1 0 0,-1 1 0,1-1 0,0 1 0,-1 0 0,1 0 0,-1 0 0,1 1 0,0-1 0,-1 1 0,1 0 0,-1 0 0,1 0 0,-1 0 0,0 1 0,1-1 0,-1 1 0,0 0 0,0 0 0,0 0 0,0 1 0,3 3 0,3 4 0,0 0 0,-1 1 0,-1 0 0,1 1 0,-2-1 0,0 1 0,0 0 0,4 17 0,27 106 0,-35-124 0,16 87 0,-12-57 0,20 69 0,-25-106 0,0 0 0,1 0 0,-1-1 0,1 1 0,0-1 0,0 1 0,0-1 0,1 0 0,-1 0 0,1 0 0,0 0 0,0 0 0,0-1 0,0 1 0,0-1 0,6 3 0,-4-3 0,0 0 0,0 0 0,1 0 0,-1-1 0,1 0 0,0 0 0,-1-1 0,1 1 0,-1-1 0,9-1 0,6-2 0,-1-1 0,1 0 0,-1-2 0,0 0 0,27-13 0,2-6 0,-1-1 0,-2-3 0,0-1 0,-2-3 0,-2-1 0,-1-2 0,-1-2 0,-2-1 0,-2-2 0,34-53 0,-41 47 0,-28 47 0,-1 0 0,1 0 0,0 0 0,0 0 0,0 0 0,0 0 0,0 0 0,0 0 0,0 0 0,0 0 0,-1 0 0,1 0 0,0 0 0,0 0 0,0 0 0,0 0 0,0 0 0,0 0 0,0 0 0,0 0 0,0 0 0,0 0 0,-1 0 0,1 0 0,0-1 0,0 1 0,0 0 0,0 0 0,0 0 0,0 0 0,0 0 0,0 0 0,0 0 0,0 0 0,0 0 0,0-1 0,0 1 0,0 0 0,0 0 0,0 0 0,0 0 0,0 0 0,0 0 0,0 0 0,0 0 0,0 0 0,0-1 0,0 1 0,0 0 0,0 0 0,0 0 0,0 0 0,0 0 0,0 0 0,0 0 0,0 0 0,0 0 0,0 0 0,1-1 0,-1 1 0,0 0 0,0 0 0,0 0 0,0 0 0,0 0 0,0 0 0,0 0 0,-10 7 0,-13 15 0,-1 10 0,2 0 0,1 1 0,2 2 0,1 0 0,2 0 0,1 2 0,2 0 0,1 1 0,2 0 0,-5 45 0,13-72 0,1 0 0,1 0 0,0 0 0,0 0 0,1 0 0,0 0 0,1 0 0,1 0 0,3 13 0,-3-18 0,0 0 0,0 0 0,0 0 0,1 0 0,0-1 0,0 1 0,0-1 0,1 0 0,0 0 0,0 0 0,0-1 0,0 0 0,1 0 0,0 0 0,-1-1 0,8 4 0,2-1 0,0-1 0,1 0 0,0-1 0,0-1 0,0 0 0,1-1 0,-1-1 0,1-1 0,-1 0 0,0-1 0,1-1 0,-1 0 0,0-1 0,0-1 0,0 0 0,20-9 0,-16 5 0,-1-1 0,1 0 0,-2-2 0,1 0 0,-2-1 0,1 0 0,-2-2 0,1 0 0,-2-1 0,0 0 0,-1-2 0,13-19 0,-20 27 0,-2-1 0,1 0 0,-2-1 0,1 1 0,-1-1 0,-1 0 0,0 0 0,0 0 0,-1-1 0,-1 1 0,0 0 0,0-1 0,-1 1 0,-1-1 0,0 1 0,0-1 0,-4-14 0,-1 9 0,0 0 0,0 0 0,-2 0 0,0 1 0,-1 0 0,-1 0 0,0 1 0,-1 0 0,-1 1 0,-13-14 0,4 8 0,-45-36 0,57 50 0,1 0 0,-1 1 0,0 0 0,0 0 0,-1 1 0,0 0 0,1 0 0,-1 1 0,-11-1 0,85-18 0,44-11 0,378-97 0,-456 125 0,1 1 0,-1 1 0,1 2 0,0 1 0,59 7 0,-77-5 0,0 1 0,-1 0 0,1 1 0,-1 0 0,1 1 0,-1 1 0,-1 0 0,1 0 0,-1 1 0,0 1 0,-1 0 0,1 0 0,-2 1 0,1 0 0,-1 1 0,10 15 0,-5-4 0,-2 2 0,0 0 0,-2 0 0,-1 1 0,0 0 0,-2 1 0,-1 0 0,-1 0 0,-1 0 0,-1 0 0,0 30 0,-3 13 0,-3-1 0,-24 134 0,2-95-1365,20-90-5461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1 0,1 3 0,0 9 0,1 10 0,3 7 0,0-1-8191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1087 842 24575,'0'0'0,"5"3"0,-108-52 0,45 20 0,-117-41 0,154 64 0,0 1 0,0 1 0,0 1 0,-1 0 0,1 2 0,-1 0 0,1 2 0,-1 0 0,-39 8 0,39-3 0,0 0 0,1 2 0,0 0 0,0 2 0,1 0 0,0 1 0,-36 27 0,33-18 0,0 0 0,0 2 0,2 0 0,1 2 0,-25 37 0,25-29 0,1 1 0,1 1 0,2 0 0,2 1 0,1 0 0,2 2 0,1-1 0,2 1 0,1 0 0,-1 42 0,7-59 0,1-1 0,1 1 0,1-1 0,1 1 0,0-1 0,1 0 0,11 30 0,-10-39 0,-1 0 0,1 1 0,1-2 0,0 1 0,0-1 0,1 0 0,0 0 0,0-1 0,1 0 0,0 0 0,1-1 0,0 0 0,0 0 0,16 8 0,-10-8 0,0-1 0,0-1 0,1 0 0,0-1 0,0-1 0,0 0 0,1-1 0,-1-1 0,1 0 0,-1-2 0,0 0 0,1 0 0,-1-2 0,0 0 0,21-7 0,-2-1 0,-1-1 0,0-2 0,-1-1 0,-1-2 0,58-41 0,-42 21 0,-2-2 0,-2-3 0,-2-1 0,-1-2 0,-3-1 0,-2-3 0,-1-1 0,-3-1 0,-3-1 0,-1-2 0,23-65 0,-25 47 0,-3-1 0,-3 0 0,-4-2 0,-2 0 0,-4-1 0,-3 0 0,-4 0 0,-8-109 0,3 160 0,1 5 0,-1 0 0,0-1 0,-2 1 0,0 1 0,-1-1 0,-8-20 0,12 40 0,0 1 0,1-1 0,-1 0 0,0 0 0,1 1 0,-1-1 0,1 0 0,-1 1 0,1-1 0,-1 0 0,1 1 0,-1-1 0,1 1 0,-1-1 0,1 1 0,-1-1 0,1 1 0,0-1 0,-1 1 0,1 0 0,0-1 0,0 1 0,-1-1 0,1 1 0,0 0 0,0 0 0,-12 24 0,-3 15 0,3 0 0,1 1 0,2 1 0,-3 46 0,5-13 0,6 110 0,5-121 0,3 0 0,3-1 0,2 1 0,3-2 0,3 0 0,3-1 0,43 91 0,-43-112 0,2-1 0,1-1 0,2-1 0,56 61 0,-58-74 0,1-1 0,1-2 0,0 0 0,2-2 0,0 0 0,1-3 0,34 16 0,-40-23-97,1-1-1,-1-1 1,1-2-1,1 0 1,-1-1-1,1-1 1,-1-1-1,1-2 1,0 0-1,-1-2 1,1 0-1,-1-2 0,44-12 1,43-22-6729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3677 24575,'19'-2'0,"-8"2"0,332-23 0,518-52 0,-742 56 0,-2-5 0,0-5 0,-2-5 0,189-83 0,-218 74 0,-1-2 0,-2-5 0,-3-3 0,-2-3 0,-2-4 0,91-94 0,-94 74 0,-3-3 0,-4-3 0,-4-3 0,-4-2 0,-4-3 0,-4-2 0,57-156 0,-62 123 0,-7-1 0,-5-2 0,-7-2 0,-5 0 0,7-215 0,-27 263 0,-3 0 0,-4 0 0,-20-106 0,16 151 0,-1 0 0,-2 1 0,-24-53 0,24 68 0,0-1 0,-2 2 0,-1 0 0,-1 1 0,-35-37 0,34 44 0,0 0 0,-1 1 0,-1 1 0,0 1 0,-1 1 0,-1 1 0,0 1 0,0 0 0,-1 2 0,0 1 0,0 0 0,-26-2 0,-14 0 0,-1 3 0,0 2 0,-92 8 0,-10 10-480,0 6 0,-263 69-1,245-36 402,2 7-1,-182 89 1,239-89-25,3 6-1,3 4 1,-167 131 0,223-150 74,3 2 1,2 3-1,3 3 0,2 2 0,3 2 1,3 2-1,-57 104 0,79-116 104,2 0 0,2 1-1,3 1 1,2 1 0,3 1-1,2 0 1,3 0 0,2 1-1,3 0 1,8 108 0,3-93 16,3-1 0,3 0 0,3-1 0,4-1 0,2-1 0,4 0 0,2-2 0,46 76 0,-49-100-89,3-1-1,1-1 1,2-1-1,2-2 1,1-1-1,78 61 1,-63-62-4,1-2 0,1-3 0,2-2 1,1-3-1,84 29 0,-34-23-213,1-5-1,0-5 1,2-4-1,0-5 1,140-1-1,-40-17-5949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6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3468 378 24575,'-7'0'0,"1"-1"0,0 0 0,-1-1 0,1 1 0,0-1 0,-7-3 0,-12-4 0,-313-98 0,-132-38 0,342 113 0,-230-28 0,260 51-73,-1 5 0,0 4 0,-164 22 0,197-11 32,0 2-1,2 4 0,0 2 1,0 3-1,2 3 0,-82 45 1,79-30 41,2 3 0,2 3 0,1 2 0,3 2 0,2 3 0,3 3 0,-65 87 0,50-47 0,3 2 0,6 3 0,3 2 0,-46 129 0,72-160 0,4 2 0,4 1 0,2 1 0,4 1 0,-6 82 0,18-121 0,2-1 0,2 0 0,1 0 0,2 0 0,2 0 0,1-1 0,2 0 0,1 0 0,2-1 0,1 0 0,2-1 0,33 54 0,-27-56 0,2-2 0,1-1 0,1 0 0,1-2 0,2-1 0,47 34 0,-32-30 0,2-2 0,1-2 0,2-3 0,55 21 0,-3-11 0,2-5 0,1-4 0,1-4 0,122 6 0,-65-14 0,-1-7 0,1-7 0,0-7 0,246-46 0,-295 31 0,-1-5 0,-1-4 0,-1-6 0,-3-4 0,-1-5 0,-3-4 0,110-76 0,-135 74 0,-3-3 0,-2-4 0,91-100 0,-113 104 0,-2-2 0,-3-3 0,-3-1 0,58-117 0,-82 140 6,-1-1 0,-3-1 1,-1-1-1,-2 0 0,-2 0 1,-1-1-1,-3 0 0,0-65 1,-7 61-43,-2 0 0,-2 0 1,-2 0-1,-2 1 0,-3 0 0,-1 0 1,-32-68-1,24 68-78,-2 1-1,-2 1 1,-1 2 0,-3 0-1,-2 2 1,-1 2 0,-2 0-1,-1 3 1,-76-59 0,59 60-146,-2 2 0,-1 3 0,-69-28 0,-171-46-4936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1059 701 24575,'-10'2'0,"1"0"0,0 1 0,0 1 0,-15 7 0,1-1 0,-60 27 0,2 4 0,1 3 0,2 4 0,3 3 0,2 3 0,-72 69 0,106-83 0,1 1 0,2 2 0,2 1 0,-43 75 0,55-79 0,2 1 0,2 0 0,2 2 0,2 0 0,1 0 0,-7 55 0,14-49 1,2 0 0,2 0 1,2 0-1,2 1 0,3-1 0,1-1 0,3 1 0,2-1 0,2-1 0,34 83 0,-26-84-14,1-1-1,3 0 0,1-2 0,3-1 1,1-1-1,2-2 0,1-1 0,3-2 1,0-1-1,61 44 0,-47-46-42,0-2 0,3-2 0,0-3 0,1-2 0,2-2-1,0-3 1,1-2 0,1-3 0,0-3 0,1-2 0,100 3 0,-81-12-82,0-4 0,-1-3 0,1-3 0,-1-4 0,-1-3 0,-1-3 1,0-4-1,104-49 0,-56 11 85,-3-6 0,-2-5 0,-4-5 0,173-155 0,-79 37 63,223-274 1,-416 453-8,62-75-61,67-102 0,-125 165 50,-1-1 1,-1-1 0,-2-1 0,-1 0 0,-2-1 0,-1 0 0,-1-1-1,5-39 1,-13 53 45,0 1 1,-2-1-1,0 0 0,-2 1 0,0-1 0,-1 0 0,-1 1 1,-1 0-1,0 0 0,-2 0 0,0 1 0,-16-30 0,2 14 7,-2 0 0,-1 1 0,-1 1 0,-2 2 0,-39-35 0,10 14-98,-3 3 1,-84-52-1,46 42-78,-3 3 0,-2 6 0,-2 3-1,-2 6 1,-129-33 0,-199-4-792,25 42-3691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1691 24575,'0'0'0,"5"18"0,34 94 0,86 290 0,-113-348 0,-7-27 0,1-1 0,18 49 0,-23-74 0,0 1 0,0 0 0,1 0 0,-1-1 0,0 1 0,0-1 0,1 1 0,-1-1 0,1 1 0,0-1 0,-1 0 0,1 0 0,0 0 0,0 0 0,0 0 0,-1 0 0,1-1 0,0 1 0,0 0 0,0-1 0,0 0 0,0 1 0,0-1 0,1 0 0,-1 0 0,0 0 0,4-1 0,5 0 0,1-1 0,-1-1 0,20-7 0,-31 10 0,51-19 0,-1-2 0,-1-3 0,50-33 0,136-101 0,397-349 0,-32-46 0,-312 283 0,-230 216 0,369-331 0,-294 275 0,193-120 0,-320 225 0,1 1 0,0 1 0,0-1 0,0 1 0,12-3 0,-17 7 0,0 1 0,0 0 0,0 0 0,0-1 0,0 1 0,0 1 0,-1-1 0,1 0 0,-1 0 0,0 1 0,0-1 0,1 0 0,-1 4 0,0-1-116,3 11 362,-4-16-271,0 0 1,0 0-1,0 0 1,1 0-1,-1 0 1,0 0-1,0-1 1,0 1-1,0 0 1,0 0-1,0 0 1,0 0-1,1 0 1,-1 0-1,0 0 1,0 0-1,0 0 1,0 0-1,0 0 1,0 0-1,0 0 1,1 0-1,-1 0 1,0 0-1,0 0 1,0 0-1,0 0 1,0 0-1,0 0 1,1 0-1,-1 0 1,0 0-1,0 1 1,0-1-1,0 0 1,0 0-1,0 0 1,0 0-1,0 0 1,0 0-1,1 0 1,-1 0-1,0 0 1,0 0-1,0 1 1,0-1-1,0 0 1,0 0-1,0 0 1,0 0-1,0 0 1,0 0-1,0 1 1,0-1-1,0 0 1,0 0-1,0 0 1,0 0-1,0 0 0,0 0 1,2-6-6802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24575,'0'0'0,"-1"1"0,-1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3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0,12 8 0,-8-8 0,0 1 0,0 1 0,0-1 0,0 0 0,-1 1 0,1 0 0,0 0 0,-1 0 0,1 0 0,-1 1 0,0-1 0,0 1 0,0 0 0,0 0 0,3 3 0,1 2 0,-7-8 0,61 5 0,-61-5 0,0 0 0,0 0 0,0 0 0,0 0 0,0 0 0,0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80 322 24575,'2'16'0,"14"187"0,-17 338 0,-81 200 0,79-733 0,0-22 0,-2-29 0,2-374 0,32-3 0,-26 384 0,6-87 0,47-397 0,-56 519 0,0 1 0,0 0 0,0 0 0,0-1 0,0 1 0,0 0 0,0 0 0,0-1 0,0 1 0,1 0 0,-1 0 0,0-1 0,0 1 0,0 0 0,0 0 0,0 0 0,1-1 0,-1 1 0,0 0 0,0 0 0,0 0 0,1 0 0,-1-1 0,0 1 0,0 0 0,1 0 0,-1 0 0,0 0 0,0 0 0,1 0 0,-1 0 0,0 0 0,0 0 0,1 0 0,-1 0 0,0 0 0,1 0 0,-1 0 0,0 0 0,0 0 0,1 0 0,-1 0 0,0 0 0,0 0 0,1 0 0,-1 0 0,0 1 0,0-1 0,1 0 0,18 15 0,28 36 0,-35-37 0,382 486 0,-198-240 0,-185-246 0,4 7 0,2-1 0,0 0 0,1-1 0,32 25 0,-46-40 0,0-1 0,1 0 0,0 0 0,-1 0 0,1-1 0,0 1 0,1-1 0,-1-1 0,0 1 0,1-1 0,-1 0 0,0 0 0,1 0 0,-1-1 0,1 1 0,-1-2 0,1 1 0,0 0 0,-1-1 0,0 0 0,1-1 0,-1 1 0,0-1 0,1 0 0,-1 0 0,0 0 0,8-6 0,0-2 0,1-1 0,-1 0 0,-1 0 0,0-1 0,0-1 0,18-27 0,49-96 0,-22 17 0,78-233 0,2-141 0,-135 485 0,3-12 0,-5 20 0,0 0 0,0-1 0,0 1 0,0 0 0,0 0 0,0 0 0,1-1 0,-1 1 0,0 0 0,0 0 0,0 0 0,0 0 0,1-1 0,-1 1 0,0 0 0,0 0 0,0 0 0,1 0 0,-1 0 0,0 0 0,0-1 0,1 1 0,-1 0 0,0 0 0,0 0 0,1 0 0,-1 0 0,0 0 0,0 0 0,1 0 0,-1 0 0,0 0 0,0 0 0,1 0 0,-1 0 0,0 1 0,0-1 0,0 0 0,1 0 0,-1 0 0,0 0 0,0 0 0,1 0 0,-1 1 0,0-1 0,0 0 0,0 0 0,0 0 0,1 0 0,-1 1 0,0-1 0,0 0 0,0 0 0,0 0 0,0 1 0,0-1 0,0 0 0,1 0 0,-1 1 0,0-1 0,0 0 0,9 15 0,-1-1 0,0 1 0,-1 0 0,-1 1 0,6 21 0,17 89 0,-24-106 0,18 111 0,9 197 0,-23 137 0,-5-90 0,-4-370-18,15 196 158,-12-177-352,2 0-1,0-1 1,2 0-1,0 0 1,1 0-1,15 27 1,-10-28-6614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1883 1 24575,'-9'1'0,"1"0"0,0 0 0,0-1 0,-14 0 0,-13 0 0,-91 8 0,-1 7 0,1 5 0,-132 39 0,171-34 0,1 5 0,1 3 0,1 4 0,3 4 0,-85 56 0,119-65 0,2 3 0,1 1 0,2 2 0,2 2 0,1 2 0,2 1 0,2 2 0,3 1 0,-41 74 0,51-75 0,2 0 0,1 1 0,3 1 0,2 0 0,2 1 0,1 0 0,4 1 0,1 0 0,2 1 0,3-1 0,5 56 0,-1-69 0,2 0 0,2 0 0,1-1 0,2 0 0,1 0 0,1-1 0,3 0 0,0-2 0,22 33 0,-24-44 0,2-1 0,0-1 0,1 0 0,1-1 0,1-1 0,1 0 0,0-1 0,1-2 0,0 0 0,1-1 0,1-1 0,0-1 0,1 0 0,25 6 0,-11-6 0,0-3 0,1-1 0,0-2 0,1-1 0,-1-2 0,1-2 0,-1-1 0,1-3 0,-1 0 0,0-3 0,-1-1 0,1-2 0,-2-1 0,69-31 0,-96 37 0,0 0 0,0 0 0,0 0 0,0-1 0,14-14 0,-23 20-23,0 0 0,0 0 0,1 0 0,-1 0 0,0-1-1,0 1 1,1 0 0,-1 0 0,0-1 0,0 1 0,0 0 0,1 0-1,-1-1 1,0 1 0,0 0 0,0 0 0,0-1 0,0 1 0,0 0-1,0 0 1,1-1 0,-1 1 0,0 0 0,0-1 0,0 1 0,0 0-1,0-1 1,0 1 0,0 0 0,-1 0 0,1-1 0,0 1 0,0 0-1,0-1 1,0 1 0,0 0 0,0 0 0,0-1 0,-1 1 0,1 0 0,0 0-1,0-1 1,0 1 0,-1 0 0,1 0 0,0 0 0,0-1 0,-1 1-1,1 0 1,0 0 0,0 0 0,-1 0 0,1 0 0,0-1 0,0 1-1,-1 0 1,1 0 0,-1 0 0,-11-5-6803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358 125 24575,'-7'24'0,"-130"536"0,57-213 0,73-319 0,-113 440 0,114-450 0,9-38 0,98-326 0,29 1 0,-93 251 0,36-91 0,140-386 0,-213 571 0,0 0 0,0-1 0,0 1 0,0 0 0,0-1 0,0 1 0,0 0 0,0-1 0,0 1 0,0 0 0,0-1 0,0 1 0,0 0 0,1-1 0,-1 1 0,0 0 0,0 0 0,0-1 0,0 1 0,1 0 0,-1 0 0,0-1 0,0 1 0,1 0 0,-1 0 0,0-1 0,0 1 0,1 0 0,-1 0 0,0 0 0,1 0 0,-1 0 0,0 0 0,1-1 0,-1 1 0,0 0 0,1 0 0,-1 0 0,0 0 0,1 0 0,-1 0 0,0 0 0,1 0 0,-1 0 0,0 1 0,1-1 0,-1 0 0,0 0 0,1 0 0,-1 0 0,0 0 0,0 1 0,1-1 0,-1 0 0,0 0 0,1 1 0,13 19 0,-11-16 0,38 73 0,-3 2 0,31 97 0,-54-136 0,50 141 0,17 46 0,-58-167 0,54 93 0,-70-140 0,1 0 0,0 0 0,0-1 0,1 0 0,1-1 0,0 0 0,22 17 0,-27-24 0,-1 0 0,1-1 0,0 0 0,1 0 0,-1-1 0,0 1 0,1-1 0,-1-1 0,1 1 0,0-1 0,-1-1 0,1 1 0,0-1 0,0 0 0,-1 0 0,1-1 0,0 0 0,-1 0 0,1-1 0,6-2 0,-1 0 0,0-1 0,0-1 0,-1 0 0,0 0 0,0-1 0,-1-1 0,0 0 0,12-12 0,-6 4 0,-1-1 0,-1-1 0,-1 0 0,13-24 0,-1-5 0,-3-2 0,-2 0 0,16-60 0,-5-6 0,-4 0 0,-6-2 0,11-236 0,-31 342 0,1 16 0,3 23 0,32 544 0,-46 4 0,-7-300-1365,10-232-5461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24575,'0'16'0,"2"0"0,0 0 0,6 21 0,2 14 0,22 230 0,-12 2 0,-12 0 0,-39 389 0,19-550 0,-9 150 0,21-271 0,0 0 0,0 0 0,0 1 0,0-1 0,1 0 0,-1 1 0,0-1 0,1 0 0,-1 0 0,0 0 0,1 1 0,0-1 0,-1 0 0,1 0 0,0 0 0,-1 0 0,1 0 0,0 0 0,0 0 0,0 0 0,0 0 0,0 0 0,0-1 0,0 1 0,2 0 0,32 9 0,-24-8 0,61 10 0,1-3 0,115-2 0,150-22 0,-317 14 0,21-2-86,87-8-1193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1450 203 24575,'-9'-15'0,"-8"-1"0,-1 0 0,0 1 0,-1 1 0,0 1 0,-1 0 0,-1 2 0,-43-18 0,28 16 0,0 1 0,-1 2 0,0 1 0,-46-3 0,48 9 0,1 1 0,-1 2 0,0 2 0,1 1 0,-1 2 0,1 1 0,0 1 0,1 3 0,0 0 0,0 2 0,-58 31 0,55-22 0,2 1 0,0 2 0,2 1 0,0 1 0,2 2 0,1 1 0,2 2 0,0 0 0,-40 65 0,37-44 0,3 1 0,1 2 0,3 0 0,3 1 0,2 2 0,2 0 0,-15 118 0,25-112 0,2 0 0,4 0 0,2 0 0,3 0 0,2-1 0,4 0 0,24 85 0,-24-113 0,1-1 0,2 0 0,2-1 0,0-1 0,2 0 0,2-1 0,38 46 0,-42-58 0,2-1 0,0-1 0,1-1 0,1-1 0,0 0 0,1-1 0,1-1 0,0-2 0,1 0 0,0-1 0,47 13 0,-24-13 0,0-3 0,1-1 0,0-3 0,0-1 0,0-3 0,78-10 0,4-11 0,141-42 0,-259 61 0,277-86 0,-287 89-13,-1 0-28,0 0 0,1 0 0,-1 0 0,0 0 0,1-1 0,-1 1 0,0 0 0,1 0 0,-1 0 0,0 0 0,1 0 0,-1-1 0,0 1 0,1 0 0,-1 0 1,0 0-1,0-1 0,1 1 0,-1 0 0,0-1 0,0 1 0,1 0 0,-1 0 0,0-1 0,0 1 0,0 0 0,0-1 0,0 1 0,0-1 0,1 1 0,-1 0 0,0-1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0 442 24575,'15'5'0,"-4"-1"0,32 8 0,1-3 0,1-2 0,58 3 0,138-8 0,-223-2 0,692-45 0,-70 2 0,-545 40 0,0 3 0,132 18 0,-225-18 0,-1 1 0,1-1 0,-1 1 0,1-1 0,-1 0 0,1 0 0,0 0 0,-1 1 0,1-2 0,-1 1 0,1 0 0,0 0 0,-1 0 0,1-1 0,-1 1 0,3-2 0,-3 1 0,-1-1 0,0 0 0,1 0 0,-1 0 0,0 0 0,0 1 0,0-1 0,0 0 0,0 0 0,-1 0 0,1 0 0,0 0 0,-2-2 0,1-2 0,-6-28 0,-1 1 0,-2 0 0,-2 0 0,-19-40 0,19 50 0,-1 0 0,-1 0 0,-1 1 0,0 1 0,-2 0 0,-24-23 0,45 47 0,0-1 0,0 1 0,0-1 0,1 0 0,-1 0 0,6 1 0,13 6 0,40 22 0,-3 3 0,0 2 0,69 56 0,-100-68 0,0 1 0,-2 1 0,0 2 0,-2 0 0,-2 2 0,0 0 0,30 58 0,-47-76 0,0-1 0,-2 1 0,1 0 0,-1 0 0,-1 1 0,-1-1 0,1 1 0,-2-1 0,0 1 0,-1 25 0,-1-29 0,-1 1 0,0 0 0,-1 0 0,0-1 0,0 1 0,-1-1 0,0 0 0,-1 0 0,0-1 0,0 1 0,-1-1 0,0 0 0,0 0 0,-14 11 0,-11 8 0,-1-1 0,-2-2 0,0-1 0,-49 23 0,-158 64 0,232-106 0,-562 204 0,-8 4 0,548-197 120,20-9-321,11-6 180,1 0 0,-1 0 0,0 0 0,0 0 0,0 0 0,0 0 0,0 0 0,0 0 0,0 0-1,0 0 1,0 0 0,0 0 0,1 0 0,-1 0 0,0 0 0,0 0 0,0 0 0,0 0 0,0 0 0,0 0 0,0 0 0,0 0 0,0 0 0,0 0 0,1 0 0,-1 0 0,0 0 0,0 0 0,0 0-1,0 1 1,0-1 0,0 0 0,0 0 0,0 0 0,0 0 0,0 0 0,0 0 0,0 0 0,0 0 0,0 0 0,0 0 0,0 0 0,0 0 0,0 1 0,0-1 0,0 0 0,1 0 0,-1 0 0,0 0-1,0 0 1,0 0 0,0 0 0,-1 0 0,1 0 0,0 1 0,0-1 0,0 0 0,0 0 0,0 0 0,0 0 0,18-2-6805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1512 124 24575,'-24'-20'0,"4"7"0,0 0 0,-1 1 0,0 1 0,-1 1 0,0 1 0,0 1 0,-1 1 0,0 1 0,-1 1 0,1 1 0,-1 1 0,-45 1 0,15 3 0,0 3 0,-1 2 0,2 2 0,-86 25 0,103-22 0,0 1 0,0 1 0,1 3 0,1 1 0,0 1 0,1 2 0,-45 36 0,60-42 0,1 2 0,1 0 0,1 1 0,0 1 0,1 0 0,1 1 0,1 0 0,0 1 0,2 0 0,0 1 0,2 0 0,0 1 0,-9 40 0,12-33 0,1 1 0,2-1 0,1 1 0,1-1 0,2 1 0,5 31 0,0-20 0,3-1 0,1 0 0,30 70 0,-10-45 0,3-2 0,2-1 0,4-2 0,80 95 0,-42-70 0,4-2 0,112 85 0,198 124 0,-250-191 0,-115-82 0,0 0 0,0 1 0,36 36 0,-57-51 0,-1 0 0,0 1 0,0 0 0,-1 0 0,0 1 0,0-1 0,0 1 0,-1 0 0,0 0 0,0 0 0,0 0 0,-1 1 0,0-1 0,-1 1 0,0-1 0,1 13 0,-3-9 0,-1-1 0,0 0 0,0 0 0,-1 0 0,0 0 0,-1 0 0,0-1 0,-11 18 0,0-2 0,-2-2 0,-23 27 0,-14 8 0,-2-4 0,-2-1 0,-3-4 0,-2-1 0,-76 42 0,17-21 0,-3-6 0,-136 50 0,-13-24 0,228-78 0,-1-2 0,0-2 0,0-2 0,-50-1 0,95-4-25,-7 0 49,-1 0 1,1-1 0,0 0 0,0 0-1,-17-6 1,24 7-69,0-1 1,1 0-1,-1 0 0,0 0 0,1 0 1,-1 0-1,1 0 0,-1-1 0,1 1 1,0 0-1,-1-1 0,1 1 0,0-1 0,0 0 1,0 1-1,0-1 0,0 0 0,1 1 1,-1-1-1,0 0 0,1 0 0,-1 0 0,1 0 1,0 0-1,0 0 0,-1 1 0,1-1 1,0 0-1,1 0 0,-1 0 0,0 0 0,1 0 1,0-3-1,3-13-6782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1347 1 24575,'-2'21'0,"-9"26"0,-1 0 0,-2-1 0,-2 0 0,-3-1 0,-1-1 0,-2-1 0,-38 57 0,-23 16 0,-116 128 0,-8-13 0,-151 183 0,294-331 0,4 2 0,3 4 0,-52 111 0,78-125-1365,28-65-5461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1043 24575,'0'1'0,"0"-1"0,-1 1 0,1 0 0,0-1 0,0 1 0,-1-1 0,1 1 0,0-1 0,-1 1 0,1-1 0,-1 1 0,1-1 0,0 1 0,-1-1 0,1 1 0,-1-1 0,1 0 0,-1 1 0,0-1 0,1 0 0,-1 1 0,1-1 0,-1 0 0,0 0 0,1 0 0,-1 0 0,1 1 0,-1-1 0,0 0 0,1 0 0,-1 0 0,0 0 0,1 0 0,-1-1 0,0 1 0,1 0 0,-1 0 0,1 0 0,-1 0 0,0-1 0,0 1 0,-33-10 0,31 8 0,-46-18 0,-60-34 0,73 34 0,0 2 0,-1 1 0,-63-19 0,86 33 0,-1 0 0,1 1 0,0 1 0,-1 0 0,1 1 0,-1 1 0,1 0 0,0 1 0,0 0 0,0 1 0,0 1 0,0 0 0,0 1 0,1 0 0,0 1 0,0 1 0,0 0 0,1 0 0,-21 18 0,18-11 0,0 0 0,0 2 0,1-1 0,1 2 0,1 0 0,1 0 0,0 1 0,1 0 0,1 1 0,0 0 0,2 1 0,0 0 0,-4 23 0,5-10 0,2-1 0,1 1 0,1 0 0,2 0 0,2 0 0,0 0 0,3 0 0,0-1 0,3 0 0,0 0 0,2 0 0,20 43 0,-18-49 0,1-1 0,1 0 0,1-1 0,1 0 0,1-1 0,2-2 0,0 1 0,1-2 0,0-1 0,2 0 0,1-2 0,0 0 0,1-2 0,44 22 0,-36-24 0,1-1 0,0-2 0,1-1 0,0-2 0,0-2 0,41 3 0,-50-7 0,0-1 0,0-1 0,0-1 0,-1-1 0,1-2 0,0 0 0,-1-2 0,0 0 0,29-14 0,-45 17 0,0-1 0,0 0 0,0 0 0,-1 0 0,0-1 0,0 0 0,0-1 0,-1 1 0,0-1 0,0-1 0,-1 1 0,0-1 0,0 0 0,-1 0 0,0 0 0,-1-1 0,1 1 0,-1-1 0,-1 0 0,0 0 0,0 0 0,-1 0 0,0 0 0,-1-16 0,-1 0 0,-1 0 0,-1 0 0,-1 0 0,-2 1 0,0 0 0,-1 0 0,-2 1 0,-12-24 0,-7-11 0,-3 2 0,-63-87 0,67 108 0,-2 1 0,-1 1 0,-1 1 0,-62-46 0,66 60 0,-1 2 0,-1 1 0,-52-20 0,10 5 0,70 29 0,1 1 0,-1 0 0,0 0 0,1 0 0,-1-1 0,0 1 0,1 0 0,-1 0 0,0 0 0,1 0 0,-1 0 0,0 1 0,0-1 0,1 0 0,-1 0 0,0 0 0,1 1 0,-1-1 0,0 0 0,1 0 0,-1 1 0,1-1 0,-1 1 0,1-1 0,-1 1 0,0-1 0,1 1 0,0-1 0,-1 1 0,1-1 0,-1 1 0,1-1 0,0 1 0,-1 0 0,1-1 0,0 1 0,-1 0 0,1-1 0,0 1 0,0 0 0,0 1 0,-6 30 0,6-21 0,0 0 0,1 0 0,1-1 0,-1 1 0,2-1 0,-1 1 0,2-1 0,-1 0 0,1 0 0,1 0 0,0-1 0,0 1 0,1-1 0,0-1 0,0 1 0,1-1 0,0 0 0,1 0 0,14 11 0,-3-4 0,0-1 0,2-1 0,-1-1 0,2 0 0,-1-2 0,2-1 0,41 13 0,-43-17 0,1-1 0,-1 0 0,1-2 0,-1 0 0,1-2 0,0 0 0,-1-1 0,1-2 0,0 0 0,-1-1 0,0-1 0,0-1 0,0-1 0,29-14 0,-26 8 0,-1 0 0,-1-1 0,0-1 0,-1-1 0,-1-2 0,0 0 0,-1 0 0,-1-2 0,-1 0 0,-1-1 0,22-37 0,-13 11 0,-2 0 0,-2-2 0,-3-1 0,-1 0 0,-3-2 0,-2 1 0,10-89 0,-17 72 0,-2-1 0,-4 0 0,-2 0 0,-4 1 0,-21-98 0,24 149 0,4 12 0,0 0 0,-1 0 0,0 0 0,0 0 0,-1 1 0,1-1 0,-1 0 0,0 1 0,0-1 0,-1 1 0,1 0 0,-1 0 0,-4-5 0,7 9 0,0 0 0,0 0 0,-1 0 0,1 0 0,0 0 0,0 0 0,-1 0 0,1 0 0,0 0 0,0 0 0,-1 0 0,1 0 0,0 1 0,0-1 0,0 0 0,-1 0 0,1 0 0,0 0 0,0 0 0,0 0 0,-1 1 0,1-1 0,0 0 0,0 0 0,0 0 0,0 0 0,-1 1 0,1-1 0,0 0 0,0 0 0,0 0 0,0 1 0,0-1 0,0 0 0,0 0 0,0 1 0,0-1 0,0 0 0,0 0 0,-1 1 0,1-1 0,0 0 0,1 0 0,-1 0 0,0 1 0,0-1 0,0 0 0,0 0 0,0 1 0,0-1 0,0 21 0,0-18 0,44 495 0,-26-358 0,5 46-16,90 791-399,-30 2 84,-75-848 368,15 435 561,-23-568-586,-1 0 0,0 0 0,1 0 0,-1 1-1,0-1 1,0 0 0,0 1 0,-1-1 0,1 0 0,0 1 0,-1 0-1,1-1 1,0 1 0,-1 0 0,-2-2 0,-36-24-528,27 19-396,-28-18-5914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 24575,'7'39'0,"1"-8"0,130 1119 0,-91-697 0,-53-485 0,0 1 0,-3 0 0,0 0 0,-2 1 0,-1 0 0,-25-43 0,-1 7 0,-81-106 0,79 122 0,-76-75 0,94 104 0,-2 2 0,0 0 0,-1 1 0,0 1 0,-46-21 0,50 30 0,21 8 0,0 0 0,0 0 0,0 1 0,1-1 0,-1 0 0,0 0 0,0 0 0,0 0 0,0 0 0,0 0 0,0 0 0,0 0 0,0 0 0,0 0 0,0 1 0,0-1 0,0 0 0,0 0 0,0 0 0,0 0 0,0 0 0,0 0 0,-1 0 0,1 0 0,0 0 0,0 0 0,0 1 0,0-1 0,0 0 0,0 0 0,0 0 0,0 0 0,0 0 0,0 0 0,0 0 0,0 0 0,0 0 0,0 0 0,0 0 0,-1 0 0,1 0 0,0 0 0,0 0 0,0 0 0,0 0 0,0 0 0,0 0 0,0 0 0,0 0 0,0 0 0,0 0 0,-1 0 0,1 0 0,0 0 0,0 0 0,0 0 0,0 0 0,0 0 0,0 0 0,0 0 0,0 0 0,3 3 0,1 0 0,0 0 0,0-1 0,0 1 0,0-1 0,6 2 0,33 14 0,0-3 0,1-2 0,65 12 0,141 2 0,-154-24 0,-1-5 0,159-24 0,-248 25 0,0 0 0,0 0 0,0 1 0,-1 0 0,1 0 0,0 0 0,0 1 0,0 0 0,0 0 0,0 0 0,0 1 0,6 3 0,-7-2 0,-1 0 0,1 0 0,-1 0 0,0 1 0,0-1 0,-1 1 0,1 0 0,-1 1 0,1-1 0,-2 1 0,1-1 0,0 1 0,-1 0 0,3 5 0,8 24 0,-2 0 0,0 1 0,8 55 0,5 111 0,-23-194 0,15 312 0,-16-311 0,2 20 0,4-22 0,6-12 0,10-18 0,-1-1 0,-1 0 0,-2-2 0,30-54 0,-30 50 0,25-51 0,-25 46 0,2 1 0,24-34 0,-42 67 0,-1 1 0,1-1 0,-1 0 0,1 0 0,0 1 0,0-1 0,0 0 0,0 1 0,0 0 0,0 0 0,0-1 0,0 1 0,1 0 0,-1 1 0,0-1 0,1 0 0,-1 1 0,0-1 0,1 1 0,-1 0 0,1 0 0,-1 0 0,1 0 0,-1 0 0,0 0 0,1 1 0,-1-1 0,1 1 0,-1 0 0,0 0 0,0-1 0,1 1 0,1 2 0,8 4 0,-1 0 0,0 1 0,-1 0 0,18 18 0,-27-25 0,50 53 0,71 96 0,-15-14 0,-100-128 0,-1 0 0,2-1 0,-1 0 0,1 0 0,0 0 0,0-1 0,1 0 0,0-1 0,0 0 0,1 0 0,-1-1 0,1 0 0,0-1 0,0 0 0,0 0 0,0-1 0,0-1 0,1 0 0,-1 0 0,1-1 0,-1 0 0,14-2 0,23-6 0,59-18 0,-66 14 0,1 3 0,56-7 0,-49 15-273,1 2 0,-1 2 0,0 2 0,86 20 0,-38-1-6553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9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0 384 24575,'7'1'0,"1"0"0,-1 0 0,0 1 0,0 0 0,13 5 0,16 5 0,62 8 0,188 13 0,104-24 0,520-47 0,-330 6 0,-572 32 0,9-2 0,-35-12 0,-77-39 0,-125-49 0,136 67 0,2-4 0,-139-88 0,192 105 0,22 14 0,24 16 0,129 82 0,189 154 0,-230-163 0,-40-33 0,265 217 0,-326-261 0,3 2 0,-1 0 0,1 0 0,-1 1 0,8 11 0,-13-16 0,0 0 0,0-1 0,0 1 0,-1 0 0,1 0 0,0 0 0,-1 0 0,1-1 0,-1 1 0,1 0 0,-1 0 0,0 0 0,0 0 0,0 0 0,0 0 0,0 0 0,-1 0 0,1 0 0,-1 0 0,1 0 0,-1 0 0,1 0 0,-1 0 0,0-1 0,0 1 0,-1 2 0,0 6 0,2-10 0,0 1 0,0 0 0,0 0 0,0 0 0,0 0 0,0 0 0,0 0 0,0 0 0,0 0 0,-1 0 0,1 0 0,0 0 0,-1 0 0,1 0 0,-1-1 0,1 1 0,-1 0 0,0 1 0,-371 379 0,181-191 0,-289 310-1365,406-421-5461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952 392 24575,'-9'-25'0,"-1"3"0,-2 1 0,-1 0 0,0 0 0,-1 2 0,-2-1 0,0 2 0,0 0 0,-2 1 0,0 1 0,-1 0 0,-24-14 0,14 11 0,0 2 0,-2 2 0,1 0 0,-2 2 0,0 1 0,0 2 0,-51-9 0,65 16 0,-1 1 0,1 0 0,-1 2 0,1 0 0,-1 2 0,1 0 0,-1 0 0,1 2 0,0 0 0,0 1 0,-30 14 0,36-13 0,0 0 0,0 1 0,1 0 0,0 1 0,0 0 0,1 1 0,0 0 0,1 1 0,0 0 0,0 0 0,1 1 0,0 0 0,1 0 0,0 1 0,1 0 0,-8 24 0,9-20 0,0-1 0,2 1 0,0 0 0,1 1 0,0-1 0,2 0 0,0 0 0,0 1 0,2-1 0,0 0 0,4 16 0,0-10 0,1-1 0,1 0 0,1 0 0,1-1 0,0 0 0,2-1 0,17 23 0,2-5 0,1-1 0,2-2 0,2-1 0,1-1 0,1-3 0,78 46 0,-28-26 0,139 54 0,103 15 0,-16-5 0,-264-93 0,91 50 0,-126-61 0,0 0 0,-1 1 0,0 1 0,-1 0 0,0 1 0,-1 1 0,0 0 0,-1 0 0,19 30 0,-26-35 0,-1 0 0,1 0 0,-1 1 0,-1-1 0,1 1 0,-1 0 0,-1-1 0,0 1 0,0 0 0,-1 0 0,0 0 0,0 0 0,-1-1 0,0 1 0,-1 0 0,0 0 0,0-1 0,-1 1 0,0-1 0,0 0 0,-1 0 0,0 0 0,0 0 0,-11 13 0,1-4 0,0 0 0,-1-1 0,-1-1 0,0 0 0,-1-1 0,-1-1 0,0-1 0,-1 0 0,-21 9 0,-7 0 0,-1-2 0,-1-3 0,-1-1 0,0-3 0,-95 11 0,70-16 0,-1-4 0,0-4 0,-104-13 0,163 12 0,-98-16 0,100 14 0,0 0 0,0 0 0,0-1 0,1-1 0,-19-11 0,16 4-1365,7-1-5461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1043 1 24575,'-2'9'0,"0"0"0,0 0 0,-1 0 0,0-1 0,-5 10 0,-1 4 0,-50 113 0,-121 202 0,-112 108 0,-166 165-1105,441-589 845,10-11-6566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24575,'12'26'0,"13"27"-86,148 334 303,-130-279-965,46 185 0,-79-247-6078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2 0,0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1130 137 24575,'-1'-2'0,"0"-1"0,0 0 0,-1 1 0,1-1 0,0 0 0,-1 1 0,0 0 0,1-1 0,-1 1 0,-3-3 0,-3-4 0,1-1 0,0 0 0,-1 0 0,-1 1 0,-18-16 0,22 21 0,-1 0 0,0 0 0,0 1 0,-1 0 0,1 0 0,-1 0 0,0 1 0,1 0 0,-1 0 0,-10 0 0,3 1 0,-1 1 0,0 0 0,0 1 0,1 1 0,-1 0 0,0 1 0,1 0 0,0 2 0,0-1 0,0 2 0,0 0 0,1 0 0,-22 16 0,5-2 0,2 1 0,0 2 0,2 0 0,-39 44 0,43-40 0,0 1 0,2 1 0,1 1 0,1 1 0,2 0 0,-19 52 0,28-64 0,1 0 0,0 0 0,2 1 0,1 0 0,0 0 0,1 0 0,1 0 0,1 1 0,1-1 0,1 0 0,0 0 0,11 37 0,-10-47 0,1 0 0,0 0 0,0-1 0,1 1 0,1-1 0,-1 0 0,1 0 0,1-1 0,0 0 0,0 0 0,0 0 0,1-1 0,1 0 0,10 7 0,-8-8 0,1 0 0,-1 0 0,1-1 0,1-1 0,-1 0 0,1-1 0,-1 0 0,1-1 0,0 0 0,19 0 0,-6-3 0,0-1 0,0-1 0,0-1 0,-1-1 0,0-2 0,0 0 0,0-2 0,-1 0 0,0-2 0,-1-1 0,25-16 0,-28 14 0,0-1 0,-1-1 0,0-1 0,-1 0 0,-1-2 0,-1 0 0,-1 0 0,-1-2 0,0 0 0,18-38 0,-27 46 0,0 0 0,-1 0 0,0 0 0,-1 0 0,0-1 0,-1 0 0,-1 1 0,0-1 0,-2-14 0,0 17 0,0 0 0,-1 0 0,-1 0 0,0 0 0,0 0 0,-1 1 0,-1 0 0,0 0 0,0 0 0,-1 0 0,0 1 0,-9-11 0,4 7 0,-1 0 0,0 1 0,0 1 0,-2 0 0,1 1 0,-1 0 0,0 1 0,-24-11 0,38 20 0,-1 0 0,1 0 0,-1 0 0,1 0 0,-1-1 0,1 1 0,-1 0 0,1 0 0,-1 0 0,1 0 0,-1 0 0,1 0 0,-1 0 0,1 0 0,-1 1 0,1-1 0,0 0 0,-1 0 0,1 0 0,-1 0 0,1 1 0,-1-1 0,1 0 0,0 0 0,-1 1 0,1-1 0,-1 0 0,1 1 0,0-1 0,-1 0 0,1 1 0,0-1 0,0 1 0,-1-1 0,1 1 0,0-1 0,0 0 0,0 1 0,-1-1 0,1 1 0,0 0 0,-4 25 0,4-26 0,0 54 0,2 0 0,3 0 0,19 89 0,-15-95 0,60 295 0,40 264 0,-104-554 0,-1-1 0,-3 1 0,-3-1 0,-1 0 0,-12 59 0,8-79 0,-2 0 0,0 0 0,-2-1 0,-2-1 0,-1 0 0,-1-1 0,-1 0 0,-2-1 0,-27 34 0,10-21 0,-2-1 0,-2-2 0,-1-2 0,-48 33 0,59-49 0,0-1 0,-2-1 0,0-2 0,0-1 0,-2-2 0,0-1 0,-46 11 0,59-20 0,0 0 0,0-1 0,0-1 0,0-1 0,0-1 0,0-1 0,0 0 0,0-2 0,0 0 0,0-1 0,1-1 0,0-1 0,0-1 0,1 0 0,0-2 0,-17-11 0,23 13 0,0-1 0,0-1 0,1 0 0,0 0 0,1-1 0,0 0 0,0-1 0,1 0 0,1-1 0,0 0 0,1 0 0,0-1 0,1 1 0,1-1 0,0-1 0,1 1 0,0-1 0,2 0 0,-1 0 0,2 0 0,0 0 0,1-15 0,2 8 0,1 1 0,1 0 0,1 0 0,1 0 0,1 0 0,0 1 0,2 0 0,0 0 0,2 1 0,0 1 0,1 0 0,0 0 0,2 1 0,22-23 0,3 3 0,1 1 0,2 2 0,2 1 0,79-44 0,260-109 0,43-26 0,-378 183 0,-1-2 0,-2-2 0,-1-3 0,-1-1 0,-2-2 0,49-60 0,-77 82-195,-1 0 0,-1-1 0,-1 0 0,0-1 0,-1 1 0,9-30 0,-1-22-6631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02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7579 1084 24575,'5'-19'0,"-2"2"0,-1 0 0,0-1 0,-2 1 0,0 0 0,0-1 0,-2 1 0,0 0 0,-1 0 0,-6-19 0,0 11 0,0 0 0,-1 1 0,-2 0 0,0 1 0,-23-32 0,4 15 0,-1 1 0,-2 2 0,-2 1 0,-1 2 0,-74-52 0,62 52 0,-97-51 0,128 76 0,0 1 0,-1 1 0,0 1 0,0 0 0,-1 1 0,1 2 0,-1 0 0,0 0 0,-29 2 0,-21 13 0,54-8 0,0-1 0,-1 0 0,-28 0 0,-492-61 0,269 20 0,-472 7 0,155 8 0,3-31 0,-7 0 0,-4 32 0,228 32 0,-563 88 0,867-87 0,1 2 0,0 3 0,2 2 0,-63 29 0,85-30 0,1 2 0,1 1 0,1 2 0,0 1 0,2 1 0,1 2 0,-38 42 0,31-26 0,3 2 0,2 1 0,2 2 0,-45 93 0,32-40 0,-44 160 0,-312 1233 0,385-1428 0,2 1 0,4 0 0,2 0 0,4 0 0,2 1 0,3-1 0,3 1 0,24 107 0,-14-109 0,2 0 0,32 71 0,-35-101 0,2-2 0,2 0 0,0-1 0,2-1 0,35 40 0,191 175 0,-7-6 0,-122-108 0,139 201 0,-252-327 0,0 0 0,0-1 0,0 1 0,1-1 0,-1-1 0,1 1 0,1-1 0,-1 0 0,1 0 0,-1-1 0,1 0 0,0 0 0,10 2 0,13 3 0,58 8 0,-73-14 0,431 45 0,-170-21 0,-108-7 0,386 37 0,2-31 0,152 13 0,-52 55 0,-177-23 0,134-10 0,2-28 0,323 27 0,-908-56 0,449 38 0,1-36 0,-165-20 0,918-27 0,-139 87 0,45 39 0,-618-24 0,-512-58 0,-1-1 0,1 0 0,0 0 0,0-1 0,0 0 0,-1-1 0,1 0 0,0 0 0,-1-1 0,1 0 0,-1-1 0,1 1 0,-1-2 0,0 1 0,0-1 0,0 0 0,-1-1 0,1 0 0,-1 0 0,-1 0 0,1-1 0,-1 0 0,1-1 0,6-9 0,2-6 0,0 0 0,-2-1 0,-1-1 0,-1 0 0,0 0 0,11-45 0,26-163 0,-39 180 0,46-260 0,138-889 0,-179 1067 0,-6 0 0,-6-1 0,-26-229 0,6 245 0,-4 2 0,-6 0 0,-4 1 0,-67-154 0,75 218 0,-2 0 0,-3 2 0,-2 1 0,-2 1 0,-2 2 0,-3 2 0,-1 1 0,-1 2 0,-3 1 0,-82-58 0,71 63 0,-2 1 0,-1 3 0,-1 3 0,-1 2 0,-2 3 0,0 2 0,-2 3 0,0 3 0,-91-10 0,6 13 0,0 7 0,-188 18 0,-292 61 0,187-6 0,-303 36 0,630-94 0,0-6 0,0-4 0,0-6 0,0-4 0,-120-28 0,137 17 0,-176-64 0,212 60 0,1-2 0,2-3 0,-99-68 0,123 72 0,17 13 0,0 1 0,0 0 0,-35-17 0,-4 4-1365,35 16-5461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36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0 254 24575,'21'19'0,"-8"-12"0,0 0 0,0-1 0,1-1 0,0 0 0,0-1 0,0 0 0,1-1 0,20 2 0,16-2 0,57-2 0,317-42 0,0-35 0,-260 44 0,247-40 0,480-22 0,281 87 0,-495 63 0,-646-52-106,276 23-1153,-251-25-5567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39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2237 24575,'0'0'0,"-1"0"0,1 0 0,-1 0 0,1 0 0,0 0 0,-1 0 0,1 1 0,0-1 0,-1 0 0,1 0 0,0 0 0,0 1 0,-1-1 0,1 0 0,0 1 0,-1-1 0,1 0 0,0 0 0,0 1 0,0-1 0,-1 0 0,1 1 0,0-1 0,0 0 0,0 1 0,0-1 0,0 1 0,0-1 0,0 0 0,0 1 0,0 0 0,9 35 0,3 1 0,0-2 0,3 1 0,35 61 0,-31-60 0,90 157 0,-81-151 0,1-2 0,51 55 0,-60-76 0,0 0 0,1-2 0,1 0 0,1-2 0,45 26 0,-49-33 0,1-1 0,0 0 0,0-1 0,1-1 0,-1-1 0,1-1 0,0-1 0,35 1 0,-19-6 3,-1-1-1,0-1 0,0-2 0,0-2 1,-1-1-1,0-2 0,0-1 1,46-24-1,9-11-139,154-108 0,313-285-1922,-28-40 613,-498 451 1439,573-541 23,376-344-678,-949 887 684,78-70 435,154-106-1,-252 196-577,-8 4 243,0 0 0,0 1 0,0 0 0,0 0 0,1 0 0,-1 0 0,1 0 0,-1 1 0,1-1 0,0 1 0,-1 0 0,1 0 0,0 0 0,0 1 0,0 0 0,6-1 0,-2 4-6790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45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2804 24575,'2'9'0,"0"0"0,0 0 0,1 0 0,0 0 0,1-1 0,0 0 0,0 0 0,1 0 0,8 11 0,-5-7 0,4 8 0,2-1 0,0 0 0,1-1 0,0 0 0,2-1 0,0-1 0,1-1 0,1-1 0,0 0 0,1-1 0,0-1 0,1-1 0,0-1 0,1-1 0,0 0 0,0-2 0,1-1 0,0-1 0,0 0 0,1-2 0,-1-1 0,1-1 0,-1 0 0,36-5 0,-21-3 0,0-1 0,0-2 0,-1-1 0,-1-2 0,0-2 0,0-1 0,36-24 0,12-12 0,122-101 0,330-345-430,-41-46-545,-443 486 1026,275-315-37,466-503 138,-768 850 495,-10 10-467,0 1 1,24-19-1,-39 34-180,0 1 0,-1-1 0,1 1 0,-1-1 0,1 0 0,0 1 0,-1-1 0,1 0 0,-1 0 0,1 1 0,-1-1 0,1 0 0,-1 0 0,1 0 0,-1 0 0,1 0 0,-1 1 0,0-1 0,1 0 0,-1 0 0,1 0 0,-1 0 0,1-1 0,-1 1 0,1 0 0,-1 0 0,1 0 0,-1 0 0,1 0 0,-1-1 0,1 1 0,-1 0 0,0-1 0,-8-3 0,-2 1 0,0 0 0,0 1 0,0 1 0,0-1 0,0 2 0,0-1 0,-1 2 0,1-1 0,0 2 0,0-1 0,-21 7 0,28-7 0,-1 0 0,1-1 0,-1 1 0,1-1 0,0 0 0,-1 0 0,1-1 0,-5 0 0,-8 0 0,-3 2 0,0 1 0,1 1 0,-1 1 0,1 0 0,-31 12 0,9-2 0,-513 199 0,-16 5 0,564-216 0,-23 7 0,-56 9 0,77-17 0,-1 0 0,1-1 0,0 1 0,0-2 0,0 1 0,-1-1 0,1 0 0,0-1 0,0 0 0,0 0 0,1-1 0,-9-3 0,16 5 0,0 1 0,0-1 0,0 1 0,0-1 0,0 1 0,1-1 0,-1 1 0,0-1 0,0 1 0,0 0 0,0-1 0,0 1 0,1-1 0,-1 1 0,0 0 0,0-1 0,1 1 0,-1-1 0,0 1 0,1 0 0,-1 0 0,0-1 0,1 1 0,-1 0 0,1-1 0,-1 1 0,0 0 0,1 0 0,-1 0 0,1 0 0,0-1 0,17-11 0,34-10 0,1 1 0,0 3 0,72-15 0,-93 24 0,140-34 0,467-138 0,143-143 0,-577 232 0,-25 17 0,-141 62 0,0 1 0,67-11 0,-98 22 0,0 0 0,1 0 0,-1 0 0,0 1 0,1 1 0,-1 0 0,1 0 0,-1 0 0,12 4 0,-17-3 0,1-1 0,-1 1 0,0 0 0,0 0 0,0 0 0,0 1 0,0-1 0,0 1 0,0-1 0,-1 1 0,1 0 0,-1 0 0,0 0 0,0 0 0,0 0 0,0 1 0,-1-1 0,1 1 0,-1-1 0,0 1 0,0-1 0,1 8 0,0 4 0,-1 0 0,-1 0 0,0 0 0,-1 0 0,0 0 0,-1 0 0,-8 28 0,-42 106 0,40-120 0,-228 515 19,26-64-234,-50 281-506,217-580 579,7 3-1,-20 242 1,55-374-86,2 1 0,2 0-1,3 0 1,15 96 0,-7-111-5478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1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 24575,'-6'18'0,"-11"54"0,2 1 0,-5 85 0,12-83 0,-78 733-760,-15 130-1111,85-808 1819,-82 760 181,74 1-1022,173 409 1974,-146-1283-6906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0 881 24575,'0'0'0,"0"0"0,5 2 0,8 1 0,0-1 0,0-1 0,0 0 0,0 0 0,1-2 0,-1 1 0,25-6 0,-35 6 0,83-15 5,0-3-1,94-33 1,170-76-175,-341 124 157,528-218-874,231-84 928,-639 262-41,146-29 0,-223 61 0,1 3 0,0 3 0,0 1 0,0 3 0,96 11 0,-125-6 0,0 0 0,-1 2 0,1 1 0,-1 1 0,0 1 0,35 19 0,-41-18 0,-1 1 0,-1 0 0,0 1 0,-1 0 0,0 1 0,-1 1 0,0 0 0,-1 1 0,10 17 0,-4-1 1,-3 0-1,0 1 1,-2 1-1,-1 0 1,-2 0-1,-1 1 1,-2 1-1,-1-1 1,1 51-1,-4 21-32,-20 196 0,-73 296-134,-39-1-522,-39 221-978,123-506 1635,13 2 0,14 1 0,14 1 0,13 0 0,14-1 0,72 350 0,-53-469 351,18 105 947,-59-293-1031,0-1 0,0 1 0,0 0 1,-1 0-1,-1-1 0,1 1 0,-1 0 0,-2 7 1,2-11-232,-1-1 0,1 0-1,-1 0 1,0 0 0,0 0 0,0 0 0,0 0 0,0 0 0,-1-1 0,1 1 0,-1-1 0,0 1 0,0-1 0,0 0 0,0 0 0,0-1-1,0 1 1,0-1 0,-7 3 0,-12 3-5,-1 0 0,0-1 0,-23 2 0,18-3 0,-1183 240-870,827-141 887,-50 13-115,-6-33 1028,428-82-922,1-1-5,0 1 0,0-1-1,0-1 1,-17-1 0,25 1-3,1-1 0,0 1 0,0-1 0,0 1 0,-1-1 0,1 0 0,0 0 0,0 0 0,0 0 0,0 0 0,0 0 0,1 0 0,-1-1 0,0 1 0,0-1 0,1 1 0,-1-1 0,1 0 0,-1 1 0,1-1 0,0 0-1,0 0 1,0 0 0,0 0 0,0 0 0,0 0 0,1-1 0,-2-1 0,2 3-45,0 1-1,0-1 1,0 1-1,0-1 1,0 1-1,0-1 1,0 1-1,0-1 1,0 0-1,0 1 1,0-1-1,1 1 1,-1-1-1,0 1 1,0-1-1,0 1 1,1-1-1,-1 1 1,0-1-1,1 1 1,-1 0-1,0-1 1,1 1-1,-1-1 0,1 1 1,-1 0-1,0-1 1,1 1-1,0-1 1,9-5-6781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600 250 24575,'-14'1'0,"-1"1"0,1 0 0,0 1 0,0 0 0,0 2 0,1-1 0,-1 1 0,1 1 0,0 1 0,0 0 0,-14 10 0,-4 6 0,0 1 0,-51 52 0,53-44 0,1 0 0,2 3 0,1 0 0,1 1 0,3 1 0,0 1 0,3 1 0,1 1 0,2 1 0,2 0 0,2 0 0,-8 56 0,14-65 0,2 0 0,1 1 0,1-1 0,2 1 0,2-1 0,1 1 0,1-1 0,2 0 0,1-1 0,1 0 0,2 0 0,1-1 0,1 0 0,2-1 0,1 0 0,37 48 0,-38-58 0,2 0 0,0-2 0,1 0 0,1-1 0,1-1 0,0-1 0,1 0 0,0-2 0,1 0 0,0-2 0,1 0 0,43 11 0,-38-14 0,0-2 0,1-1 0,-1-2 0,1 0 0,0-2 0,-1-1 0,1-1 0,-1-2 0,1-1 0,47-14 0,-35 4 0,-2-1 0,0-2 0,-1-1 0,-1-2 0,-1-2 0,-1-1 0,-1-2 0,-1-1 0,-2-2 0,-1-1 0,-1-1 0,-1-1 0,-2-2 0,25-43 0,-28 40 0,-1-2 0,-3 0 0,-1-1 0,-2-1 0,-2-1 0,-1 0 0,-3-1 0,-1 0 0,-2 0 0,-2-1 0,-2 0 0,-2 0 0,-8-74 0,3 90 0,-1-1 0,-2 1 0,-1 1 0,-1-1 0,-1 1 0,-2 1 0,0 0 0,-2 0 0,-1 2 0,-23-31 0,16 30 0,0 0 0,-2 2 0,0 0 0,-2 1 0,0 2 0,-2 1 0,0 1 0,-48-23 0,28 19 0,0 2 0,0 3 0,-2 1 0,0 3 0,-1 1 0,0 3 0,-1 3 0,1 1 0,-1 3 0,-61 5 0,98-2-124,0 1 0,-1 1 0,1 0 0,1 1 0,-1 0 0,0 1-1,1 1 1,0 1 0,1 0 0,-19 12 0,-4 12-6702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4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566 228 24575,'-15'0'0,"0"1"0,1 0 0,-1 1 0,0 0 0,1 1 0,-1 1 0,1 0 0,0 1 0,0 1 0,1 0 0,-1 0 0,1 2 0,1 0 0,-1 0 0,2 1 0,-17 15 0,0 5 0,2 1 0,1 1 0,2 1 0,1 1 0,1 2 0,2-1 0,-17 45 0,12-16 0,2 1 0,3 1 0,-15 96 0,26-111 0,3 1 0,1 1 0,3-1 0,3 0 0,1 0 0,3 0 0,2 0 0,15 52 0,-13-71 0,1-1 0,2 0 0,1-1 0,1 0 0,31 45 0,-30-54 0,1 0 0,0-2 0,1 1 0,2-2 0,0-1 0,0 0 0,41 23 0,-46-31 0,0-2 0,1 1 0,0-2 0,0 0 0,1-1 0,-1-1 0,1 0 0,0-1 0,1-1 0,-1-1 0,0 0 0,0-1 0,1-1 0,-1-1 0,0 0 0,0-1 0,0-1 0,-1-1 0,1 0 0,-1-1 0,0-1 0,0-1 0,23-15 0,-12 6 0,-1-1 0,-1-2 0,-1-1 0,0 0 0,-2-2 0,-1-1 0,0 0 0,22-38 0,-21 26 0,-2-1 0,-1-1 0,-3-1 0,-1 0 0,18-74 0,-20 46 0,-3 0 0,-3 0 0,-3-1 0,-3 1 0,-3-1 0,-3 0 0,-24-119 0,17 134 0,-2 2 0,-2-1 0,-3 2 0,-2 1 0,-38-67 0,43 89 0,-1 1 0,-1 1 0,-1 0 0,-2 1 0,0 1 0,-1 2 0,-1 0 0,-2 1 0,0 1 0,-46-26 0,55 37 13,-1 1 0,1 1 0,-1 0 0,-1 1 0,1 1 0,-1 0 0,1 2 0,-34-1 1,21 3-311,1 2 0,0 2 1,0 0-1,-42 13 1,-34 16-6530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147 385 24575,'-2'3'0,"0"0"0,1 1 0,-1-1 0,1 1 0,0-1 0,0 1 0,0-1 0,1 1 0,-1 0 0,1 4 0,-2 9 0,-50 426 0,34 6 0,17-439 0,-6 428 0,11-293 0,23 145 0,-24-266 0,10 51 0,-11-69 0,-1 0 0,1-1 0,0 1 0,1-1 0,-1 1 0,1-1 0,0 0 0,0 0 0,8 8 0,-10-12 0,-1-1 0,1 0 0,-1 0 0,1 0 0,0 0 0,-1 0 0,1 0 0,-1 0 0,1-1 0,0 1 0,-1 0 0,1 0 0,-1 0 0,1-1 0,-1 1 0,1 0 0,0-1 0,-1 1 0,1 0 0,-1-1 0,0 1 0,1 0 0,-1-1 0,1 1 0,-1-1 0,0 1 0,1-1 0,-1 1 0,0-1 0,1 0 0,-1 1 0,0-1 0,14-22 0,-4 1 0,-1 0 0,-1 0 0,-1-1 0,-1 0 0,-1 0 0,3-41 0,-3-145 0,-5 209 0,-7-156 0,-40-233 0,-62-151 0,67 348 0,41 190 0,-4-25 0,-5-46 0,9 64 0,1 0 0,1 0 0,-1-1 0,1 1 0,1 0 0,0 0 0,0 0 0,7-17 0,2 7 0,0-1 0,1 2 0,1-1 0,1 2 0,0 0 0,1 0 0,1 2 0,0 0 0,1 1 0,23-15 0,8-2 0,1 2 0,94-40 0,-74 41 0,0 4 0,1 2 0,1 4 0,97-13 0,-121 26 0,-1 1 0,1 2 0,0 3 0,0 1 0,-1 3 0,0 2 0,88 23 0,-115-23 0,0 0 0,-1 1 0,0 1 0,0 0 0,-1 2 0,31 23 0,-38-25 0,1 1 0,-1 0 0,-1 1 0,0 0 0,-1 1 0,0-1 0,0 2 0,-2-1 0,1 1 0,7 21 0,-8-11 0,0 0 0,-2 0 0,0 0 0,-2 1 0,0-1 0,-2 1 0,-1-1 0,-5 37 0,-4-4 0,-2 0 0,-29 79 0,-5-14-50,-5-2 0,-6-2 0,-82 125 0,-254 300-393,177-292 443,167-199 0,-2-1 0,-94 68 0,140-114 25,-6 4-41,-1 0 0,0 0-1,-23 9 1,33-16 25,-1 0 0,0 0-1,1-1 1,-1 1 0,0-1-1,1 1 1,-1-1 0,0 0-1,1 0 1,-1 0 0,-3-1 0,5 1 12,-1-1 0,1 1 1,-1-1-1,1 0 1,0 1-1,0-1 1,-1 0-1,1 0 0,0 0 1,0 0-1,0 0 1,0 0-1,0 0 1,0 0-1,0 0 1,0-1-1,0 1 0,1 0 1,-1 0-1,0-1 1,0-1-1,-1-4-13,1 0 1,0 1-1,0-1 0,0 0 1,1 1-1,0-1 0,0 0 1,1 0-1,-1 1 0,2-1 1,-1 0-1,1 1 0,2-7 1,6-15-14,23-42 0,-33 69 5,26-45 0,1 2 0,3 0 0,1 2 0,2 1 0,2 1 0,1 2 0,2 2 0,76-56 0,-62 56 0,2 2 0,1 3 0,1 2 0,2 3 0,0 2 0,122-33 0,-143 49 0,-1 1 0,1 2 0,0 1 0,0 2 0,68 5 0,-89-1 0,0 0 0,0 2 0,0 0 0,-1 1 0,1 0 0,25 14 0,-31-13 0,-1 0 0,0 0 0,0 1 0,-1 0 0,1 0 0,-1 1 0,-1 0 0,0 1 0,0 0 0,10 18 0,-9-12 0,-2 0 0,0 0 0,-1 1 0,0 0 0,-2 0 0,0 0 0,0 0 0,-2 1 0,0-1 0,0 1 0,-4 26 0,-3-2 0,-1 0 0,-1-1 0,-23 61 0,6-34 0,-4-2 0,-2-1 0,-4-2 0,-1-1 0,-4-1 0,-66 76 0,35-57 0,-3-3 0,-3-4 0,-145 106 0,167-140 0,-2-1 0,-1-4 0,-74 32 0,105-54 0,0-1 0,-2-1 0,1-1 0,-1-1 0,0-2 0,0-1 0,0-2 0,-1 0 0,-49-5 0,69 2 12,0 0 0,-1-1 0,1-1 0,0 0 0,1 0 0,-1-1 0,1 0 0,-1-1 0,-9-6 0,14 7-111,-1 0 0,1-1 0,0 1 0,1-1 0,-1 0 0,1 0 0,0-1 0,0 1 0,0-1 0,1 0 0,0 0 0,0 0 0,1-1 0,-3-9 0,-5-34-6727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1 24575,'-28'5'0,"6"-2"0,-15 7 0,0 3 0,1 0 0,1 3 0,0 1 0,1 1 0,1 2 0,1 2 0,-34 28 0,21-11 0,2 1 0,2 2 0,2 2 0,-57 82 0,67-81 0,2 0 0,2 1 0,2 2 0,2 1 0,2 0 0,2 1 0,3 1 0,1 1 0,3-1 0,3 2 0,1-1 0,3 1 0,2 0 0,3 0 0,1 0 0,4-1 0,1 1 0,3-2 0,1 1 0,31 75 0,-20-73 0,2-1 0,2-1 0,3-1 0,2-1 0,2-2 0,2-2 0,2-1 0,57 53 0,-68-74 0,2 0 0,0-2 0,1-1 0,1-2 0,1 0 0,1-3 0,0 0 0,1-3 0,1 0 0,0-2 0,0-2 0,1-1 0,0-2 0,55 2 0,-47-9-91,-1-1 0,1-2 0,0-3 0,-1-1 0,0-2 0,-1-2 0,0-2 0,-1-1 0,-1-3 0,0-1 0,-2-1 0,0-3 0,-1-1 0,42-37 0,-15 3-6735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2867 1 24575,'-25'1'0,"-1"2"0,1 1 0,0 0 0,0 2 0,1 1 0,-34 14 0,34-12 0,-95 38 0,2 4 0,2 6 0,3 4 0,-103 77 0,71-34 0,5 7 0,-166 171 0,187-156-51,7 5-1,5 5 0,6 4 0,6 5 1,-96 200-1,109-171-10,7 3 0,9 4 0,7 2 0,-52 293-1,91-353 64,4 1 0,7 1-1,4 0 1,26 238-1,-9-277-1,4-2 0,54 165 0,-46-186-1,2-2 0,2 0 0,4-2 0,53 74 0,-54-91-3,2-2 0,1-2 0,2-1 0,2-1 0,1-3 0,1-1 0,2-2-1,1-2 1,1-2 0,85 36 0,-66-39 6,0-2-1,2-3 1,0-2-1,0-4 1,2-3 0,-1-2-1,127-5 1,-91-10-57,-1-4 0,-1-5 1,0-4-1,-1-4 0,-2-5 1,142-63-1,-91 22-41,-3-7-1,-4-5 1,171-133-1,-200 128 98,-4-4 0,-4-5 0,-5-5 0,-3-4 0,115-167 0,-151 182 0,-4-3 0,-5-3 0,-3-1 0,-5-3 0,-5-2 0,-4-1 0,36-178 0,-54 177 0,-4-1 0,-5-1 0,-5 0 0,-4 0 0,-5 0 0,-5 1 0,-4 0 0,-52-184 0,39 202 0,-3 1 0,-4 2 0,-4 2 0,-4 1 0,-2 3 0,-5 1 0,-3 3 0,-2 2 0,-5 2 0,-102-95 0,84 99-67,-2 4 0,-3 4-1,-2 3 1,-3 4 0,-2 3 0,-2 5-1,-2 4 1,-137-39 0,124 50-74,-2 6 0,0 4 1,-2 5-1,1 5 1,-1 4-1,0 6 0,-180 23 1,153-1-234,-142 42 0,-182 97-1235,-23 71 833,53 9-1014,417-234 1713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0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1491 25 24575,'-18'-6'0,"-1"1"0,0 1 0,0 0 0,-1 1 0,1 2 0,-25-1 0,31 3 0,0 0 0,1 1 0,-1 0 0,1 1 0,-1 1 0,1 0 0,0 0 0,0 1 0,1 1 0,-21 12 0,-12 14 0,2 1 0,-73 75 0,-62 97 0,63-60-401,-118 200-1,164-227 341,5 2 1,-67 182-1,106-237 61,4 2 0,2 1 0,-9 70 0,23-114 0,2 1 0,0 0 0,2 0 0,1-1 0,1 1 0,0 0 0,2-1 0,1 1 0,1-1 0,1 0 0,20 44 0,-19-55 23,0 0 0,0 0 0,1-1 0,1 0 0,0 0 0,1-1 0,0-1 0,0 0 0,20 14 0,-13-13 49,0-1 1,1-1 0,0 0 0,1-1 0,0-1 0,26 5 0,-1-4-33,0-2 1,0-2 0,0-2 0,1-2 0,80-10 0,-34-4-41,111-32 0,85-41 0,-68 19 0,-215 67 0,40-9 0,-44 9 0,0 1 0,0 0 0,-1 0 0,1 0 0,0-1 0,0 1 0,0 0 0,0 0 0,-1 0 0,1 0 0,0 0 0,0 1 0,0-1 0,0 0 0,-1 0 0,1 0 0,0 1 0,0-1 0,0 0 0,-1 1 0,1-1 0,0 1 0,-1-1 0,1 1 0,0-1 0,-1 1 0,1 0 0,-1-1 0,1 1 0,-1 0 0,1-1 0,-1 1 0,1 0 0,-1 0 0,0-1 0,1 1 0,-1 0 0,0 0 0,0 0 0,1-1 0,-1 1 0,0 0 0,0 1 0,-2 6 0,-1 0 0,0 0 0,0 0 0,-1 0 0,0-1 0,0 1 0,-1-1 0,0 0 0,0-1 0,-11 11 0,12-11 0,-48 51 0,-114 101 0,-79 35 0,-427 267 0,291-208 0,374-248-114,0 0 1,0 1-1,0 0 0,1 0 0,0 1 1,0 0-1,0 0 0,1 1 0,-1-1 1,2 1-1,-6 8 0,2 8-6712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0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1206 24575,'-5'13'0,"0"0"0,1 0 0,0 1 0,-3 26 0,1-11 0,-18 117 0,6 1 0,6 1 0,16 294 0,-2-404 0,2 0 0,1 0 0,20 69 0,-23-102 0,-1 0 0,1-1 0,0 1 0,0-1 0,0 0 0,1 1 0,-1-1 0,1 0 0,0-1 0,1 1 0,-1 0 0,0-1 0,1 0 0,0 0 0,7 5 0,-7-7 0,-1 0 0,0 0 0,1 0 0,-1 0 0,0-1 0,1 0 0,-1 0 0,1 0 0,-1 0 0,1 0 0,-1-1 0,1 1 0,-1-1 0,0 0 0,1 0 0,-1 0 0,0-1 0,0 1 0,0-1 0,0 1 0,0-1 0,4-4 0,8-5 0,0-2 0,-1 0 0,0 0 0,-1-1 0,-1-1 0,0 0 0,-1-1 0,17-32 0,-9 9 0,-2 0 0,-1 0 0,10-43 0,-14 36 0,-3 1 0,-2-2 0,-1 1 0,-3-1 0,-2 1 0,-5-50 0,1 58 0,-2-1 0,-2 1 0,-2 0 0,-1 0 0,-2 1 0,-1 1 0,-30-57 0,37 83 0,1 0 0,-2 1 0,1-1 0,-2 1 0,1 1 0,-1-1 0,0 1 0,-1 1 0,0 0 0,-15-10 0,18 14 0,0 0 0,-1 0 0,1 1 0,-1 0 0,1 0 0,-1 0 0,0 1 0,1 0 0,-1 0 0,0 1 0,0 0 0,0 0 0,0 1 0,0-1 0,1 1 0,-1 1 0,0 0 0,-9 3 0,2 1 0,0 1 0,0 1 0,1-1 0,0 2 0,1 0 0,-1 1 0,2 0 0,0 1 0,0 0 0,-13 18 0,13-15 0,1 1 0,0 0 0,2 0 0,-1 1 0,2 0 0,0 0 0,1 1 0,-7 32 0,12-42 0,0-1 0,0 0 0,1 0 0,0 1 0,0-1 0,1 0 0,0 0 0,0 0 0,0 1 0,1-1 0,2 6 0,-3-9 0,1 0 0,-1 0 0,1 0 0,0 0 0,0 0 0,0-1 0,1 1 0,-1-1 0,0 1 0,1-1 0,0 0 0,0 0 0,-1 0 0,1 0 0,0-1 0,1 1 0,-1-1 0,0 0 0,0 1 0,1-2 0,5 2 0,-2-1 0,1 0 0,0-1 0,0 0 0,0 0 0,0-1 0,0 0 0,-1-1 0,1 1 0,14-7 0,-2 0 0,0-1 0,33-20 0,-1-7 2,-1-2 0,-2-2 1,-1-2-1,63-75 0,146-215-133,19-112-492,-233 362 629,-4-2 0,-4-1 0,39-145 0,-74 229-6,5-17 0,-1 0 0,-1-1 0,2-29 0,-7 36 59,-4 14 111,-13 24 200,-12 34-304,-36 94-1,-12 77-76,9 7-379,11 2 0,10 3 0,-31 454-1,71-421 354,12 0-1,12-1 1,62 342-1,6-252 17,-57-259 234,-25-104-173,-1 0 0,1 0 0,-1 0 0,1 0 0,-1 1 0,0-1 0,0 0 0,0 0 0,0 0 1,0 1-1,-1-1 0,1 0 0,-1 0 0,1 0 0,-1 0 0,0 0 0,0 0 0,0 0 0,0 0 0,0 0 1,0 0-1,0 0 0,-1 0 0,1-1 0,-1 1 0,1-1 0,-1 1 0,0-1 0,0 1 0,1-1 0,-1 0 1,0 0-1,0 0 0,0 0 0,0 0 0,0 0 0,-1-1 0,-3 1 0,-6 2-47,1-2 0,-1 1-1,0-2 1,0 1 0,-22-4-1,25 3 8,0-1 0,0-1 0,0 1 0,0-2 0,0 1 0,0-1 0,1 0 0,0-1 0,-1 0 0,1 0 0,1-1 0,-1 0 0,1 0 0,0-1 0,0 0 0,0 0 0,1 0 0,0-1 0,0 0 0,1 0 0,0-1 0,0 0 0,0 0 0,1 0 0,-5-14 0,2-2 0,1 0 0,1-1 0,1 1 0,1-1 0,1 0 0,2-46 0,7 2 0,17-84 0,10 2-109,7 2 0,6 2 0,70-147 0,240-403-327,-184 407-784,-143 243-4879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24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23937,'5469'-25'0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53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3068 24575,'1'6'0,"-1"0"0,1 0 0,1-1 0,-1 1 0,1 0 0,2 4 0,4 13 0,35 121 0,7-3 0,5-1 0,137 244 0,-172-351 0,0-1 0,2-1 0,2-1 0,28 28 0,-44-50 0,0 0 0,1-1 0,0 0 0,1 0 0,-1-1 0,2 0 0,-1-1 0,0 0 0,1 0 0,0-1 0,0-1 0,0 0 0,0 0 0,1-1 0,-1-1 0,1 0 0,21 0 0,-13-4 0,0 0 0,0-1 0,0-1 0,-1-1 0,33-14 0,-5-3 0,55-35 0,118-96-320,47-68-962,40-63 488,448-480-1566,-18-29 2239,390-404 65,-1080 1150-119,237-232-508,-197 201 786,125-86 1,-188 148 477,1 2 1,54-25-1,-66 35-418,1 0 1,0 1-1,0 0 0,0 1 1,0 1-1,0 0 0,25 1 0,3 4-5820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0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2748 24575,'7'35'0,"13"38"0,36 88 0,-42-130 0,0 0 0,2-1 0,2 0 0,0-2 0,29 34 0,-41-55 0,0 0 0,1 0 0,0 0 0,1-1 0,-1 0 0,1 0 0,1-1 0,-1 0 0,1 0 0,-1-1 0,1-1 0,0 1 0,1-1 0,-1-1 0,1 1 0,-1-2 0,1 1 0,-1-2 0,1 1 0,0-1 0,0 0 0,-1-1 0,1 0 0,15-5 0,-2 0 0,0-2 0,-1-1 0,0-1 0,0 0 0,-1-2 0,38-28 0,108-106 0,-165 145 0,407-441-1045,-31-34 424,665-931-1339,-599 798 2646,-429 588-609,-8 10 89,0 0 1,1 0-1,1 1 1,0 0-1,0 1 1,1 0-1,0 0 1,13-8-1,-2 7-6992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5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1376 24575,'2'1'0,"-1"0"0,0 1 0,0-1 0,0 1 0,0-1 0,-1 1 0,1 0 0,0-1 0,0 1 0,0 3 0,-1-4 0,36 121 0,-29-90 0,1 0 0,2-1 0,1 0 0,26 48 0,-20-51 0,1-2 0,1-1 0,1 0 0,1-1 0,1-1 0,1-1 0,45 32 0,-49-41 0,0-1 0,1-1 0,1 0 0,-1-2 0,2 0 0,-1-2 0,1 0 0,0-2 0,0 0 0,1-1 0,36 0 0,-20-5 0,-1-2 0,1-1 0,-1-3 0,0-1 0,0-1 0,64-27 0,210-112 0,-102 29 0,349-262 0,155-203 0,-346 275 0,-82 89 0,-206 165 0,148-75 0,-145 96-1365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10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24575,'9'39'0,"-3"-4"0,-2 0 0,-2 0 0,-1 36 0,-14 106 0,5-103 0,4 118 0,57 203 0,32-5 0,-73-338 0,7 28 0,63 252 0,-57-250 0,69 153 0,-79-203 0,2-1 0,2-1 0,0-1 0,2-1 0,2 0 0,42 41 0,-44-51 0,0-1 0,2-1 0,-1-1 0,2 0 0,0-2 0,1-1 0,0-1 0,0-1 0,31 7 0,5-3 0,1-3 0,1-2 0,88 0 0,191-22 0,243-64 0,61-5 0,179 92 0,-797-8 0,0-2 0,0-1 0,0-1 0,38-8 0,-54 7 0,0 0 0,0-1 0,-1 0 0,1-1 0,-1-1 0,-1 1 0,1-2 0,-1 0 0,0 0 0,0 0 0,-1-1 0,14-15 0,-7 2 0,0-1 0,-1-1 0,-1 0 0,-1-1 0,18-49 0,34-135 0,-60 188 0,38-148 0,-8-1 0,-7-2 0,-8-1 0,-7 0 0,-8-1 0,-32-319 0,17 398 0,-30-175 0,38 261-227,-1 0-1,1 0 1,-2 1-1,1-1 1,-8-12-1,4 10-6598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3343 0 24512,'-3342'1858'0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24575,'-25'146'0,"-95"673"-2947,-18 1023 0,126-744 2827,187 1602 0,48-1110 91,-206-1500 2103,-14-76-6176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1142 24575,'0'1'0,"-1"-1"0,1 0 0,0 1 0,0-1 0,0 0 0,0 0 0,0 1 0,0-1 0,0 0 0,0 1 0,0-1 0,0 0 0,0 0 0,0 1 0,0-1 0,1 0 0,-1 1 0,0-1 0,0 0 0,0 0 0,0 1 0,0-1 0,1 0 0,-1 0 0,0 0 0,0 1 0,0-1 0,1 0 0,-1 0 0,0 0 0,0 1 0,0-1 0,1 0 0,-1 0 0,0 0 0,0 0 0,1 0 0,-1 0 0,0 0 0,1 0 0,-1 0 0,0 1 0,0-1 0,1 0 0,18 7 0,2-5 0,1-2 0,1 0 0,-1-1 0,30-5 0,-34 4 0,490-96-99,6-43-1542,-500 137 1561,878-271-1121,1-1-251,6 48 746,-171 113 29,-600 105 508,0 6 0,1 5 0,214 30 0,-285-21 118,-1 2-1,-1 3 1,0 2-1,-1 3 1,101 52 0,-121-52 35,0 2 0,-2 1 0,-1 2 1,-1 1-1,0 1 0,-3 2 0,0 1 0,-2 1 1,30 46-1,-23-20 16,-1 2 1,-4 2 0,-2 0-1,-3 2 1,-2 0 0,17 100-1,-10 4 86,8 235 1,-30 449-51,-48 6-16,18-424 56,-4 898-49,98-3-111,113 130-839,-75-668 1281,-57-273 751,-47-423-167,-4 0 0,-5 0 0,-24 137 1,24-202-473,-2 1 0,0-1 0,-21 48 0,24-69-408,0 0 0,-1 0 0,0-1 0,0 0 0,0 0 0,-1 0 0,-10 9 0,12-13-58,-1 0 0,1 1 0,-1-1 0,0-1 0,0 1 0,0-1 0,0 0 1,0 0-1,-1 0 0,1-1 0,-1 0 0,1 0 0,-7 0 0,-4 0-4,0-2 0,0 0 0,-21-4 0,15 2 0,-427-31 0,28 37-623,-1427 162-2636,1586-123 2697,256-41 546,-261 55-109,266-56 126,-9 3 437,-1 0 1,1 0-1,-17 9 0,24-10-315,1 0 1,-1 0-1,1 0 0,-1 0 0,1 0 0,0 0 1,0 1-1,0-1 0,0 1 0,0 0 0,0 0 1,1-1-1,-1 1 0,1 0 0,-1 4 0,1-4-89,0-1-1,0 0 1,0 0-1,0 0 0,0 0 1,0 0-1,-1 0 1,1 0-1,-1-1 0,1 1 1,-1 0-1,0-1 1,0 1-1,0-1 0,0 0 1,0 1-1,0-1 1,0 0-1,0 0 0,0 0 1,0-1-1,-1 1 1,1 0-1,0-1 0,0 0 1,-1 1-1,-2-1 1,1 0-39,1 0 1,-1-1 0,0 1 0,1-1 0,-1 1 0,1-1-1,-1 0 1,1-1 0,0 1 0,-1-1 0,1 1-1,0-1 1,0 0 0,0 0 0,0 0 0,0-1-1,-3-2 1,1 0 4,0 0 0,-1 1 0,1 0 0,-1 0 0,0 1 0,0 0 0,-1 0 0,1 0 0,-1 1 0,1-1 0,-1 2 0,0-1 0,0 1 0,-8-1 0,-62-9 0,0 4 0,0 3 0,-78 6 0,-237 38 0,75 22 0,42-6 0,207-46 0,-1-3 0,-71-1 0,90-8 0,0-2 0,0-2 0,1-3 0,0-1 0,0-3 0,1-2 0,-54-24 0,99 36 0,1 0 0,-1 0 0,1-1 0,-1 1 0,1 0 0,0-1 0,0 1 0,1-1 0,-1 0 0,1 1 0,0-1 0,0 0 0,-1-6 0,-3-5 0,-59-182 0,8-1 0,-57-408 0,111 590-1365,0 4-5461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1766 837 24575,'-80'-139'0,"23"38"0,-89-119 0,123 190 0,-2 1 0,-1 1 0,-1 1 0,-2 1 0,0 2 0,-2 1 0,-64-37 0,76 50 0,0 1 0,-1 0 0,-35-9 0,45 16 0,1 0 0,-1 1 0,0 0 0,0 0 0,0 1 0,0 0 0,0 1 0,0 0 0,0 1 0,-13 3 0,-4 5 0,1 1 0,0 1 0,1 1 0,0 2 0,1 0 0,-44 37 0,14-3 0,-76 88 0,68-61-39,4 2-1,4 3 1,3 2-1,4 2 1,4 2-1,3 2 1,-53 182-1,60-144-3,5 2-1,7 0 1,5 1-1,5 1 1,10 186-1,8-208 44,4-1 0,5-1 0,4 0 0,36 106 0,-35-150 0,2-1 0,3-1 0,3-2 0,2 0 0,3-2 0,2-2 0,80 94 0,-89-120 29,1-2 0,2-1 0,0-1-1,2-2 1,0-1 0,2-1 0,0-2 0,1-2 0,1-1 0,1-1-1,0-3 1,0 0 0,1-3 0,1-1 0,0-2 0,0-1 0,0-3 0,0-1-1,51-5 1,-33-2-29,0-3 0,0-2 0,-1-2 0,-1-4 0,0-1 0,-1-3 0,-1-2 0,-1-3 0,-2-1 0,0-3 0,-2-2 0,44-39 0,-40 26 0,-3-1 0,-2-3 0,-2-1 0,-2-3 0,-3-1 0,-2-2 0,-2-1 0,-3-2 0,-3-2 0,23-63 0,-20 25 0,-5-1 0,-3-1 0,-6-1 0,-3-1 0,-5 0 0,-4-156 0,-12 134 0,-5 1 0,-6 0 0,-6 0 0,-4 2 0,-46-125 0,46 173 0,-3 2 0,-3 0 0,-3 3 0,-4 0 0,-2 3 0,-70-86 0,75 110 0,-1 2 0,-2 2 0,-2 1 0,-1 2 0,-2 2 0,-1 2 0,-2 2 0,0 2 0,-102-41 0,99 52-124,-1 2 0,0 2 0,0 2 0,-1 3 0,-1 2 0,1 2-1,-1 2 1,1 3 0,-1 2 0,-56 12 0,-52 16-6702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2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24575,'-4'16'0,"-16"97"0,-9 209 0,23-228 0,-66 1391-1365,68-1392-5461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4 24575,'2'-1'0,"0"1"0,0-1 0,0 1 0,0-1 0,1 1 0,-1 0 0,0 0 0,0 0 0,1 0 0,-1 0 0,3 1 0,14 1 0,352-5 0,473 9 0,-724 0 0,153 28 0,-226-25 0,-1 1 0,0 3 0,-1 2 0,0 2 0,-1 2 0,51 30 0,-79-40 0,-1 1 0,0 1 0,0 0 0,-1 1 0,-1 1 0,0 0 0,0 1 0,-2 0 0,1 0 0,-2 2 0,0-1 0,-1 1 0,-1 1 0,0-1 0,-1 1 0,-1 1 0,-1-1 0,0 1 0,-1 0 0,-1 0 0,-1 1 0,0-1 0,-2 0 0,0 1 0,-1-1 0,0 0 0,-6 23 0,-2-3-13,-2-1-1,-1 0 1,-1-1-1,-3 0 0,0-2 1,-36 55-1,4-20-246,-3-1 0,-63 63 0,-7-8-78,-5-6 1,-209 152 0,-324 144-655,456-305 673,-5-9-1,-233 77 0,225-115 682,190-55-94,1-2 0,-1-1 1,0-2-1,0 0 1,0-1-1,-35-6 0,55 6-187,0-2 0,0 1 0,1 0 0,-1-1 0,0 0 0,1-1 0,-1 1 0,1-1 0,0 0 0,0 0 0,0-1 0,-7-6 0,10 8-63,0 0 0,1-1 0,-1 1 0,1 0 0,0-1 0,0 0 0,0 1 0,0-1 0,0 0 0,0 1-1,0-1 1,1 0 0,0 0 0,0 1 0,-1-1 0,1 0 0,1 0 0,-1 0 0,0 1 0,1-1 0,-1 0 0,1 0 0,0 1 0,0-1 0,0 1 0,0-1 0,1 1-1,1-4 1,33-45-1358,8 1-5486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2336 1 24575,'-4'18'0,"-185"500"-46,146-411-83,-670 1442-1926,-92-41 1079,599-1130 1164,-105 213-1645,246-459-2259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1436 0 24575,'-9'3'0,"1"0"0,0 0 0,-15 9 0,2-2 0,-270 133 0,-86 43 0,18 26 0,304-175 0,-87 78 0,127-101 0,1 0 0,0 1 0,1 1 0,1 0 0,0 0 0,1 2 0,1-1 0,1 1 0,0 1 0,-5 19 0,11-28 0,1-1 0,0 1 0,1 0 0,0 0 0,1 0 0,0 0 0,0 0 0,1 0 0,0 0 0,1 0 0,0 0 0,1-1 0,0 1 0,0-1 0,1 0 0,0 1 0,1-2 0,0 1 0,0 0 0,8 7 0,2 2 0,1-1 0,0 0 0,1-1 0,1-1 0,1-1 0,0-1 0,35 19 0,-5-8 0,1-3 0,1-1 0,1-3 0,0-2 0,1-3 0,0-1 0,1-3 0,0-3 0,1-2 0,57-3 0,-38-5 0,-1-2 0,0-4 0,0-3 0,-1-3 0,-1-4 0,130-55 0,-166 60 0,0 0 0,-1-3 0,-1-1 0,41-32 0,-73 51-69,0 1 29,0-1-1,-1 1 1,1 0-1,0-1 1,-1 1-1,1-1 1,0 1-1,-1-1 1,1 1-1,-1-1 1,1 1-1,-1-1 1,1 0-1,-1 1 1,0-1-1,1 0 1,-1 1-1,0-1 1,0 0-1,1 0 1,-1 1-1,0-1 1,0 0-1,0 0 1,0 1-1,0-1 0,0 0 1,0 0-1,0 1 1,0-1-1,0-1 1,-7-5-6786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6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4772 24575,'2'-19'0,"4"-7"0,1 1 0,1-1 0,1 1 0,21-39 0,64-95 0,-83 142 0,107-158-416,188-215 0,180-129-445,-4 61 250,21 20-1,734-491 1,-392 399 269,43 92-465,-854 425 869,13-8 653,2 2 1,0 3-1,80-17 0,-100 35 405,-25 2-505,-16 2-597,11-6-18,-1 0 0,1 0 0,0 0 0,-1 0 0,1 0 0,0 0 0,-1 0 0,1 0 0,0 0 0,-1-1 0,1 1 0,0-1 0,-2 0 0,-9-3 0,-411-112 0,310 78 0,-183-89 0,278 118 0,10 6 0,0-1 0,-1 0 0,2 0 0,-1-1 0,0 0 0,1-1 0,0 1 0,0-1 0,1-1 0,-8-8 0,20 11 0,1 0 0,-1 1 0,1 0 0,11-4 0,27-6 0,1 2 0,92-9 0,99 8 0,-195 11 0,-27 0 0,77-2 0,0 3 0,123 17 0,-206-16 0,-1 0 0,1 1 0,-1 1 0,0 0 0,0 0 0,0 0 0,-1 1 0,9 5 0,-13-7 0,0 0 0,0 1 0,0 0 0,0-1 0,-1 1 0,1 0 0,-1 0 0,1 1 0,-1-1 0,0 0 0,-1 1 0,1-1 0,0 1 0,-1 0 0,0-1 0,0 1 0,0 0 0,0 0 0,-1 0 0,0 4 0,0 6 0,-1 1 0,0-1 0,-2 1 0,0-1 0,0 0 0,-1 0 0,-1 0 0,-7 15 0,-61 108 0,64-121 0,-77 121-273,-6-4 0,-6-3 0,-5-5 0,-161 150 0,241-253-6553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705 227 24575,'-7'18'0,"-78"336"0,60-227 0,-56 219 0,-178 482 0,12-195 0,273-712 0,-4-2 0,17-111 0,-32 153 0,47-279 0,25-128 0,-47 306 0,56-158 0,-56 211 0,3 2 0,4 1 0,75-120 0,-89 167 0,1 2 0,1 0 0,2 2 0,2 2 0,1 0 0,1 2 0,1 1 0,1 2 0,61-33 0,-48 35 0,1 3 0,1 2 0,0 2 0,1 3 0,1 1 0,0 3 0,1 2 0,0 3 0,0 1 0,0 3 0,0 3 0,1 1 0,88 19 0,-119-17 0,0 2 0,0 0 0,-1 2 0,0 0 0,30 19 0,-46-25 0,1 1 0,-1 1 0,0-1 0,0 1 0,0 0 0,-1 0 0,0 1 0,0 0 0,0 0 0,-1 0 0,0 0 0,0 1 0,0-1 0,-1 1 0,0 0 0,0 0 0,-1 1 0,0-1 0,0 0 0,1 15 0,-3-13 0,-1-1 0,1 0 0,-2 1 0,1-1 0,-1 1 0,0-1 0,-1 0 0,0 0 0,-6 11 0,0-2 0,-1-1 0,-1 0 0,-17 20 0,-7 3 0,-2-3 0,-1 0 0,-2-3 0,-69 46 0,14-21 0,-113 51 0,72-49-341,-3-5 0,-2-7-1,-184 38 1,269-74-6485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1458 0 24575,'-8'9'0,"-355"354"2,-213 223-832,290-251 830,253-291 0,3 2 0,1 1 0,3 1 0,1 1 0,-35 103 0,55-131-1,0 0 0,1 0-1,1 0 1,0 0 0,2 1-1,1-1 1,0 0 0,8 41-1,-5-46 14,1 0-1,1-1 1,0 1-1,1-1 1,1-1 0,1 1-1,0-1 1,0-1-1,1 1 1,1-1-1,1-1 1,16 16-1,-7-10 101,2-1-1,0-1 0,1-1 1,0-1-1,1-1 0,49 19 1,-16-13-597,1-2 0,60 10 0,54 1-6341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1 24575,'-34'190'0,"16"-107"0,-220 929 0,230-997 0,5-34 0,5-90 0,4 0 0,23-113 0,-21 165 0,-5 35 0,29-183 0,-21 153 0,33-95 0,-39 134 0,0 1 0,1 1 0,0-1 0,1 1 0,0 0 0,1 1 0,0-1 0,1 2 0,19-18 0,-15 16 0,1 2 0,1-1 0,0 2 0,0 0 0,1 1 0,0 0 0,18-4 0,15-2 0,1 2 0,0 2 0,0 2 0,0 3 0,84 3 0,-70 5 0,0 2 0,-1 4 0,0 2 0,65 22 0,-93-23 0,-1 2 0,0 1 0,-2 1 0,1 2 0,-2 2 0,41 31 0,-58-40 0,-2 1 0,0 0 0,0 1 0,-1 0 0,0 1 0,-1 0 0,-1 1 0,0 0 0,-1 0 0,-1 1 0,0 0 0,-1 0 0,0 1 0,-1 0 0,-1 0 0,3 23 0,-6-18 0,-1 1 0,-1-1 0,-1 0 0,0 1 0,-2-1 0,-1 0 0,0-1 0,-2 1 0,0-1 0,-1 0 0,-1-1 0,-13 20 0,-4 4 0,-2-1 0,-2-2 0,-2 0 0,-40 36 0,5-12 0,-3-4 0,-2-2 0,-3-4 0,-163 87 0,125-85 0,-3-4 0,-3-7 0,-135 35 0,168-58 60,-105 12 0,154-29-308,0-3 1,-1-1-1,1-1 1,0-2-1,-51-10 1,13-8-6579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24575,'21'6'0,"-1"1"0,0 2 0,-1 0 0,0 0 0,0 2 0,-1 1 0,28 22 0,-15-7 0,-2 1 0,0 2 0,24 33 0,-23-22 0,-3 1 0,-1 1 0,-2 1 0,-2 1 0,-2 1 0,-2 1 0,-2 1 0,14 71 0,-17-53 0,-4 2 0,-3 0 0,-2-1 0,-4 2 0,-14 117 0,7-139 0,-3 0 0,-2 0 0,-1-1 0,-3 0 0,-1-1 0,-3-1 0,-1-1 0,-3-1 0,-1-1 0,-2-1 0,-1-1 0,-3-2 0,-53 52 0,4-17-738,-4-3 0,-167 105 0,26-40-5239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24575,'0'0'0,"0"0"0,0 0 0,-1 2 0,0 5 0,-1 11 0,-2 26 0,-1 36 0,-1 39 0,1 35 0,-1 30 0,0 21 0,-5 10 0,-4-2 0,-4-11 0,0-22 0,4-42-8191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24575,'1'-1'0,"-1"-1"0,1 1 0,-1 0 0,1-1 0,0 1 0,-1 0 0,1-1 0,0 1 0,0 0 0,0 0 0,0 0 0,2-2 0,8-6 0,0 0 0,0 1 0,1 0 0,0 0 0,0 2 0,23-10 0,87-25 0,-103 35 0,55-15 0,1 3 0,139-15 0,-176 30 0,1 1 0,0 2 0,-1 2 0,1 2 0,-1 1 0,1 2 0,57 18 0,-82-20 0,0 1 0,-1 0 0,0 1 0,0 0 0,0 1 0,-1 0 0,0 1 0,-1 0 0,0 1 0,0 1 0,13 16 0,-17-16 0,0 0 0,0 0 0,-1 0 0,-1 0 0,0 1 0,-1 0 0,0 0 0,0 1 0,-2-1 0,1 1 0,-2-1 0,1 1 0,-2 22 0,-3 0 0,-2 0 0,-1 0 0,-1 0 0,-2-1 0,-2 0 0,-1-1 0,-31 60 0,0-15 0,-2-3 0,-57 70 0,36-61 0,-3-2 0,-79 71 0,99-109 0,-1-1 0,-2-3 0,-2-3 0,-85 46 0,114-70 60,-51 17 0,68-27-209,-1-1 1,0 0-1,0 0 1,0-1-1,0 0 1,0-1-1,0 0 1,0 0-1,-14-3 1,-10-8-6678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0 24575,'-3'20'0,"-26"145"5,-97 315 0,-103 146-406,60-177 165,95-216 236,64-195 0,2 0 0,2 1 0,1 0 0,1 42 0,4-67 0,1 0 0,0 0 0,1 0 0,0 0 0,1-1 0,1 1 0,0-1 0,11 23 0,-10-28 0,-1 0 0,1-1 0,0 0 0,1 0 0,0 0 0,0-1 0,0 0 0,1 0 0,0 0 0,0-1 0,0 0 0,1 0 0,0-1 0,13 6 0,-2-4-126,0-2 0,1 0 0,-1-1 0,1 0 0,0-2 0,0 0 0,-1-2 0,1 0 0,37-7-1,65-17-6176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0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200 123 24575,'-5'7'0,"0"0"0,0 1 0,0 0 0,1 0 0,0 1 0,1-1 0,0 1 0,-2 9 0,-1 0 0,-35 122 0,7 2 0,5 1 0,8 1 0,-5 156 0,23-46 0,6-205 0,2 0 0,2 0 0,14 53 0,-20-100 0,-1-1 0,0 1 0,0-1 0,1 1 0,-1-1 0,1 1 0,-1-1 0,1 0 0,-1 1 0,1-1 0,0 0 0,0 1 0,0-1 0,0 0 0,0 0 0,0 0 0,0 0 0,0 0 0,0 0 0,0 0 0,3 1 0,-3-2 0,0 0 0,0 0 0,0-1 0,0 1 0,0 0 0,0-1 0,0 1 0,0 0 0,0-1 0,0 0 0,0 1 0,0-1 0,-1 1 0,1-1 0,0 0 0,0 0 0,-1 1 0,1-1 0,0 0 0,-1 0 0,1 0 0,0-1 0,6-9 0,-1-1 0,-1 1 0,8-24 0,-1-12 0,-1 0 0,-3 0 0,-2 0 0,-2-1 0,-3-83 0,-39-240 0,12 209 0,7 55 0,-5-134 0,23 227 0,2-1 0,-1 0 0,2 0 0,0 1 0,0-1 0,2 1 0,0-1 0,10-25 0,-10 32 0,1 0 0,0 1 0,0-1 0,0 1 0,1 0 0,0 0 0,0 1 0,1-1 0,0 2 0,0-1 0,1 1 0,-1 0 0,1 0 0,0 1 0,13-5 0,0 1 0,1 2 0,0 1 0,0 1 0,0 0 0,1 2 0,-1 0 0,0 2 0,41 4 0,-9 3 0,0 3 0,77 23 0,-62-11 0,-1 2 0,119 63 0,-156-70 0,0 2 0,-1 1 0,-1 1 0,-2 2 0,0 0 0,-1 2 0,39 48 0,-55-58 0,-1-1 0,0 1 0,0 0 0,-2 1 0,0 0 0,-1 0 0,0 1 0,-2 0 0,0 0 0,-1 0 0,0 0 0,0 23 0,-4-16 0,0 0 0,-2-1 0,0 1 0,-2-1 0,0 0 0,-2 0 0,0 0 0,-17 33 0,-4-3 0,-2-1 0,-3-1 0,-1-2 0,-3-1 0,-81 81 0,32-48 0,-3-5 0,-105 70 0,-84 24-1365,170-115-5461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24575,'0'0'0,"1"2"0,1 0 0,10 12 0,16 24 0,17 31 0,14 37 0,4 34 0,-4 29 0,-12 21 0,-16 15 0,-18 5 0,-19 0 0,-17-6 0,-14-12 0,-13-16 0,-9-21 0,4-35-8191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24575,'0'0'0,"3"1"0,9 1 0,20 1 0,30 0 0,31-2 0,26-5 0,20-8 0,13-11 0,4-12 0,-3-11 0,-14-7 0,-18-9 0,-30 6-8191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24575,'0'0'0,"0"1"0,-1 4 0,-1 11 0,-1 20 0,-3 31 0,-2 31 0,-1 30 0,2 23 0,8 19 0,9 11 0,13 3 0,16-1 0,17-5 0,1-32-8191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111 956 24575,'2'3'0,"-1"-1"0,0 1 0,0-1 0,0 1 0,0-1 0,-1 1 0,1 0 0,0-1 0,-1 6 0,2 3 0,12 69 0,-4 0 0,1 126 0,-25 163 0,-33 59 0,42-415 0,0-23 0,-4-32 0,8 38 0,-36-281 0,-2-340 0,44 181 0,2 356 0,3-1 0,44-169 0,-45 228 0,2-1 0,0 1 0,3 1 0,0 0 0,1 1 0,21-27 0,-29 46 0,0 0 0,1 0 0,0 1 0,0 0 0,1 1 0,0 0 0,1 0 0,18-9 0,-21 13 0,0 0 0,0 0 0,0 1 0,0 0 0,0 1 0,1 0 0,-1 0 0,1 0 0,-1 1 0,0 0 0,1 1 0,-1 0 0,1 0 0,13 4 0,-10-1 0,0 0 0,-1 2 0,1-1 0,-1 1 0,0 1 0,0-1 0,-1 2 0,0-1 0,0 2 0,-1-1 0,0 1 0,0 0 0,-1 0 0,0 1 0,8 16 0,-1 2 0,0 0 0,-2 1 0,-1 1 0,13 51 0,-17-51 0,-2 1 0,0 0 0,-2 0 0,-2 0 0,0 1 0,-3-1 0,0 0 0,-2 0 0,-1 0 0,-2 0 0,-1-1 0,-1 0 0,-1 0 0,-2-1 0,-1-1 0,-1 0 0,-26 38 0,-28 22-1365,1-13-5461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24575,'1'0'0,"-1"0"0,0 0 0,1 0 0,-1 0 0,0 0 0,1 0 0,-1 1 0,0-1 0,1 0 0,-1 0 0,0 0 0,1 0 0,-1 1 0,0-1 0,0 0 0,1 0 0,-1 1 0,0-1 0,0 0 0,1 0 0,-1 1 0,0-1 0,0 0 0,0 1 0,0-1 0,0 0 0,1 1 0,-1-1 0,0 0 0,0 1 0,0 11 0,1 0 0,-2 0 0,0 0 0,0 0 0,-1 0 0,0 0 0,-8 19 0,6-16 0,-29 96 0,-64 141 0,-66 102 0,59-127 0,-65 223 0,150-383 0,3 0 0,2 0 0,4 1 0,-3 136 0,14-177 0,0 1 0,3 0 0,0 0 0,2-1 0,0 1 0,2-2 0,15 34 0,-16-44 0,1 0 0,1 0 0,1-1 0,0 0 0,1-1 0,1 0 0,0-1 0,0-1 0,1 1 0,1-2 0,0 0 0,22 13 0,-13-12-455,1-1 0,44 15 0,46 4-6371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0 24575,'-15'3'0,"-3"3"0,0 1 0,0 1 0,1 0 0,0 1 0,0 1 0,1 1 0,-24 21 0,15-10 0,0 1 0,2 2 0,-31 41 0,39-45 0,2 1 0,0 1 0,1-1 0,2 2 0,0 0 0,1 0 0,2 1 0,0 0 0,2 0 0,-4 45 0,8-55 0,0 0 0,2 0 0,-1 0 0,2-1 0,0 1 0,1 0 0,0-1 0,1 1 0,1-1 0,0 0 0,1-1 0,1 1 0,0-1 0,0 0 0,2-1 0,-1 0 0,1 0 0,1-1 0,22 20 0,-17-20-97,2-1-1,-1 0 1,1-1-1,0-1 1,1-1-1,0 0 1,0-1-1,1-1 1,-1-1-1,1-1 1,0 0-1,0-1 0,33-2 1,44-4-6729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 1 0,5 5 0,5 8 0,11 16 0,13 22 0,17 27 0,15 24 0,11 18 0,4 12 0,-7 9 0,-16 7 0,-19 3 0,-28 6 0,-44 11 0,-16-22-8191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24575,'0'0'0,"3"0"0,7 0 0,16 2 0,25 3 0,25 2 0,23 2 0,19 2 0,14 0 0,5-4 0,-3-9 0,-12-15 0,-14-15 0,-22-15 0,-25 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24575,'0'0'0,"0"0"0,1 0 0,2 0 0,5 0 0,8-1 0,15-2 0,24-6 0,24-8 0,22-13 0,14-12 0,4-7 0,-3-2 0,-9 0 0,-7 2 0,-21 9-8191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24575,'2'-1'0,"2"8"0,4 12 0,-3 10 0,-1 0 0,-2 1 0,-2 45 0,-14 92 0,9-117 0,-61 488-1365,55-444-5461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1323 3151 24575,'11'-9'0,"16"1"0,0 1 0,0 1 0,0 2 0,36-3 0,-28 4 0,604-30-401,6 42-281,-517-6 772,678 20-691,429 8-537,-540-49 1056,2-66-100,-506 46 92,294-99-1,-346 85 63,-2-5 1,217-127-1,-284 142 80,-3-3-1,-2-3 0,-1-2 0,86-91 0,-123 111-3,-2-2-1,0 0 1,-3-2-1,28-52 1,-38 60-19,-1-1 1,-1 0 0,-1 0 0,-1-1-1,-2 0 1,-1 0 0,2-31-1,-6 30 138,-1 1-1,-1 0 0,-2-1 0,-1 1 0,-1 0 0,-12-36 1,5 27-40,-3 0 0,-1 1 1,-1 1-1,-24-35 1,1 13-120,-2 1 1,-2 3-1,-3 1 1,-100-85 0,50 61-79,-4 4 0,-2 5 1,-3 4-1,-171-73 1,70 52-766,-349-91 1,178 88 720,-3 17 1,-396-21-1,-780 36-43,767 71-762,537 3 951,-274 57 0,-34 61-16,404-87-142,-224 105 0,319-125 203,2 3 0,1 2 0,1 3 0,-73 63 0,104-76-31,0 1 0,1 1-1,2 2 1,1 0-1,1 1 1,2 2 0,1 0-1,1 1 1,-23 61-1,29-54 9,2 1-1,1 0 0,2 0 1,2 1-1,2 0 0,1 0 1,3 0-1,1 0 0,2 0 0,13 58 1,0-30-154,3 0 0,3-2 0,3 0 0,3-2 0,42 70 1,43 52-4630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24575,'0'0'0,"0"0"0,-2 2 0,-3 4 0,-2 7 0,-3 22 0,1 32 0,3 33 0,5 31 0,6 23 0,6 15 0,5 12 0,1-3 0,-4-20 0,-3-37-8191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1155 24575,'1'-8'0,"0"-1"0,0 1 0,0-1 0,-2-16 0,0-4 0,-2-112 0,3-110 0,2 183 0,20-111 0,-17 156 0,1 0 0,0 0 0,2 0 0,1 1 0,0 0 0,2 1 0,0 0 0,2 0 0,0 1 0,25-28 0,-23 33 0,0 0 0,1 1 0,0 1 0,1 1 0,0 0 0,1 1 0,1 1 0,0 1 0,0 0 0,1 2 0,-1 0 0,27-5 0,-19 7 0,0 0 0,1 2 0,-1 2 0,1 0 0,-1 2 0,1 1 0,-1 1 0,1 1 0,-1 2 0,0 0 0,28 12 0,-39-12 0,0 0 0,-1 1 0,0 1 0,0 1 0,-1 0 0,0 1 0,0 0 0,-1 1 0,0 1 0,-1 0 0,-1 0 0,0 1 0,0 1 0,-2 0 0,1 0 0,-2 1 0,0 0 0,-1 0 0,6 19 0,-7-13 0,-1 0 0,-1 0 0,-1 0 0,-1 1 0,-1-1 0,-1 1 0,-2 23 0,-3-13 0,0 0 0,-2 0 0,-1-1 0,-15 37 0,0-14 0,-2-1 0,-3-2 0,-2 0 0,-67 85 0,42-71-341,-3-3 0,-3-2-1,-134 101 1,117-105-6485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1 24575,'-16'0'0,"-8"4"0,0 0 0,0 2 0,1 1 0,0 0 0,-34 17 0,4 3 0,-56 37 0,69-38 0,1 2 0,2 2 0,0 1 0,3 2 0,0 2 0,2 0 0,2 3 0,2 0 0,1 2 0,1 0 0,3 2 0,2 1 0,1 1 0,2 0 0,3 2 0,1 0 0,2 0 0,2 1 0,-4 59 0,10-40 0,3 1 0,3 0 0,2 0 0,4-1 0,2 0 0,3-1 0,3 0 0,3-1 0,3-1 0,33 69 0,-41-104 0,1-1 0,1 0 0,26 32 0,-34-49 0,1 0 0,0-1 0,1 0 0,0 0 0,0-1 0,1 0 0,0-1 0,0 0 0,1-1 0,17 7 0,-13-9-170,1 0-1,-1 0 0,1-2 1,0 0-1,0-1 0,-1-1 1,31-3-1,7-4-3198,58-16 0,-110 22 3281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0 24575,'-7'16'0,"-24"32"0,-66 80 0,-52 36 0,105-117 0,-13 12 0,-85 101 0,129-144 0,2 0 0,0 1 0,1 0 0,1 1 0,1 0 0,0 0 0,1 1 0,-6 25 0,12-38 0,0 0 0,0 1 0,1-1 0,0 0 0,0 0 0,0 1 0,1-1 0,0 0 0,0 0 0,0 0 0,1 0 0,0 0 0,0 0 0,1 0 0,0 0 0,0-1 0,0 0 0,0 1 0,1-1 0,0 0 0,0-1 0,0 1 0,1-1 0,-1 0 0,1 0 0,0 0 0,8 4 0,6 3 0,0-2 0,0 0 0,1-2 0,0 0 0,0-1 0,40 6 0,-13-5-195,1-2 0,-1-2 0,1-3 0,0-1 0,0-3 0,75-15 0,-46 1-6631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24575,'21'10'0,"27"17"0,-1 2 0,-2 2 0,-1 2 0,77 75 0,-40-24 0,87 121 0,-152-184 0,9 10 0,-3 1 0,32 56 0,-49-78 0,0 0 0,-1 0 0,0 0 0,-1 1 0,0 0 0,-1-1 0,0 1 0,-1 0 0,0 0 0,0 0 0,-1 0 0,-1 0 0,0 0 0,-3 16 0,-4-4 11,0 0-1,-1 0 1,-1-1 0,-1 0-1,-18 25 1,-77 96-683,77-105-85,-75 91-6069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24575,'0'0'0,"0"0"0,4 1 0,7 5 0,11 4 0,15 7 0,14 2 0,13-3 0,13-6 0,10-7 0,5-8 0,3-5 0,-3-4 0,-7-2 0,-7 0 0,-18 1 0,-19 4-8191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1 440 24575,'0'0'0,"3"-1"0,1 0 0,14-5 0,23-5 0,29-9 0,30-13 0,26-13 0,16-10 0,6-6 0,-1 1 0,-7 6 0,-11 12 0,-17 13 0,-21 15 0,-22 15 0,-24 8-8191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24575,'0'0'0,"0"1"0,0 1 0,0 12 0,-1 19 0,-1 23 0,-3 23 0,-3 18 0,-2 17 0,-1 11 0,-1 6 0,2 5 0,2 2 0,3 4 0,5 5 0,6 11 0,7 5 0,1-26-8191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11 24575,'-14'30'0,"10"-22"0,0 0 0,0 0 0,1 0 0,-4 16 0,7-22 0,0-1 0,0 1 0,0-1 0,1 1 0,-1-1 0,0 1 0,1-1 0,-1 1 0,1-1 0,-1 0 0,1 1 0,0-1 0,-1 0 0,1 0 0,0 1 0,0-1 0,0 0 0,0 0 0,0 0 0,0 0 0,0 0 0,1 0 0,-1 0 0,0-1 0,3 2 0,37 15 0,-17-11 0,0-1 0,1-1 0,0-1 0,0-1 0,28-2 0,128-15 0,130-32 0,-240 32 0,0-4 0,88-35 0,-158 53 0,20-8 0,-17 4 0,-11 3 0,-53 7-1365,23-1-5461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24575,'8'132'0,"-1"-38"0,-3 172-682,-44 383-1,32-578-6143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24575,'8'-29'0,"-5"21"0,1 0 0,1 1 0,-1 0 0,1 0 0,1 0 0,-1 0 0,1 1 0,0 0 0,0 0 0,1 0 0,0 1 0,0 0 0,0 0 0,1 1 0,-1 0 0,14-5 0,12-2 0,0 0 0,60-10 0,-91 21 0,110-19 0,2 4 0,0 6 0,214 9 0,-292 2 0,0 2 0,0 2 0,0 1 0,63 21 0,-87-24 0,0 1 0,-1 1 0,1-1 0,-1 2 0,0 0 0,-1 0 0,1 1 0,-1 0 0,-1 1 0,0 0 0,0 0 0,-1 1 0,0 0 0,-1 1 0,0 0 0,11 23 0,-13-22 0,-1 0 0,0 0 0,-1 0 0,0 0 0,-1 1 0,0-1 0,-1 1 0,-1-1 0,0 1 0,-1-1 0,-3 22 0,0-18 0,0 0 0,-1-1 0,-1 0 0,0 0 0,-1-1 0,-1 0 0,0 0 0,-13 15 0,-5 2 0,-1-2 0,-1-1 0,-2-1 0,-1-1 0,-1-2 0,-53 31 0,34-25-341,-2-2 0,0-2-1,-65 20 1,54-26-6485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9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0 24575,'-10'15'0,"-127"177"0,-170 255 0,261-373 0,4 1 0,-62 152 0,85-173 0,2 0 0,3 1 0,2 0 0,3 1 0,-4 82 0,12-83 0,2 0 0,3-1 0,11 65 0,-11-98 0,1 0 0,1 0 0,0 0 0,2-1 0,0 0 0,1 0 0,1-1 0,1-1 0,1 1 0,1-2 0,14 17 0,-18-25-97,1-1-1,-1 0 1,2-1-1,-1 0 1,1 0-1,0-1 1,0-1-1,1 1 1,-1-2-1,1 0 1,0 0-1,1-1 0,20 2 1,58 0-6729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174 154 24575,'-6'22'0,"0"-6"0,-6 27 0,3 1 0,2 0 0,1 1 0,3 0 0,1 0 0,6 60 0,6-6 0,40 171 0,-35-207 0,42 111 0,-50-157 0,1 0 0,0-1 0,1 1 0,1-2 0,0 1 0,2-1 0,-1-1 0,2 0 0,0-1 0,0 0 0,19 13 0,-30-25 0,-1 0 0,1 0 0,-1 0 0,1 0 0,0 0 0,-1 0 0,1 0 0,0-1 0,-1 1 0,1-1 0,0 1 0,0-1 0,-1 0 0,1 0 0,0 0 0,0 0 0,3 0 0,-4 0 0,0-1 0,0 1 0,0-1 0,0 0 0,0 1 0,0-1 0,0 0 0,-1 1 0,1-1 0,0 0 0,0 0 0,-1 0 0,1 0 0,-1 0 0,1 0 0,-1 0 0,1 0 0,-1 0 0,0 0 0,1 0 0,-1-2 0,1-3 0,0-1 0,-1 1 0,0 0 0,0-1 0,0 1 0,-1-1 0,0 1 0,-4-12 0,-5-8 0,-1 0 0,-2 1 0,0 0 0,-25-33 0,-6-12 0,-122-236 0,127 223 0,-51-158 0,83 221 0,2-1 0,1-1 0,0 1 0,2-1 0,0 1 0,2-1 0,3-41 0,-1 54 0,-1-1 0,2 0 0,-1 0 0,2 1 0,-1 0 0,1 0 0,0 0 0,1 0 0,0 0 0,1 1 0,0 0 0,0 0 0,0 1 0,1-1 0,0 1 0,1 1 0,-1 0 0,1 0 0,11-6 0,-7 5 0,0 1 0,1 1 0,-1 0 0,1 1 0,0 0 0,0 1 0,0 0 0,27-1 0,-20 4 0,0 0 0,0 1 0,0 2 0,-1 0 0,30 8 0,-15 1 0,0 0 0,0 3 0,-1 0 0,-1 3 0,-1 0 0,38 30 0,-45-29 0,-1 0 0,-1 1 0,-1 2 0,-1 0 0,-1 1 0,-1 1 0,-1 1 0,-1 0 0,-2 1 0,22 52 0,-29-60 0,-1 0 0,-1 0 0,-1 0 0,-1 0 0,-1 1 0,0 0 0,-1-1 0,-1 1 0,-1 0 0,0 0 0,-2-1 0,0 1 0,-1-1 0,-1 0 0,0 0 0,-2 0 0,0-1 0,-14 25 0,4-15 0,-1-1 0,-2-1 0,0-1 0,-2-1 0,0 0 0,-49 36 0,7-13 0,-111 59 0,135-83-273,0-2 0,-1-2 0,-1-2 0,-58 15 0,54-22-6553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0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24575,'11'13'0,"269"344"0,-31 25 0,-84-92 0,-148-253 0,-1 0 0,-2 1 0,-1 1 0,-2 0 0,-2 1 0,5 50 0,-12-58-455,-2 1 0,-8 64 0,-21 54-6371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1073 24575,'5'1'0,"0"-1"0,0 1 0,0-1 0,1 0 0,-1 0 0,0-1 0,0 0 0,0 0 0,5-1 0,8-2 0,93-20 9,106-38 0,115-56-236,-314 112 190,526-204-1235,162-60 1378,16 54-1864,11 96 1415,9 81 354,4 54 9,-2 27-338,-469-26 43,112 8-1013,1405 79-2047,7-28 3014,-217 49 2861,-1475-110-2674,495 52 2405,-471-59-1436,1-6-1,201-23 1,-285 15-7188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3908 24575,'-2'4'0,"0"0"0,0 1 0,0-1 0,1 0 0,0 1 0,0-1 0,0 1 0,1 0 0,-1-1 0,1 1 0,0 0 0,0-1 0,2 6 0,-2 4 0,2 62 0,3 0 0,26 126 0,-6-89 0,46 119 0,-45-159 0,54 105 0,-65-150 0,1-2 0,1 1 0,1-2 0,1-1 0,1 0 0,41 36 0,-50-51-1,0 0-1,1-2 0,0 1 0,0-1 1,0-1-1,1 0 0,0-1 0,1 0 1,-1-1-1,20 3 0,-16-5 8,1 0 0,-1-1 0,0-2 0,1 1 0,-1-2 0,0 0 0,27-8 0,2-5-77,-2-2-1,0-2 1,-1-2 0,-1-2 0,62-44-1,197-167-1524,62-101 1197,55-95-377,47-76-2329,379-451 58,-91 102 1220,7 27 314,-433 494 1219,-71 89 431,-180 175 615,3 3 0,103-66 0,-161 120-295,43-20 0,-58 30-182,1 1 0,0-1 0,0 1-1,1 1 1,-1-1 0,0 1 0,1 1 0,-1-1 0,11 2-1,-12 0-489,-1 0 0,1 0 0,-1 1 0,0-1 0,10 6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0 24575,'-15'31'0,"6"5"0,2 1 0,1 0 0,2 1 0,1 46 0,1-44 0,-9 383 3,-19 289-119,-162 752-514,69-623 724,36 3-12,80-746-880,5-72-6028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1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626 621 24575,'224'-8'0,"-1"-8"0,244-52 0,429-131 0,-808 178 0,257-65 0,584-126 0,-922 211 0,10-3 0,1 2 0,-1 0 0,1 0 0,24 2 0,-37 1 0,0 0 0,0 0 0,0 0 0,0 0 0,0 1 0,0 0 0,-1 0 0,1 0 0,0 0 0,-1 1 0,1 0 0,-1 0 0,0 0 0,0 1 0,-1-1 0,1 1 0,0 0 0,-1 0 0,3 5 0,4 7 0,-1 1 0,-1 0 0,0 1 0,-1 0 0,-1 0 0,-1 0 0,5 33 0,6 138 0,-15-178 0,-5 406 0,-25 3 0,12-202 0,-21 1355-663,43-813 663,-42-1 0,-48-57 111,85-701-99,-3 17 126,0-1 1,-1 1-1,-12 30 0,13-42-139,1-1 1,-1 0-1,-1 0 0,1 0 0,-1 0 0,1-1 1,-1 0-1,-1 1 0,1-1 0,-1-1 0,1 1 0,-1-1 1,0 1-1,0-1 0,-9 3 0,-10 3 1,-1-1 0,0-1 0,-1-1 0,1-2 0,-1 0 0,0-2 0,0 0 0,-32-4 0,-30-4 0,-91-20 0,-269-62 0,-284-40 0,510 108 0,-385 16 0,500 8 0,-180 15 0,252-14 0,20-2 0,-1-1 0,1 0 0,-31-2 0,4-3 0,0 2 0,1 1 0,-1 3 0,-54 9 0,67-5 0,-1 0 0,1 2 0,1 1 0,-1 2 0,2 0 0,-46 29 0,37-20 0,-41 17 0,-26 15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893 272 24575,'-17'-11'0,"-65"-47"0,-65-45 0,115 84 0,-1 1 0,-60-25 0,82 39 0,1 1 0,-1 0 0,0 0 0,0 1 0,0 0 0,0 1 0,0 0 0,0 1 0,0 0 0,0 1 0,0 0 0,0 0 0,0 2 0,0-1 0,0 1 0,1 1 0,-1 0 0,1 0 0,0 1 0,0 1 0,1-1 0,0 1 0,0 1 0,0 0 0,0 0 0,1 1 0,-12 14 0,-1 4 0,2 0 0,0 1 0,1 1 0,2 1 0,1 1 0,1 0 0,2 0 0,1 1 0,-13 64 0,16-56 0,3 0 0,1 1 0,1 0 0,3-1 0,1 1 0,2 0 0,16 76 0,-6-69 0,1-1 0,3 0 0,1-2 0,3 0 0,1-1 0,52 74 0,-55-91 0,1 0 0,1-2 0,1 0 0,1-2 0,2 0 0,0-2 0,1-1 0,0 0 0,2-3 0,0 0 0,37 15 0,-46-25 0,0 0 0,1-1 0,0-1 0,0 0 0,0-2 0,1 0 0,-1-2 0,1 0 0,-1-1 0,22-4 0,-16 0 0,0-2 0,0 0 0,-1-2 0,0 0 0,-1-2 0,0-1 0,27-18 0,-22 11 0,-2-1 0,0-1 0,-1-2 0,-2 0 0,0-2 0,-2-1 0,0 0 0,-2-2 0,-1 0 0,-1-1 0,-2-1 0,20-50 0,-25 48 0,-1 0 0,-2-2 0,-1 1 0,-1-1 0,-2 1 0,-2-2 0,-1 1 0,-1 0 0,-7-40 0,4 51 0,-1 1 0,-1 1 0,-1-1 0,-1 1 0,-1 0 0,-1 0 0,-1 1 0,0 0 0,-2 1 0,0 0 0,-1 1 0,-1 0 0,-1 1 0,-32-30 0,25 30 0,0 1 0,-1 0 0,-1 2 0,0 0 0,-1 2 0,-1 1 0,1 1 0,-2 1 0,1 1 0,-1 2 0,-47-6 0,68 11-195,1 1 0,0 0 0,-1 0 0,1 1 0,0 0 0,-8 2 0,-10 4-6631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1244 435 24575,'-19'-22'0,"-27"-33"0,-2 2 0,-105-90 0,127 123 0,-1 2 0,0 0 0,-1 2 0,-1 0 0,-1 3 0,0 0 0,0 2 0,-59-14 0,62 21 0,0 0 0,0 2 0,0 0 0,0 2 0,0 1 0,0 2 0,0 0 0,0 2 0,1 1 0,-1 1 0,2 1 0,-1 1 0,-39 20 0,48-19 0,0 0 0,0 1 0,1 1 0,0 0 0,1 1 0,0 1 0,1 0 0,1 1 0,0 0 0,1 1 0,1 1 0,1 0 0,0 0 0,1 1 0,1 1 0,0-1 0,2 1 0,0 0 0,-3 24 0,5-12 0,1 0 0,2 1 0,2 0 0,1-1 0,1 1 0,1-1 0,2 0 0,1 0 0,2-1 0,1 0 0,18 38 0,2-5 0,3-1 0,3-1 0,2-3 0,47 56 0,-29-45 0,3-3 0,3-2 0,75 60 0,-104-97 0,1-2 0,1-2 0,1-1 0,1-2 0,1-1 0,1-2 0,1-2 0,66 17 0,-84-28 0,0 0 0,0-2 0,1 0 0,-1-2 0,0 0 0,1-2 0,-1 0 0,0-1 0,0-2 0,36-11 0,-33 6 0,-1 0 0,-1-2 0,0-1 0,0 0 0,-2-2 0,0 0 0,0-2 0,25-26 0,-21 16 0,-1-2 0,-1 0 0,-1-2 0,-2-1 0,-2 0 0,0-1 0,-2-1 0,-2-1 0,-1 0 0,-2 0 0,-1-2 0,9-72 0,-16 66 0,-1 0 0,-3 0 0,-2 1 0,-1-1 0,-2 1 0,-2-1 0,-2 2 0,-2 0 0,-1 0 0,-2 1 0,-23-42 0,21 51 0,-1 0 0,-2 1 0,-1 1 0,-1 1 0,-47-46 0,47 54 0,0 2 0,0 1 0,-2 1 0,0 1 0,-1 1 0,0 1 0,-50-18 0,51 24 17,0 1 0,0 1 1,-1 1-1,0 1 0,0 2 0,-49 2 0,32 3-388,0 2-1,1 2 1,-52 17 0,7 3-6455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9 947 24575,'-4'61'0,"2"-45"0,0-1 0,1 1 0,3 26 0,3-11 0,1 0 0,2 0 0,1-1 0,1 1 0,2-2 0,1 0 0,1 0 0,1-2 0,2 1 0,30 37 0,-42-59 0,0-1 0,0 1 0,1-1 0,-1-1 0,1 1 0,0-1 0,1 0 0,-1 0 0,13 5 0,-14-7 0,1-1 0,-1 1 0,1-1 0,0-1 0,0 1 0,-1-1 0,1 0 0,0 0 0,0-1 0,-1 1 0,1-1 0,0-1 0,8-2 0,11-7 0,-1 0 0,0-2 0,-1-1 0,-1 0 0,0-2 0,36-33 0,48-48-53,152-181 1,68-136-431,-326 413 483,249-337 0,-77 101 0,-169 232-186,5-5 788,-8 10-622,1 0 1,-1 0-1,0 0 0,0 0 0,0 0 0,0 0 0,0 0 0,1 0 0,-1 0 0,0 0 1,0 0-1,0 0 0,0 0 0,1 0 0,-1 0 0,0 0 0,0 0 0,0 0 0,0 0 1,1 0-1,-1 0 0,0 0 0,0 0 0,0 0 0,0 0 0,0 1 0,0-1 0,1 0 1,-1 0-1,0 0 0,0 0 0,0 0 0,0 0 0,0 1 0,0-1 0,0 0 0,0 0 1,0 0-1,0 0 0,0 0 0,1 1 0,-1-1 0,0 0 0,0 0 0,0 0 0,0 0 1,0 1-1,0-1 0,0 0 0,0 0 0,-1 0 0,1 0 0,0 0 0,0 1 0,0-1 1,0 0-1,0 0 0,0 0 0,0 1 0,0 11-6806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1313 24575,'191'359'0,"-163"-311"0,-15-23 0,1 0 0,1-1 0,1-1 0,1 0 0,29 29 0,-42-49 0,1 0 0,-1 0 0,0-1 0,1 1 0,0-1 0,-1 0 0,1 0 0,0 0 0,0-1 0,0 0 0,0 0 0,0 0 0,0-1 0,1 1 0,-1-1 0,0 0 0,0-1 0,0 1 0,0-1 0,0 0 0,0 0 0,0-1 0,0 0 0,0 1 0,0-2 0,6-3 0,12-6 0,-1-2 0,-1-1 0,0 0 0,21-21 0,34-37-6,-3-2-1,81-108 0,111-186-909,262-463 707,-366 569 231,-152 251 273,-9 12-317,0 0 0,0 0 1,0 0-1,0 0 0,0 0 1,0 0-1,0 0 0,0 1 1,1-1-1,-1 0 0,0 0 1,0 0-1,0 0 0,0 0 1,0 0-1,0 0 0,0 0 1,0 0-1,1 0 0,-1 0 1,0 0-1,0 0 1,0 1-1,0-1 0,0 0 1,0 0-1,0 0 0,1 0 1,-1 0-1,0 0 0,0 0 1,0 0-1,0 0 0,0 0 1,0-1-1,1 1 0,-1 0 1,0 0-1,0 0 0,0 0 1,0 0-1,0 0 0,0 0 1,0 0-1,1 0 0,-1 0 1,0 0-1,0 0 0,0 0 1,0-1-1,0 1 1,0 0-1,0 0 0,0 0 1,0 0-1,0 0 0,0 0 1,0 0-1,0 0 0,0-1 1,0 1-1,0 0 0,0 0 1,0 0-1,1 0 0,-2 0 1,1-1-1,0 14-5868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1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24575,'-7'3'0,"7"-3"0,0 0 0,-1 0 0,1 1 0,0-1 0,-1 0 0,1 0 0,0 0 0,-1 0 0,1 0 0,0 1 0,-1-1 0,1 0 0,0 0 0,-1 1 0,1-1 0,0 0 0,0 1 0,-1-1 0,1 0 0,0 0 0,0 1 0,0-1 0,-1 1 0,1-1 0,0 0 0,0 1 0,0-1 0,0 0 0,0 1 0,0-1 0,0 0 0,0 1 0,0-1 0,0 1 0,0-1 0,0 0 0,0 1 0,0-1 0,0 1 0,1 16 0,0 0 0,2 0 0,-1 0 0,2 0 0,0 0 0,2-1 0,12 30 0,-4-10 0,32 85 0,-15-41 0,33 123 0,-62-193 0,0 0 0,-1 0 0,0 1 0,0-1 0,-1 0 0,0 0 0,-2 15 0,1-22 0,0-1 0,1 1 0,-1 0 0,0-1 0,0 1 0,0 0 0,-1-1 0,1 1 0,0-1 0,-1 0 0,0 0 0,0 1 0,1-1 0,-1 0 0,0 0 0,-1 0 0,1-1 0,0 1 0,0-1 0,-1 1 0,1-1 0,-1 0 0,0 1 0,1-1 0,-1-1 0,0 1 0,1 0 0,-1-1 0,0 1 0,-3-1 0,0 0 0,1 0 0,0 0 0,0 0 0,-1-1 0,1 0 0,0 0 0,0 0 0,0-1 0,0 1 0,0-1 0,0-1 0,-7-3 0,4 0 0,0 0 0,0 0 0,1 0 0,-1-1 0,1-1 0,-7-8 0,-1-6 0,1 0 0,1 0 0,0-1 0,-10-30 0,20 46 0,0 0 0,0-1 0,1 1 0,0-1 0,0 1 0,1-1 0,-1 0 0,2 1 0,-1-1 0,1 0 0,1 0 0,-1 1 0,1-1 0,1 0 0,-1 0 0,1 1 0,1-1 0,-1 1 0,1 0 0,0 0 0,1 0 0,0 0 0,0 1 0,1-1 0,-1 1 0,1 0 0,6-6 0,9-6 0,0 1 0,1 1 0,1 0 0,0 2 0,1 0 0,0 2 0,1 0 0,50-16 0,-21 13 0,1 1 0,0 3 0,73-5 0,-79 12 0,0 3 0,84 8 0,-111-5 0,1 2 0,-1 0 0,0 1 0,0 2 0,0 0 0,-1 1 0,0 1 0,25 15 0,-39-20 0,0 0 0,-1 0 0,0 1 0,0-1 0,0 1 0,-1 0 0,1 1 0,-1-1 0,0 1 0,-1 0 0,1 0 0,-1 0 0,-1 0 0,1 0 0,-1 1 0,0-1 0,0 1 0,-1 0 0,0-1 0,0 1 0,0 0 0,-1 0 0,0 0 0,-1-1 0,1 1 0,-1 0 0,-4 12 0,-2 6 0,-1-1 0,-1 0 0,-2-1 0,0 0 0,-1-1 0,-19 26 0,-18 19 0,-3-1 0,-2-3 0,-4-3 0,-1-2 0,-4-2 0,-1-4 0,-3-2 0,-137 76 0,170-108-273,-1-1 0,-1-2 0,0-1 0,-51 12 0,48-19-6553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1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1078 124 24575,'-23'-2'0,"0"-1"0,0-1 0,1-1 0,-43-16 0,12 5 0,-19-4 0,0 2 0,-2 5 0,-85-6 0,127 17 0,0 2 0,0 1 0,0 1 0,0 2 0,0 1 0,1 2 0,0 1 0,0 1 0,-57 27 0,80-32 0,0 0 0,0 1 0,1 0 0,-1 0 0,1 1 0,1 0 0,-1 0 0,1 1 0,0-1 0,0 1 0,1 1 0,0-1 0,-6 12 0,7-9 0,1 0 0,-1 0 0,2 1 0,-1-1 0,1 1 0,1-1 0,0 1 0,0 0 0,1-1 0,1 1 0,1 10 0,4 11 0,1 0 0,2-1 0,1 0 0,1 0 0,2-1 0,1-1 0,1 0 0,1-1 0,2-1 0,1-1 0,0 0 0,3-1 0,0-1 0,1-2 0,1 0 0,27 19 0,-36-31 0,1 0 0,0-1 0,0-1 0,1 0 0,0-2 0,1 0 0,-1 0 0,1-2 0,0 0 0,0-1 0,1-1 0,-1-1 0,0 0 0,24-3 0,-20-1 0,0 0 0,-1-2 0,1-1 0,-1 0 0,0-2 0,0 0 0,-1-1 0,0-1 0,-1-1 0,0-1 0,24-21 0,-26 19-341,-1 0 0,0-2-1,24-31 1,-13 8-6485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09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0 24575,'0'16'0,"-35"473"0,-47-3 0,-20-21 0,2-8 0,74-351-1365,17-81-5461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0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1 472 24575,'0'1'0,"1"1"0,-1 0 0,1 0 0,-1-1 0,1 1 0,0 0 0,-1-1 0,1 1 0,0 0 0,0-1 0,0 1 0,1-1 0,-1 1 0,0-1 0,0 0 0,1 0 0,-1 0 0,1 1 0,1 0 0,33 17 0,-18-12 0,1-1 0,0-1 0,0 0 0,1-2 0,-1 0 0,26-1 0,124-6 0,-165 3 0,469-53 5,0-30-36,-278 47-50,182-32-345,452-80 294,5 29 154,-585 96-383,386 13 0,-625 12-6465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24575,'-6'22'0,"-6"47"0,3 1 0,-1 132 0,8-128 0,-20 404 0,-37-2 0,42-387-1365,11-60-5461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1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24575,'24'1'0,"53"2"0,0-3 0,0-4 0,96-17 0,224-70 0,-334 72-682,73-33-1,-97 34-6143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24575,'12'449'0,"-14"-349"-682,-30 199-1,20-229-6143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0 747 24575,'2'2'0,"0"1"0,0-1 0,1 0 0,-1 0 0,0 0 0,1 0 0,-1-1 0,1 1 0,4 1 0,-3 0 0,4 1 0,0 1 0,1-1 0,-1 0 0,1-1 0,0 0 0,0 0 0,0-1 0,1 0 0,-1-1 0,0 0 0,1-1 0,12 0 0,-8-1 0,0-2 0,0 1 0,-1-2 0,1 1 0,-1-2 0,0 0 0,20-11 0,-4-1 0,-2-2 0,0 0 0,-1-2 0,-1-1 0,-1-1 0,28-35 0,-26 27 0,-2-2 0,-1 0 0,-2-2 0,26-56 0,-37 69 0,-1-1 0,-1-1 0,-1 1 0,-1-1 0,-2 0 0,0-1 0,-1 1 0,-2-42 0,-1 60 0,0 0 0,-1-1 0,0 1 0,0 0 0,-1 0 0,0 0 0,0 0 0,0 0 0,0 0 0,-1 1 0,0-1 0,-5-5 0,6 9 0,0 0 0,0 0 0,0 0 0,0 0 0,-1 0 0,1 1 0,-1-1 0,1 1 0,-1 0 0,0 0 0,1 0 0,-1 0 0,0 0 0,0 0 0,1 1 0,-1-1 0,0 1 0,0 0 0,0 0 0,0 0 0,0 0 0,0 1 0,0-1 0,1 1 0,-1-1 0,0 1 0,-5 2 0,-4 3 0,0 0 0,0 0 0,0 1 0,1 0 0,0 1 0,1 0 0,-1 1 0,2 1 0,-1-1 0,1 1 0,1 1 0,-13 18 0,2 2 0,1 1 0,2 0 0,-19 52 0,13-21 0,3 1 0,-12 70 0,25-98 0,1 0 0,2 0 0,2 1 0,1 0 0,7 50 0,-5-76 0,0 0 0,1 0 0,0-1 0,0 1 0,1-1 0,1 0 0,0 0 0,0 0 0,1-1 0,0 0 0,1 0 0,0 0 0,0-1 0,0 0 0,1 0 0,1-1 0,-1 0 0,1-1 0,1 0 0,-1 0 0,1-1 0,0 0 0,0 0 0,0-1 0,0-1 0,1 0 0,0 0 0,16 1 0,3-1 0,-1-1 0,1-2 0,-1 0 0,1-2 0,-1-2 0,0-1 0,35-9 0,195-74 0,-245 83 0,153-66-1365,-128 53-5461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1 234 24575,'3'-2'0,"-1"1"0,1 0 0,0 0 0,-1 0 0,1 0 0,0 0 0,0 1 0,3-1 0,9-3 0,84-33-455,-2-5 0,143-83 0,-212 108-6371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24575,'17'25'0,"40"39"0,3-2 0,68 54 0,148 99 0,-69-55 0,-189-145-1365,-4-5-5461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24575,'0'3'0,"0"0"0,0 0 0,0 0 0,0 0 0,-1 0 0,0 0 0,1 0 0,-3 5 0,1-1 0,-3 20 0,-71 306 0,60-278 0,-3-1 0,-2-1 0,-3-1 0,-31 50 0,15-38-1365,2-6-5461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1077 24575,'38'-1'0,"-11"-2"0,-1-1 0,1-1 0,-1-1 0,0-1 0,0-1 0,-1-2 0,0 0 0,-1-2 0,24-15 0,-16 6 0,-1-1 0,-1-2 0,-1-1 0,-1-2 0,44-53 0,113-174 0,-157 207 0,-1-1 0,-3-2 0,31-88 0,-50 122 0,0 0 0,-1-1 0,-1 0 0,-1 1 0,0-1 0,-1-19 0,-1 31 0,0 1 0,-1-1 0,1 1 0,-1-1 0,0 1 0,0 0 0,0-1 0,-1 1 0,0 0 0,0 0 0,0 0 0,0 0 0,0 0 0,-1 0 0,0 1 0,0-1 0,0 1 0,0 0 0,0 0 0,-1 0 0,1 0 0,-1 0 0,0 1 0,0 0 0,0 0 0,0 0 0,-7-2 0,2 1 0,-1 1 0,1 0 0,-1 0 0,0 1 0,0 0 0,1 1 0,-1 0 0,0 1 0,0 0 0,-17 4 0,11-1 0,1 2 0,0-1 0,0 2 0,0 0 0,-26 18 0,8-1 0,2 1 0,1 2 0,1 1 0,-36 46 0,29-29 0,2 1 0,3 1 0,1 2 0,3 1 0,1 1 0,3 1 0,-29 102 0,44-122 0,1 1 0,2-1 0,2 1 0,1 0 0,1 0 0,5 47 0,0-56 0,0 0 0,1-1 0,2 1 0,0-1 0,2 0 0,0-1 0,1 0 0,2 0 0,20 30 0,-17-34 0,0-1 0,1 0 0,0-1 0,2-1 0,-1 0 0,2-2 0,0 0 0,1-1 0,0 0 0,0-2 0,43 15 0,-18-11 0,0-2 0,1-1 0,1-3 0,84 5 0,-61-13-195,0-3 0,-1-3 0,0-4 0,0-2 0,-1-3 0,123-44 0,-147 42-6631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24575,'1'3'0,"0"1"0,0-1 0,1 1 0,-1-1 0,1 0 0,0 0 0,0 1 0,0-1 0,1-1 0,-1 1 0,4 3 0,2 4 0,15 18 0,2-1 0,0 0 0,2-2 0,1-1 0,0-2 0,54 33 0,6-7 0,111 44 0,-151-70 24,-2 2 0,-1 2 0,-1 1 0,66 55 0,-44-23-767,110 126 1,-166-174-6084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24575,'1'3'0,"1"1"0,-1-1 0,0 0 0,0 1 0,0-1 0,0 1 0,-1-1 0,0 0 0,1 1 0,-1-1 0,-1 1 0,1-1 0,0 1 0,-1-1 0,0 1 0,0 3 0,-22 59 0,18-54 0,-38 81 0,-95 156 0,81-155 0,-59 134 0,113-222-61,-24 68 250,25-67-376,0 1 1,0-1-1,1 1 0,0 0 1,1 0-1,-1 0 1,3 14-1,1-7-6639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24575,'7'183'0,"-8"547"-1365,1-679-5461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0 683 24575,'19'0'0,"53"-3"0,0-4 0,137-30 0,138-61 0,-216 59 0,25-7 0,3 8 0,1 6 0,218-14 0,221 37 0,2 1 0,338-58 0,-529 5 0,-8-28 0,-55 12 0,-225 55-1365,-96 17-5461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7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1172 24575,'25'-10'0,"8"-8"0,-1-1 0,-1-2 0,0 0 0,-2-3 0,-1 0 0,0-2 0,-2-1 0,-1 0 0,28-43 0,-14 13 0,-2-2 0,-4-2 0,-2-1 0,27-78 0,-42 96 0,-2 0 0,13-77 0,-23 97 0,-1 0 0,-2 0 0,-1 0 0,0 0 0,-2 0 0,-9-46 0,10 66 0,0-1 0,0 1 0,0 0 0,-1 0 0,1 0 0,-1 0 0,0 0 0,-1 1 0,1-1 0,0 1 0,-1-1 0,0 1 0,0 0 0,0 0 0,0 0 0,0 0 0,-1 1 0,1-1 0,-1 1 0,0 0 0,0 0 0,0 0 0,0 0 0,0 1 0,0 0 0,0 0 0,0 0 0,0 0 0,-1 1 0,1-1 0,0 1 0,-1 0 0,1 0 0,0 1 0,0-1 0,-5 2 0,-8 2 0,0 0 0,1 1 0,0 1 0,0 0 0,0 1 0,0 1 0,-25 17 0,9-1 0,1 1 0,1 2 0,2 0 0,1 2 0,0 1 0,3 2 0,0 0 0,3 1 0,0 1 0,-29 68 0,30-51 0,1 0 0,4 2 0,1-1 0,3 2 0,2-1 0,2 1 0,1 79 0,6-105 0,3 0 0,0 0 0,1 0 0,2 0 0,1-1 0,1 0 0,2 0 0,0-1 0,2-1 0,28 48 0,-28-55 0,1 1 0,1-2 0,1 0 0,0-1 0,1 0 0,1-2 0,0 0 0,1 0 0,0-2 0,1 0 0,1-1 0,0-1 0,0-1 0,29 9 0,-36-15 9,1 0-1,-1-1 1,1 0-1,0-1 1,0-1 0,0 0-1,0-1 1,0 0-1,0-1 1,-1-1-1,1 0 1,-1-1-1,24-9 1,1-6-380,0-1-1,-1-1 1,38-31 0,-30 21-6455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24575,'36'34'20,"2"-1"0,1-1 0,2-3 0,1-1 0,52 25 0,-29-22-515,0-3 0,138 38 0,-156-54-6331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24575,'-1'6'0,"1"-1"0,-1 0 0,-1 1 0,1-1 0,-4 9 0,-2 6 0,-159 524 0,133-458-1365,21-52-5461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24575,'-4'130'0,"3"72"0,21 44-1365,-17-206-5461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24575,'17'-6'0,"148"-33"0,29-9 0,-150 34 0,-1-1 0,58-30 0,129-75-1365,-202 107-5461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24575,'-7'12'0,"0"-1"0,-17 20 0,19-25 0,0 0 0,0 1 0,0-1 0,1 1 0,0 0 0,0 0 0,0 1 0,1-1 0,1 1 0,-1-1 0,-1 13 0,0 46 0,2 0 0,4 1 0,14 89 0,-3-20 0,-8-56-1365,-2-11-5461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24575,'25'7'0,"3"-2"0,1-2 0,0-2 0,0 0 0,0-2 0,0-1 0,0-1 0,-1-2 0,39-10 0,-8-3 0,0-2 0,102-52 0,-112 47 60,58-39 0,-95 56-195,0-1 0,-1 0 0,0-1 0,0 0 0,-1 0 0,0-1 0,-1 0 0,0-1 0,-1 0 0,7-15 0,-3-7-6691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4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24575,'-1'3'0,"1"-1"0,-1 1 0,0 0 0,1 0 0,-1 1 0,1-1 0,0 0 0,1 6 0,0-1 0,0-1 0,1 1 0,0 0 0,1-1 0,0 1 0,0-1 0,0 0 0,1 0 0,0 0 0,0 0 0,1-1 0,0 1 0,0-1 0,11 10 0,4 2 0,1-2 0,1 0 0,25 14 0,13 4 0,2-2 0,1-4 0,122 38 0,211 31 0,-247-65 0,-130-28 0,-4-1 0,-1 0 0,1 1 0,25 11 0,-38-14 0,0-1 0,0 1 0,0 0 0,0 1 0,0-1 0,0 0 0,0 1 0,0-1 0,0 1 0,0-1 0,-1 1 0,1 0 0,-1 0 0,1 0 0,-1 0 0,0 0 0,0 0 0,0 0 0,0 0 0,0 0 0,0 0 0,0 1 0,-1-1 0,1 0 0,-1 1 0,0-1 0,0 0 0,0 1 0,0-1 0,0 5 0,-3 3 0,0 0 0,-1-1 0,0 1 0,0-1 0,-1 0 0,-11 17 0,-43 49 0,37-50 0,-295 320 0,-94 120 0,409-463 0,-22 30 0,-34 60 0,53-83 0,1-1 0,0 1 0,0 0 0,1 0 0,0 0 0,1 1 0,0-1 0,0 1 0,1-1 0,0 1 0,1 0 0,1 18 0,1-23 0,0 1 0,0-1 0,0 1 0,0-1 0,1 0 0,0 0 0,0-1 0,0 1 0,0 0 0,1-1 0,0 0 0,0 0 0,0 0 0,0 0 0,1-1 0,0 1 0,-1-1 0,1 0 0,0-1 0,0 1 0,1-1 0,-1 0 0,11 2 0,4 1 0,-1-1 0,2-1 0,-1 0 0,0-2 0,28-1 0,-7-2 0,0-3 0,-1-1 0,69-20 0,113-52 0,-134 44 0,-45 20-1365,-10 6-5461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67 290 24575,'7'0'0,"0"-1"0,1 0 0,-1 0 0,0 0 0,0-1 0,0 0 0,0-1 0,0 1 0,-1-1 0,1-1 0,-1 1 0,0-1 0,0 0 0,0-1 0,0 1 0,-1-1 0,1 0 0,-1-1 0,-1 1 0,1-1 0,-1 0 0,4-7 0,-5 7 0,1 0 0,-1 0 0,-1-1 0,1 1 0,-1-1 0,-1 1 0,1-1 0,-1 0 0,0 0 0,0 0 0,-1 0 0,0 1 0,0-1 0,-1 0 0,0 0 0,0 0 0,0 0 0,-1 1 0,0-1 0,-1 1 0,1-1 0,-1 1 0,-4-7 0,5 10 3,1 1 0,-1-1 0,1 1 0,-1-1 0,0 1 0,0 0 0,0 0 0,0 0 0,0 0-1,0 0 1,0 1 0,-1-1 0,1 1 0,-1-1 0,1 1 0,-1 0 0,0 0 0,1 0 0,-1 0 0,0 0 0,0 1-1,1-1 1,-1 1 0,0 0 0,0 0 0,0 0 0,0 0 0,0 0 0,1 1 0,-1-1 0,0 1 0,0 0 0,0 0 0,1 0-1,-1 0 1,1 0 0,-1 1 0,1-1 0,-1 1 0,-2 2 0,-5 4-189,0 0 1,1 0-1,0 1 0,0 0 1,1 1-1,1 0 1,-12 20-1,-8 21-6640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9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1067 15 24575,'-2'-1'0,"-1"-1"0,1 1 0,0-1 0,0 1 0,-1 0 0,1 0 0,-1 0 0,1 0 0,-1 0 0,0 0 0,1 1 0,-1-1 0,-5 1 0,-37 1 0,37 0 0,-27 3 0,1 2 0,-1 1 0,1 2 0,1 1 0,0 2 0,0 1 0,1 2 0,1 1 0,1 1 0,-35 26 0,19-9 0,2 3 0,1 1 0,2 2 0,1 2 0,-50 70 0,71-87 0,2 1 0,0 1 0,2 1 0,-21 52 0,32-68 0,0 0 0,1-1 0,1 1 0,0 0 0,0 0 0,1 0 0,1 0 0,0 1 0,0-1 0,1 0 0,1 0 0,0 0 0,1 0 0,0-1 0,7 18 0,0-9 0,2-1 0,0 0 0,1 0 0,1-1 0,0-1 0,1 0 0,1-1 0,1-1 0,0 0 0,37 23 0,12 1 0,128 58 0,-115-64 0,74 36 0,-139-61 0,-1 0 0,0 0 0,0 2 0,-1-1 0,0 2 0,-1 0 0,0 0 0,11 15 0,-16-17 0,-1-1 0,0 1 0,-1-1 0,0 1 0,0 0 0,-1 1 0,0-1 0,0 1 0,-1-1 0,-1 1 0,0 0 0,0 11 0,-1-6 0,-1 0 0,-1 0 0,-1 1 0,0-1 0,-1-1 0,0 1 0,-8 15 0,-4 5 0,-2-2 0,-1 0 0,-2-1 0,-1-1 0,-37 41 0,26-36 0,-2-2 0,-1-1 0,-2-2 0,-1-1 0,-1-2 0,-57 29 0,65-40 0,-1-3 0,0 0 0,-1-2 0,0-1 0,-1-2 0,0-2 0,0-1 0,-1-1 0,-47-1 0,70-4 30,0-1 0,0 0 0,-15-4 0,25 4-129,-1 0 0,0 0 0,0 0 0,1-1 0,-1 1 0,1-1 0,-1 0 0,1 0 0,-1 0 0,1-1 0,0 1 0,0-1 0,1 0 0,-4-3 0,-5-11-6727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1593 1 24575,'-22'33'0,"9"-10"0,-368 557-44,-36-26-489,-83-10 551,286-321-1305,168-174-5058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1179 24575,'0'0'0,"-7"18"0,7-17 0,-181 528 0,178-522 0,-6 19 0,1 0 0,2 0 0,0 0 0,2 1 0,0 0 0,1 29 0,3-52 0,1 0 0,-1 0 0,1 0 0,0 0 0,0 0 0,0 0 0,0-1 0,0 1 0,1 0 0,0-1 0,0 1 0,3 4 0,-3-6 0,0 0 0,-1 0 0,1-1 0,0 1 0,0-1 0,1 1 0,-1-1 0,0 0 0,0 0 0,1 0 0,-1 0 0,1 0 0,-1-1 0,0 1 0,1-1 0,-1 1 0,1-1 0,0 0 0,-1 0 0,4 0 0,7-2 0,-1 0 0,0-1 0,0 0 0,0-1 0,-1 0 0,1-1 0,-1 0 0,0-1 0,18-13 0,-5 2 0,-2 0 0,0-2 0,23-25 0,-31 28 0,-1 0 0,0-1 0,-2 0 0,0-1 0,-1 0 0,0-1 0,-2 0 0,0 0 0,-1-1 0,-1 0 0,6-38 0,-10 42 0,-1 0 0,0 0 0,-1 0 0,0 0 0,-2 0 0,0 0 0,-1 0 0,0 0 0,-1 1 0,-1-1 0,0 1 0,-2 0 0,1 1 0,-2-1 0,-16-23 0,19 31 0,0 0 0,-1 1 0,1-1 0,-2 1 0,1 1 0,-1-1 0,1 1 0,-1 0 0,-1 1 0,1 0 0,-1 0 0,1 0 0,-1 1 0,0 0 0,-1 1 0,1 0 0,0 0 0,-1 0 0,1 1 0,-1 1 0,1-1 0,-1 1 0,1 1 0,-1 0 0,1 0 0,0 0 0,-1 1 0,1 1 0,0-1 0,0 1 0,0 1 0,0-1 0,1 1 0,0 1 0,-1-1 0,1 1 0,1 1 0,-1-1 0,1 1 0,-9 10 0,10-10 0,1-1 0,-1 2 0,1-1 0,0 1 0,0-1 0,1 1 0,0 0 0,0 0 0,0 1 0,1-1 0,-1 10 0,2-14 0,1 0 0,0 0 0,0 0 0,0 0 0,0 0 0,0 0 0,1 1 0,-1-1 0,1 0 0,0 0 0,0-1 0,0 1 0,0 0 0,1 0 0,-1 0 0,1-1 0,-1 1 0,1-1 0,0 1 0,0-1 0,0 0 0,1 0 0,-1 1 0,0-2 0,1 1 0,-1 0 0,1 0 0,0-1 0,0 0 0,4 2 0,2 0 0,0 0 0,0-1 0,0 0 0,0 0 0,0-1 0,0-1 0,0 1 0,11-2 0,4-1 0,-1-2 0,30-7 0,0-5 3,0-3-1,-1-1 1,-1-3 0,-2-2-1,0-2 1,76-58-1,-47 25-124,-4-3-1,-2-4 0,63-76 0,-59 53 64,102-161 0,-134 179 65,-3-3 0,-4 0 0,28-83 0,-61 146-6,25-80 0,-26 81 0,-1 0 0,0 0 0,-1 0 0,0 0 0,-1-1 0,-2-13 0,2 24 6,0 0 1,0 0 0,0-1 0,0 1-1,0 0 1,-1 0 0,1 0 0,0-1 0,-1 1-1,1 0 1,-1 0 0,1 0 0,-1 0-1,0 0 1,0 0 0,1 0 0,-1 0-1,0 0 1,0 0 0,0 0 0,0 1-1,0-1 1,0 0 0,0 1 0,0-1-1,0 1 1,0-1 0,0 1 0,-1-1-1,1 1 1,0 0 0,0-1 0,0 1-1,-1 0 1,1 0 0,0 0 0,0 0-1,0 0 1,-1 0 0,1 0 0,-2 1-1,-3 1 35,-1 0 0,1 0-1,0 1 1,-1 0-1,1 0 1,-9 6-1,-10 10-40,1 0 0,0 2 0,2 0 0,1 2 0,0 0 0,-30 47 0,6 1 0,-48 103 0,35-44-182,6 3 0,6 1-1,6 3 1,-44 280 0,30 79 248,25 4-33,-3 36-360,-30-10-724,-11-196 774,59-285 280,-2-1-1,-1 0 1,-3-1 0,-2-1-1,-26 39 1,37-66-5,0 0 1,0 0-1,-2-2 1,0 1-1,0-2 1,-1 1-1,-21 13 1,25-20 11,1-1 1,-1 0 0,1-1-1,-1 0 1,-1 0 0,1-1-1,0-1 1,-1 1 0,1-2-1,-1 1 1,0-2-1,0 1 1,-17-3 0,11-1 95,-1 0 1,2-2-1,-1 0 1,0-1 0,1 0-1,0-2 1,1 0-1,-1 0 1,2-1-1,-1-1 1,1-1-1,1 0 1,0-1-1,0 0 1,-20-27-1,12 12-29,2-1-1,1-1 0,1 0 0,1-1 0,2-1 1,1-1-1,-12-43 0,14 28-76,2 1 0,2-1 0,3 0 0,1-1 0,2 1 0,3-1 0,2 1 0,1 0 0,3 0 0,2 1 0,20-59 0,-10 47 0,3 0 0,2 2 0,3 1 0,2 1 0,2 2 0,3 1 0,2 1 0,53-54 0,-61 73 0,1 2 0,2 2 0,0 0 0,2 3 0,1 0 0,1 2 0,1 2 0,0 2 0,1 1 0,1 2 0,1 1 0,0 2 0,1 2 0,70-8 0,-47 15-682,76 5-1,-59 4-6143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1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24575,'0'0'0,"0"0"0,0 2 0,0 7 0,1 16 0,1 25 0,1 34 0,0 33 0,0 25 0,-2 16 0,-2 8 0,-1-2 0,-1-5 0,0-12 0,1-16 0,0-19 0,-2-25 0,-1-28-8191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1 474 24575,'0'0'0,"25"1"0,0-4 0,0-1 0,0-2 0,0 0 0,27-11 0,97-45 0,-134 55 0,350-186 0,-135 66 0,-214 119 0,0 0 0,1 1 0,-1 0 0,1 1 0,35-6 0,-47 11 0,0 0 0,0 1 0,0 0 0,1 0 0,-1 0 0,0 1 0,0 0 0,1 0 0,-1 0 0,0 1 0,0-1 0,0 1 0,-1 0 0,1 1 0,0-1 0,-1 1 0,1 0 0,-1 0 0,0 0 0,0 0 0,0 1 0,-1 0 0,1 0 0,3 6 0,1 3 0,0-1 0,-1 2 0,-1-1 0,0 1 0,-1 0 0,-1 0 0,6 30 0,-4 3 0,2 57 0,-6-32 0,-3 0 0,-3 0 0,-3-1 0,-3 0 0,-21 72 0,29-137 0,1 1 0,0-1 0,-1 0 0,0 0 0,-1 0 0,1 0 0,-1 0 0,0 0 0,-6 7 0,9-13 0,-1 0 0,1 1 0,0-1 0,-1 0 0,1 1 0,-1-1 0,1 0 0,-1 0 0,1 0 0,-1 1 0,1-1 0,0 0 0,-1 0 0,1 0 0,-1 0 0,1 0 0,-1 0 0,1 0 0,-1 0 0,1 0 0,-1 0 0,1 0 0,-1 0 0,1 0 0,-1 0 0,1 0 0,-1-1 0,1 1 0,-1 0 0,1 0 0,0-1 0,-1 1 0,1 0 0,-1 0 0,1-1 0,0 1 0,-1-1 0,1 1 0,0 0 0,-1-1 0,1 1 0,0-1 0,-1 0 0,-10-23 0,5 5 0,1-1 0,1 0 0,1-1 0,1 1 0,1 0 0,0-1 0,4-22 0,2-15 0,18-72 0,-9 67 0,35-97 0,-38 133 0,0 1 0,2 0 0,1 1 0,1 0 0,36-45 0,-46 64 0,0 0 0,1 1 0,0-1 0,0 1 0,1 0 0,-1 1 0,1 0 0,0 0 0,0 0 0,12-4 0,-14 7 0,0 0 0,1 0 0,-1 0 0,0 0 0,1 1 0,-1 0 0,0 0 0,1 1 0,-1-1 0,0 1 0,1 0 0,-1 1 0,0-1 0,0 1 0,0 0 0,7 4 0,2 2 0,0 2 0,-1-1 0,0 2 0,0 0 0,-1 0 0,-1 1 0,0 1 0,15 21 0,1 7 0,35 72 0,-4 26 0,-27-59 0,-31-80 0,0 1 0,0-1 0,0 1 0,0 0 0,0-1 0,1 1 0,-1-1 0,0 1 0,0-1 0,1 1 0,-1-1 0,0 1 0,1-1 0,-1 1 0,0-1 0,1 0 0,-1 1 0,1-1 0,-1 0 0,1 1 0,-1-1 0,1 0 0,-1 1 0,1-1 0,-1 0 0,1 0 0,-1 0 0,1 1 0,-1-1 0,1 0 0,0 0 0,-1 0 0,1 0 0,-1 0 0,1 0 0,-1 0 0,1 0 0,0 0 0,-1 0 0,1-1 0,-1 1 0,1 0 0,-1 0 0,1 0 0,-1-1 0,1 1 0,-1 0 0,1-1 0,-1 1 0,1 0 0,-1-1 0,0 1 0,1-2 0,22-28 0,-21 27 0,51-95 0,64-162 0,-115 255 0,-1 2 0,0 0 0,0 0 0,0 1 0,1-1 0,-1 0 0,1 1 0,0-1 0,3-3 0,-5 6 0,0 0 0,1 0 0,-1 0 0,0 0 0,0-1 0,1 1 0,-1 0 0,0 0 0,1 0 0,-1 0 0,0 0 0,1 0 0,-1 0 0,0 0 0,1 0 0,-1 0 0,0 0 0,1 0 0,-1 0 0,0 0 0,1 0 0,-1 0 0,0 0 0,1 0 0,-1 1 0,0-1 0,1 0 0,-1 0 0,12 16 0,-4 3 0,-1 1 0,-1-1 0,-1 1 0,6 37 0,2 89 0,-11-112 0,7 390-1365,-10-388-5461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380 136 24575,'-2'-1'0,"0"0"0,-1 0 0,1 1 0,-1-1 0,1 0 0,-1 1 0,1-1 0,-1 1 0,0 0 0,-3 0 0,-2 0 0,-6-1 0,-1 0 0,1 1 0,0 1 0,0 1 0,-1 0 0,1 0 0,0 2 0,1-1 0,-1 2 0,1 0 0,0 1 0,0 0 0,0 1 0,1 0 0,0 1 0,-12 10 0,15-11 0,1 1 0,-1 0 0,2 0 0,-1 1 0,1 0 0,1 0 0,0 1 0,0 0 0,1 0 0,0 0 0,0 0 0,1 1 0,1 0 0,0 0 0,0 0 0,1 0 0,1 0 0,-1 1 0,2-1 0,1 21 0,-1-27 0,0-1 0,1 0 0,-1 0 0,1 0 0,0 0 0,1 0 0,-1 0 0,0 0 0,1 0 0,0 0 0,0-1 0,0 1 0,1-1 0,-1 1 0,1-1 0,-1 0 0,1 0 0,0 0 0,1 0 0,-1-1 0,0 1 0,1-1 0,-1 0 0,1 0 0,0 0 0,0 0 0,-1-1 0,1 1 0,0-1 0,1 0 0,-1-1 0,0 1 0,0 0 0,0-1 0,0 0 0,0 0 0,1-1 0,-1 1 0,0-1 0,0 1 0,5-3 0,3-1 0,1-1 0,-1 0 0,-1-1 0,1 0 0,-1-1 0,0 0 0,16-13 0,-9 3 0,1-1 0,-2 0 0,15-21 0,-31 39 0,-1-1 0,0 1 0,0-1 0,0 1 0,1 0 0,-1-1 0,0 1 0,0 0 0,1-1 0,-1 1 0,0 0 0,1 0 0,-1-1 0,0 1 0,1 0 0,-1 0 0,0-1 0,1 1 0,-1 0 0,1 0 0,-1 0 0,0 0 0,1 0 0,-1-1 0,1 1 0,-1 0 0,0 0 0,1 0 0,-1 0 0,1 0 0,-1 0 0,1 0 0,-1 1 0,0-1 0,1 0 0,-1 0 0,1 0 0,-1 0 0,0 0 0,1 1 0,-1-1 0,11 22 0,0 47 0,-10-55 0,5 31 0,-5-23 0,2 0 0,0 0 0,2 0 0,0-1 0,2 0 0,9 23 0,-15-42 0,-1 0 0,1 0 0,0 0 0,0 0 0,1-1 0,-1 1 0,0 0 0,1-1 0,-1 1 0,0 0 0,1-1 0,0 0 0,-1 1 0,1-1 0,0 0 0,0 0 0,0 0 0,0 0 0,0 0 0,0-1 0,0 1 0,0 0 0,0-1 0,0 0 0,0 1 0,0-1 0,0 0 0,1 0 0,-1 0 0,0 0 0,0-1 0,0 1 0,0-1 0,0 1 0,4-2 0,0-1 0,0-1 0,0 1 0,0-1 0,0-1 0,0 1 0,-1-1 0,0 0 0,0 0 0,8-11 0,4-9 0,-2 0 0,0-1 0,-2 0 0,-1-1 0,-1-1 0,-2 0 0,0 0 0,4-34 0,-3 5 0,-3 0 0,-2-1 0,-4-70 0,-9 38 0,22 110 0,34 68 30,4-2 0,4-3 0,90 105 0,-114-154-80,2-1-1,1-1 1,66 44 0,-72-57-164,2-1 0,0-2 0,1-1 0,0-2 0,59 16 0,-60-22-6612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24575,'0'0'0,"0"3"0,-2 5 0,-5 19 0,-9 31 0,-11 35 0,-11 33 0,-8 24 0,-5 12 0,2-6 0,2-12 0,4-20 0,10-31-8191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0 523 24575,'26'-5'0,"767"-169"-206,-63 11-133,10 49 160,-404 90 179,52-5 0,-343 22-1245,-15 1-4977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4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1246 24575,'6'33'0,"13"71"0,35 107 0,-35-152 0,3-1 0,2-1 0,39 67 0,-51-104 0,1-1 0,1 0 0,1 0 0,0-2 0,1 0 0,1 0 0,1-2 0,20 15 0,-25-22 0,-1 0 0,1-1 0,0 0 0,1-1 0,0-1 0,0 0 0,0-1 0,0 0 0,1-2 0,-1 1 0,1-2 0,0 0 0,29-1 0,-11-5 0,1-2 0,-1-1 0,0-1 0,-1-2 0,0-1 0,0-1 0,-2-2 0,0-1 0,29-21 0,22-21 0,132-121 0,867-875 0,-949 921 0,27-29 0,225-213 0,-343 343-1365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4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1 825 24575,'2'-1'0,"0"1"0,0-1 0,0 0 0,0 1 0,0-1 0,0 1 0,0 0 0,0-1 0,4 1 0,7-1 0,41-11 0,0-3 0,0-2 0,98-47 0,142-97 0,-62 16 0,-90 54 0,222-107 0,-315 177 0,0 1 0,1 3 0,1 2 0,0 2 0,1 2 0,0 3 0,1 2 0,101 1 0,-92 11 0,-2 2 0,1 3 0,-1 3 0,-1 2 0,-1 3 0,0 2 0,-1 3 0,77 44 0,28 32 0,205 164 0,-293-208 0,-44-33 0,87 60 0,-103-74 0,1 0 0,0-2 0,1 0 0,0 0 0,0-2 0,20 5 0,-34-9 0,0-1 0,1 1 0,-1-1 0,1 0 0,-1 1 0,0-1 0,1 0 0,-1-1 0,1 1 0,-1 0 0,1-1 0,-1 0 0,0 1 0,0-1 0,1 0 0,2-1 0,-4 0 0,1 1 0,-1-1 0,0 1 0,1-1 0,-1 1 0,0-1 0,0 0 0,0 0 0,0 0 0,-1 1 0,1-1 0,0 0 0,-1 0 0,1 0 0,-1 0 0,0 0 0,1 0 0,-1 0 0,0 0 0,0-3 0,-1-11 0,-1 0 0,0 0 0,-1 0 0,0 0 0,-2 0 0,1 1 0,-2 0 0,-9-18 0,-5-6 0,-45-65 0,36 62 0,-2 3 0,-1 0 0,-3 2 0,-1 1 0,-1 3 0,-2 0 0,-1 3 0,-1 1 0,-47-23 0,136 43 0,-24 9 0,-1 1 0,0 1 0,0 1 0,41 12 0,-52-12 0,0 1 0,0 0 0,0 1 0,-1 1 0,0-1 0,0 2 0,0 0 0,-1 0 0,0 1 0,14 14 0,-23-21 0,0 1 0,0-1 0,0 0 0,0 1 0,-1-1 0,1 1 0,-1-1 0,1 1 0,-1-1 0,0 1 0,1-1 0,-1 1 0,0-1 0,0 1 0,0-1 0,0 1 0,0 0 0,0-1 0,-1 1 0,1-1 0,-1 1 0,1-1 0,-1 1 0,1-1 0,-2 3 0,-26 37 0,22-33 0,-37 46 0,-2-3 0,-3-1 0,-94 77 0,128-120 89,-3 4-1543,6-1-5372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24575,'5'35'0,"0"-5"0,76 520 0,-75-487-273,-2 0 0,-4 0 0,-2 0 0,-12 72 0,3-74-6553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3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163 196 24575,'13'-3'0,"233"-77"0,-173 52 0,0 3 0,138-26 0,-188 47 0,1 2 0,-1 0 0,1 2 0,-1 0 0,1 2 0,-1 1 0,1 0 0,-1 2 0,0 1 0,-1 0 0,1 2 0,-1 0 0,32 19 0,-40-19 0,0 1 0,0 1 0,-1 0 0,-1 1 0,1 0 0,-2 1 0,0 0 0,0 1 0,-1 0 0,0 1 0,7 14 0,-8-10 0,-1 1 0,-1-1 0,-1 1 0,0 0 0,-2 0 0,0 1 0,-1-1 0,1 40 0,-5-12 0,-2 0 0,-3 0 0,-1 0 0,-3-1 0,-1-1 0,-3 0 0,-1 0 0,-3-1 0,-33 60 0,14-38 0,-3-2 0,-2-2 0,-4-2 0,-2-2 0,-67 64 0,73-83 17,-1-1 0,-1-2 1,-3-2-1,0-3 0,-2-1 0,-56 24 0,78-43-51,-1-1 1,1-1-1,-1-1 1,-1-2-1,-51 5 1,59-10-110,-1-1 1,1 0-1,0-2 0,0-1 1,0-1-1,0 0 0,1-1 1,-35-15-1,4-4-6683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1661 24575,'0'6'0,"1"0"0,0 0 0,1 0 0,-1 0 0,1 0 0,0-1 0,1 1 0,-1 0 0,1-1 0,0 0 0,0 0 0,7 8 0,-3-4 0,1-1 0,-1 0 0,1 0 0,1-1 0,-1 0 0,11 6 0,-4-5 0,-1-2 0,1 0 0,0 0 0,0-1 0,0-1 0,1-1 0,-1 0 0,1-1 0,0 0 0,0-2 0,20 0 0,5-4 0,0-1 0,-1-1 0,48-15 0,15-11 0,-2-4 0,101-51 0,186-115 0,-339 175 0,1002-596 0,-911 532 0,221-104 0,-329 176 0,-26 15 0,0 0 0,1 1 0,-1 0 0,0 0 0,1 0 0,12-3 0,638-141 0,-576 126-14,99-40 0,73-46 152,48-19-1613,-272 116-5351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1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24575,'0'0'0,"1"1"0,-1 1 0,4 4 0,1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2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24575,'0'63'0,"0"-63"0,0 0 0,0 0 0,0 0 0,0 0 0,0 0 0,0 0 0,0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4280 114 24575,'-7'-16'0,"4"13"0,0 1 0,0-1 0,-1 0 0,1 1 0,-1 0 0,1 0 0,-1 0 0,0 0 0,0 1 0,0-1 0,-7 0 0,7 0 0,-46-12 0,0 3 0,-79-9 0,-43 4-271,-1 8 0,-199 15-1,-345 82-542,224 22 785,386-79 11,2 4 1,-149 73-1,230-98 16,1 1-1,0 1 1,1 2 0,1 0 0,0 1 0,1 1 0,-24 25 0,41-38 1,0-1 1,0 1-1,0 0 1,0-1-1,1 1 0,0 0 1,0 1-1,0-1 1,0 0-1,1 0 0,0 1 1,0-1-1,0 1 1,0-1-1,0 1 0,1 0 1,0-1-1,0 1 1,1-1-1,-1 1 0,1-1 1,0 1-1,0-1 1,0 1-1,1-1 0,1 5 1,3 1 26,1-1 0,-1 0 0,1 0 0,1-1 0,0 1 0,0-2 0,1 1 0,0-1 0,0-1 0,10 7 0,32 17 313,1-2 1,1-3-1,72 25 0,179 42-502,-289-87 152,545 131-832,-124-32 856,-351-82-13,-1 3 0,85 38 0,-153-56 0,-1 1 0,0 0 0,0 1 0,-1 1 0,0 0 0,-1 0 0,21 22 0,-29-26 0,-1 0 0,1 0 0,-1 1 0,0-1 0,-1 1 0,1 0 0,-1 0 0,-1 0 0,1 1 0,-1-1 0,-1 0 0,1 1 0,-1 0 0,0-1 0,-1 1 0,0-1 0,0 1 0,-1 0 0,-1 9 0,-2-3 0,0 1 0,0 0 0,-1-1 0,-1 0 0,-1 0 0,0-1 0,0 0 0,-11 14 0,-1-2 0,-1-2 0,-1 0 0,-30 26 0,-1-7-22,-1-2-1,-2-2 1,-1-3-1,-76 35 1,-263 87-60,122-72-387,-3-13-1,-3-11 1,-545 45 0,646-96 398,0-7 1,-289-33 0,430 25-197,0-2 0,-45-14 0,45 7-3737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24575,'0'0'0,"0"2"0,1 0 0,1 9 0,2 21 0,-3 35 0,-5 36 0,-9 31 0,-9 20 0,-9 7 0,-9-1 0,-4-12 0,-2-17 0,2-22 0,4-24 0,9-26 0,10-24 0,9-17-8191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24575,'0'0'0,"0"2"0,0 0 0,0 4 0,0 7 0,0 10 0,0 19 0,0 20 0,0 20 0,-6 10 0,-1-12-8191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0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24575,'3'20'0,"28"271"-409,-10 515 0,-97 199-517,11-211-170,52 2 1231,38-419-223,83 420 0,155 354 337,-242-1084 108,-18-61-6273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01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1 585 24575,'33'1'0,"52"-4"0,-50 0 0,630-90-501,-8-58-700,-327 66 1201,316-72 0,-463 122 0,285-20 0,-396 52-16,0 2-1,1 4 1,-1 3 0,128 28-1,-168-26 15,0 1 0,0 2 0,-2 1 0,1 1-1,-1 2 1,-1 1 0,-1 1 0,0 1-1,-2 2 1,0 1 0,-1 1 0,38 42-1,-39-32 3,-2 1 0,-2 1 0,-1 0 0,-1 1 0,-2 1 0,-2 1 0,-1 0 0,-2 1 0,8 46 0,-2 20 0,-5 1 0,-2 128 0,-30 487 419,0-244 10,28 2-220,20-174-391,70 316 0,110 291-404,-82-382 445,-9 96-112,-101-490 217,-6 1 1,-13 225-1,0-316 296,-1 1 1,-3-1-1,-2 0 0,-1-1 1,-19 49-1,23-78-226,0-1 0,-1 0 0,0-1 0,-1 1 0,-1-2 0,0 1 0,-1-1 0,0-1 0,-1 1 0,0-2 0,-1 0 0,0 0-1,0-1 1,-1 0 0,0-1 0,-1-1 0,0 0 0,-27 9 0,-3-4-34,-2-1 0,1-3 0,-73 4 0,-145-8 0,237-4 0,-783-33 0,-102-2 0,693 38 0,0 10 0,-250 47 0,455-58 0,-30 9 0,36-7 0,0-1 0,0 0 0,-1-1 0,1 1 0,-14 1 0,3-12 0,-46-16-214,0 3 0,-128-24 0,153 37-509,-85-16-6103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1005 97 24575,'-35'-16'0,"5"10"0,1 1 0,-1 1 0,0 2 0,-1 1 0,1 1 0,0 1 0,0 2 0,0 1 0,1 1 0,-1 2 0,1 1 0,0 1 0,1 2 0,0 0 0,1 2 0,-39 25 0,26-10 0,1 2 0,1 2 0,2 1 0,1 2 0,2 1 0,1 2 0,2 1 0,2 1 0,2 2 0,-28 57 0,46-80 0,1 0 0,0 0 0,2 0 0,0 1 0,1 0 0,1 0 0,1 0 0,1 0 0,1 0 0,0 0 0,2 0 0,0 0 0,1 0 0,1 0 0,1 0 0,1-1 0,0 0 0,2 0 0,0-1 0,1 0 0,1 0 0,0-1 0,1 0 0,26 28 0,-10-17 0,0-1 0,2-2 0,2-1 0,0-1 0,1-1 0,1-2 0,1-2 0,0-1 0,1-1 0,1-2 0,1-2 0,46 10 0,-16-9 0,1-3 0,0-3 0,0-2 0,1-4 0,-1-3 0,71-10 0,-44 0 0,-1-4 0,111-33 0,-174 40 0,0-2 0,-1-1 0,-1-2 0,0 0 0,0-2 0,-2-1 0,0-2 0,-1 0 0,-1-2 0,29-30 0,-44 39 0,0 0 0,-1 0 0,-1-1 0,0 0 0,-1 0 0,0-1 0,-1 0 0,-1 0 0,0 0 0,-1-1 0,0 0 0,-2 0 0,1 0 0,-2 0 0,0 0 0,-1-22 0,-3 11 0,-1 0 0,-1 1 0,-1-1 0,-1 1 0,-1 0 0,-1 1 0,-2 0 0,-23-40 0,-5 0 0,-3 1 0,-83-95 0,89 119 0,-2 2 0,-1 1 0,-1 2 0,-75-47 0,87 65 0,0 2 0,-1 0 0,0 2 0,-1 1 0,-1 2 0,0 0 0,0 2 0,-45-4 0,33 9 0,0 1 0,-1 2 0,1 2 0,0 2 0,-69 17 0,84-15-227,0 0-1,1 2 1,0 1-1,0 1 1,-32 19-1,31-11-6598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5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24575,'0'0'0,"-8"18"0,6-7 0,0 0 0,1 0 0,0 0 0,1 0 0,1 0 0,-1-1 0,4 18 0,22 76 0,-22-89 0,49 134 0,0-3 0,-50-134-341,0 1 0,-1-1-1,1 19 1,-3-17-6485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24575,'0'0'0,"0"0"0,0 0 0,0 0 0,6-1 0,66-28 0,-29 11 0,72-20 0,-99 35 0,-1 0 0,1 0 0,0 2 0,0 0 0,0 1 0,0 0 0,0 1 0,26 6 0,-16 0 0,-1 2 0,-1 0 0,1 2 0,-1 0 0,-1 2 0,0 1 0,-1 0 0,-1 2 0,0 0 0,-1 2 0,0 0 0,-2 1 0,0 1 0,20 30 0,-34-43 0,0 0 0,0 0 0,0 0 0,-1 1 0,0-1 0,-1 1 0,0 0 0,0 0 0,0 0 0,-1 0 0,0 0 0,-1 0 0,0 0 0,0 0 0,-1 1 0,0-1 0,0 0 0,-1 0 0,-3 11 0,0-7 0,0 0 0,-1 0 0,0 0 0,-1-1 0,-1 0 0,1 0 0,-2-1 0,0 0 0,0 0 0,0-1 0,-14 10 0,-6 2-114,-2-2 1,0-2-1,0 0 0,-2-3 0,0 0 1,0-2-1,-1-2 0,-1 0 0,0-3 1,0-1-1,-57 2 0,63-7-6712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1443 72 24575,'0'0'0,"-17"-10"0,-5 0 0,0 0 0,-1 2 0,0 1 0,0 0 0,-1 2 0,-40-4 0,0 4 0,-83 5 0,94 3 0,1 2 0,0 2 0,0 3 0,1 2 0,0 2 0,1 3 0,1 1 0,1 3 0,0 2 0,2 2 0,1 1 0,1 3 0,1 2 0,2 1 0,1 3 0,1 1 0,3 1 0,-38 50 0,62-71 0,0 0 0,2 0 0,0 1 0,1 1 0,1-1 0,0 1 0,1 1 0,1-1 0,1 1 0,1 0 0,0 1 0,2-1 0,0 1 0,1-1 0,1 1 0,1-1 0,4 24 0,5 16 0,4-1 0,2-1 0,36 87 0,96 155 0,-113-238 0,2-2 0,3-2 0,2-2 0,58 59 0,-72-87 0,1 0 0,1-2 0,2-1 0,0-2 0,1-1 0,2-2 0,0-1 0,73 26 0,-53-28 0,0-2 0,1-3 0,1-2 0,94 3 0,-77-13 0,0-2 0,0-4 0,82-19 0,195-62 0,-296 70 0,-2-2 0,0-3 0,-1-2 0,61-40 0,-94 52 0,0-1 0,-1-1 0,-1 0 0,-1-1 0,0-1 0,-1-1 0,-1 0 0,18-29 0,-25 34 0,0 0 0,-1 0 0,0-1 0,-1 0 0,-1 0 0,0 0 0,-1-1 0,-1 1 0,0-1 0,-1 1 0,0-1 0,-1 0 0,-1 0 0,-3-18 0,-3 2 0,-2 1 0,-1 0 0,-1 0 0,-1 1 0,-2 1 0,-1 0 0,-23-32 0,-3 3 0,-3 2 0,-60-59 0,-274-215 0,69 68 0,274 228 0,-95-83 0,114 104 0,0 1 0,0 1 0,-2 0 0,1 1 0,-1 0 0,-31-9 0,36 16-195,0 0 0,1 1 0,-1 0 0,0 1 0,1 0 0,-22 4 0,7-1-6631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0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24575,'0'-1'0,"0"1"0,0 0 0,0 0 0,0-1 0,0 1 0,0 0 0,0-1 0,0 1 0,0 0 0,0 0 0,0-1 0,0 1 0,0 0 0,1 0 0,-1-1 0,0 1 0,0 0 0,0 0 0,0-1 0,1 1 0,-1 0 0,0 0 0,0 0 0,0 0 0,1-1 0,-1 1 0,0 0 0,0 0 0,1 0 0,-1 0 0,0 0 0,0-1 0,1 1 0,-1 0 0,0 0 0,0 0 0,1 0 0,-1 0 0,3 0 0,0 0 0,0 0 0,0 1 0,0-1 0,-1 1 0,1-1 0,0 1 0,0 0 0,-1 0 0,1 0 0,0 1 0,-1-1 0,1 1 0,-1-1 0,0 1 0,1 0 0,-1 0 0,0 0 0,0 0 0,0 0 0,0 0 0,-1 1 0,1-1 0,-1 0 0,1 1 0,-1 0 0,0-1 0,0 1 0,0 0 0,0-1 0,0 1 0,-1 0 0,1 4 0,1 9 0,-1 1 0,0 0 0,-1-1 0,-4 26 0,3-27 0,-23 220 0,24-250 0,-1 0 0,-6-30 0,-2-18 0,7 34 0,-1 3 0,2 0 0,0 1 0,7-50 0,-6 74 0,1 0 0,-1 0 0,1 0 0,-1 1 0,1-1 0,0 0 0,-1 0 0,1 1 0,0-1 0,-1 0 0,1 1 0,0-1 0,0 1 0,0-1 0,-1 1 0,1-1 0,0 1 0,0-1 0,0 1 0,1 0 0,24-7 0,-17 5 0,-3 1 0,1-1 0,-1 2 0,1-1 0,-1 1 0,1 0 0,-1 0 0,1 1 0,-1 0 0,1 0 0,-1 0 0,11 4 0,-7 0 0,1-1 0,-1 2 0,0-1 0,0 1 0,-1 1 0,10 8 0,7 10 0,0 1 0,-2 1 0,23 33 0,45 78 0,17 21 0,-106-154 0,1 0 0,0-1 0,1 1 0,-1-1 0,1 0 0,5 4 0,-8-8 0,-1 1 0,0-1 0,0 1 0,0-1 0,0 1 0,0-1 0,1 0 0,-1 0 0,0 0 0,0 0 0,1 1 0,-1-1 0,0-1 0,0 1 0,1 0 0,-1 0 0,0 0 0,0-1 0,0 1 0,0-1 0,1 1 0,-1-1 0,0 1 0,0-1 0,0 1 0,0-1 0,0 0 0,0 0 0,0 0 0,0 0 0,-1 1 0,1-1 0,0 0 0,0 0 0,0-3 0,6-5 0,-2-2 0,1 1 0,-1-1 0,-1 0 0,0 0 0,-1 0 0,0 0 0,0-1 0,1-16 0,-1-16 0,-1-48 0,-2 81 0,-1-50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2 106 24575,'3'0'0,"1"1"0,-1-1 0,1 1 0,-1 0 0,0 1 0,0-1 0,0 0 0,1 1 0,-1 0 0,-1 0 0,1 0 0,0 0 0,0 0 0,-1 1 0,1-1 0,-1 1 0,3 4 0,4 4 0,-1 0 0,-1 1 0,7 12 0,-3 0 0,-1 0 0,-1 1 0,12 50 0,3 79 0,-8-37 0,-21-132 0,-1 1 0,-14-25 0,-4-6 0,16 27 0,-63-146 0,57 128 0,2 0 0,-11-63 0,21 94 0,2 0 0,-1-1 0,0 1 0,1 0 0,0-1 0,1 1 0,-1 0 0,1-1 0,0 1 0,0 0 0,1 0 0,-1 0 0,1-1 0,0 2 0,1-1 0,-1 0 0,1 0 0,5-6 0,-3 6 0,-1 1 0,1 0 0,1 0 0,-1 0 0,0 1 0,1 0 0,0 0 0,0 0 0,0 0 0,0 1 0,0 0 0,0 1 0,0-1 0,1 1 0,7 0 0,14 0 0,0 1 0,0 1 0,0 1 0,0 2 0,0 0 0,-1 2 0,0 2 0,0 0 0,0 1 0,-1 2 0,-1 1 0,29 17 0,-49-26 0,1 1 0,0 0 0,-1 0 0,0 0 0,0 0 0,0 1 0,0 0 0,-1 0 0,0 0 0,0 1 0,0-1 0,-1 1 0,0 0 0,0 0 0,0 0 0,-1 0 0,0 1 0,0-1 0,-1 1 0,1-1 0,-1 1 0,-1-1 0,1 1 0,-1 0 0,0 0 0,-1-1 0,0 1 0,0-1 0,0 1 0,-5 11 0,0 4-54,-1 0-1,-2-1 0,0 0 1,-1 0-1,-1-1 1,-1 0-1,-1-1 0,0-1 1,-2 0-1,0-1 1,-1 0-1,-1-1 0,0-1 1,-1 0-1,0-2 0,-1 0 1,-1-1-1,0-1 1,-1-1-1,0-1 0,0 0 1,-1-2-1,0-1 1,-23 4-1,1-3-6771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1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1599 24575,'0'0'0,"3"-5"0,8-8 0,0 2 0,0 0 0,1 0 0,1 1 0,15-10 0,-8 5 0,362-237 16,16 23-207,487-214-378,20 45 262,-875 385 307,91-39 0,168-49 0,-282 99 9,3-1 115,0 0 0,1 1 0,-1 0 0,0 1-1,1 0 1,17 1 0,-28 0-120,0 0-1,0 0 0,1 0 1,-1 0-1,0 0 1,0-1-1,1 1 1,-1 0-1,0 0 0,0 1 1,1-1-1,-1 0 1,0 0-1,0 0 1,0 0-1,1 0 0,-1 0 1,0 0-1,0 0 1,1 0-1,-1 0 0,0 1 1,0-1-1,0 0 1,1 0-1,-1 0 1,0 0-1,0 1 0,0-1 1,0 0-1,0 0 1,1 0-1,-1 1 1,0-1-1,0 0 0,0 0 1,0 0-1,0 1 1,0-1-1,0 0 1,0 0-1,0 1 0,0-1 1,0 0-1,0 0 1,0 1-1,0-1 1,0 0-1,0 0 0,0 1 1,0-1-1,0 0 1,0 0-1,0 0 1,-1 1-1,-11 13-30,10-13 37,-7 7-10,0-1 0,-1 0 0,0-1 0,0 0 0,0 0 0,-19 6 0,-72 19 0,86-27 0,-85 20 0,0-4 0,-176 10 0,146-26 0,-227-21 0,321 12 0,19 2 0,15 3 0,5 1 0,330 50 0,-82-17 0,-229-30 0,23 2 0,0 3 0,-1 1 0,0 3 0,64 27 0,-101-37 0,-1 0 0,0 0 0,0 1 0,0 0 0,0 1 0,-1-1 0,1 1 0,-1 0 0,0 0 0,-1 1 0,0-1 0,1 1 0,3 9 0,-6-10 0,0 1 0,0 0 0,0-1 0,-1 1 0,0 0 0,0 0 0,-1 0 0,1 0 0,-1 0 0,-1 0 0,1 0 0,-1 0 0,0 0 0,0 0 0,-1 0 0,-3 8 0,-2 2 5,0 0-1,-1 0 1,-1 0 0,-1-1-1,-20 25 1,-67 62-1398,-27 11-5433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24575,'16'27'0,"4"-2"0,2-1 0,1-1 0,0-1 0,2-1 0,40 28 0,147 75 0,349 142 0,-81-42 0,-243-97 0,198 92 0,-378-196 0,0-2 0,2-3 0,0-2 0,0-3 0,2-3 0,116 5 0,-177-15 0,5 0 0,-1 1 0,0-1 0,0-1 0,1 1 0,-1-1 0,0 1 0,0-1 0,0 0 0,1-1 0,-1 1 0,6-4 0,-17-6 0,-93-95 0,65 72 0,-52-66 0,85 99 0,1-1 0,0 0 0,-1 0 0,1 1 0,0-1 0,0 0 0,0 0 0,1 0 0,-1 0 0,0 0 0,1 0 0,0 0 0,-1 0 0,1 0 0,0-1 0,0 1 0,0 0 0,0-2 0,1 2 0,-1 1 0,1-1 0,0 0 0,0 1 0,0-1 0,0 1 0,0-1 0,0 1 0,0-1 0,0 1 0,1 0 0,-1 0 0,1 0 0,-1 0 0,1 0 0,-1 0 0,2-1 0,8-3 0,1 1 0,-1 1 0,1-1 0,-1 2 0,16-2 0,32-3 0,-1 2 0,1 4 0,0 1 0,0 4 0,0 1 0,-1 4 0,0 2 0,-1 2 0,110 42 0,-164-54 0,18 8 0,-1 0 0,38 24 0,-54-31 0,0 1 0,0 0 0,-1 0 0,1 0 0,-1 0 0,0 0 0,0 1 0,0-1 0,0 1 0,0 0 0,-1 0 0,0 0 0,1 0 0,-2 0 0,1 1 0,0-1 0,-1 1 0,0-1 0,0 1 0,1 8 0,-3-6-151,0-1-1,0 1 0,-1-1 0,0 1 1,0-1-1,-1 0 0,1 0 1,-6 9-1,-36 50-6674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1768 5 24575,'0'0'0,"6"6"0,-32-3 0,-1-1 0,1-1 0,-1-1 0,-46-8 0,-4 1 0,31 6 0,1 1 0,-1 3 0,0 1 0,-76 18 0,91-14 0,1 1 0,0 2 0,1 1 0,1 1 0,0 1 0,0 2 0,-43 33 0,67-47 0,0 1 0,0 1 0,1-1 0,-1 0 0,1 1 0,0 0 0,0 0 0,0 0 0,0 0 0,1 0 0,0 1 0,-3 5 0,5-7 0,-1 0 0,1 0 0,0 0 0,0 0 0,0 1 0,0-1 0,0 0 0,1 0 0,0 0 0,-1 0 0,1 0 0,0 0 0,1 0 0,-1 0 0,0 0 0,1-1 0,-1 1 0,1 0 0,0-1 0,3 3 0,10 13 0,1-1 0,1-1 0,0 0 0,2-2 0,-1 0 0,32 17 0,130 59 0,-43-36 0,36 17 0,-167-68 0,1 1 0,-1-1 0,0 1 0,0 0 0,11 10 0,-16-12 0,1 0 0,-1 0 0,1-1 0,-1 1 0,0 0 0,0 0 0,0 0 0,0 0 0,0 0 0,0 1 0,-1-1 0,1 0 0,-1 0 0,0 0 0,1 1 0,-1-1 0,0 0 0,0 0 0,0 1 0,-1-1 0,1 0 0,0 0 0,-2 3 0,-1 5 0,-2-1 0,1-1 0,-1 1 0,0-1 0,-1 1 0,0-1 0,0-1 0,0 1 0,-1-1 0,-1 0 0,1-1 0,-11 7 0,-12 9 0,-65 33 0,15-18 0,0-3 0,-2-3 0,-119 27 0,-264 31 0,120-38-1365,193-30-5461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1537 1 24575,'-14'24'0,"-186"353"0,-5 11 0,-29-14 0,-276 290 0,158-215 0,330-417-1365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9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 24575,'0'32'0,"-2"16"0,-3-1 0,-14 59 0,7-38 0,-16 77 0,-5-1 0,-100 261 0,133-403 0,-1 0 0,0 0 0,0 0 0,0 0 0,0 0 0,0 0 0,0 0 0,0 0 0,-1-1 0,1 1 0,-2 1 0,2-3 0,1 0 0,0 0 0,-1 0 0,1 0 0,0 0 0,0 1 0,-1-1 0,1 0 0,0 0 0,-1 0 0,1-1 0,0 1 0,-1 0 0,1 0 0,0 0 0,-1 0 0,1 0 0,0 0 0,-1 0 0,1 0 0,0-1 0,0 1 0,-1 0 0,1 0 0,0 0 0,0-1 0,-1 1 0,1 0 0,0 0 0,0-1 0,0 1 0,0 0 0,-1 0 0,1-1 0,0 1 0,0 0 0,0-1 0,0 1 0,0-1 0,-3-6 0,1 0 0,1-1 0,-1 1 0,0-15 0,1-19 0,1 1 0,3-1 0,10-60 0,37-119 0,-13 71 0,-36 145 0,0 1 0,1-1 0,0 1 0,0 0 0,0 0 0,0 0 0,0 0 0,1 0 0,0 0 0,-1 1 0,1-1 0,0 1 0,6-4 0,0-1 0,18-13 0,0 1 0,2 1 0,0 2 0,0 0 0,2 3 0,0 0 0,0 2 0,1 1 0,0 2 0,1 1 0,0 1 0,0 2 0,0 2 0,1 0 0,-1 3 0,1 0 0,-1 3 0,0 0 0,0 2 0,-1 2 0,0 1 0,31 13 0,-13-1 0,-1 2 0,-2 3 0,-1 2 0,64 49 0,-100-70 0,-1 0 0,0 1 0,-1 1 0,11 11 0,-17-17 0,0 0 0,-1 0 0,1 0 0,0 0 0,-1 0 0,0 0 0,0 0 0,0 0 0,0 1 0,0-1 0,-1 0 0,1 1 0,-1-1 0,0 1 0,0-1 0,0 0 0,0 1 0,-1-1 0,-1 6 0,-1-1 0,0 0 0,0-1 0,0 1 0,-1-1 0,-1 0 0,1 0 0,-10 10 0,-47 43 0,1-11 0,-2-3 0,-2-2 0,-122 62 0,-229 68 0,124-85 120,248-79-417,-1-2 0,0-2 0,0-2 0,-80-3 0,64-6-6529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1432 1 24575,'-6'23'0,"-21"77"0,-74 216 0,-148 191 0,-39-19 0,140-242 0,67-110 0,-237 427 0,257-423 0,-79 274 0,131-387-1365,6-16-5461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1042 189 24575,'0'0'0,"0"0"0,0 0 0,-22-23 0,-2 2 0,-1 1 0,-1 1 0,-1 1 0,-30-16 0,38 25 0,-1 1 0,0 0 0,0 2 0,-1 0 0,1 1 0,-1 1 0,-25-1 0,14 3 0,-1 1 0,0 2 0,0 1 0,1 2 0,-1 1 0,1 2 0,-42 13 0,53-12 0,0 1 0,1 0 0,0 1 0,0 2 0,1 0 0,0 0 0,1 2 0,1 1 0,0 0 0,1 1 0,-21 27 0,20-20 0,2 1 0,0 1 0,2 0 0,0 1 0,2 0 0,1 0 0,-10 42 0,16-52 0,1 0 0,0 0 0,2 0 0,-1 0 0,2 1 0,0-1 0,1 0 0,1 1 0,1-1 0,0 0 0,1 0 0,0-1 0,1 1 0,11 20 0,-10-26 0,1 0 0,0 0 0,1 0 0,0-1 0,1-1 0,-1 0 0,2 0 0,-1 0 0,1-1 0,0-1 0,1 1 0,-1-2 0,1 0 0,18 7 0,4-2 0,1 0 0,0-2 0,60 6 0,-18-8-455,0-4 0,85-7 0,-81-2-6371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1470 0 24575,'0'0'0,"0"0"0,-7 14 0,-60 144 0,-38 76 0,-116 133 0,25-44 0,-182 391 0,267-471 0,-80 263 0,9 83-1365,171-556-5461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4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693 228 24575,'0'2'0,"0"0"0,0 0 0,-1-1 0,1 1 0,-1 0 0,1-1 0,-1 1 0,1-1 0,-1 1 0,0-1 0,-1 3 0,-3-1 0,0-1 0,0 0 0,0 0 0,0 0 0,-1 0 0,1-1 0,0 0 0,-1 0 0,-9 0 0,2 1 0,-114 7 0,80-7 0,-84 14 0,117-13 0,0 0 0,0 2 0,1-1 0,0 2 0,-1 0 0,2 0 0,-1 1 0,1 1 0,0 0 0,-14 12 0,11-5 0,1 0 0,1 1 0,0 0 0,1 1 0,1 0 0,1 1 0,0 1 0,1-1 0,1 2 0,1-1 0,1 1 0,0 0 0,1 0 0,2 0 0,0 1 0,1-1 0,1 1 0,1 0 0,1 0 0,0-1 0,2 1 0,1-1 0,0 1 0,11 28 0,-12-40 0,1-1 0,0 0 0,1 0 0,-1 0 0,1-1 0,1 1 0,0-1 0,0 0 0,0-1 0,1 1 0,0-2 0,0 1 0,1 0 0,-1-1 0,9 4 0,-4-4 0,-1-1 0,1 0 0,-1-1 0,1 0 0,0 0 0,0-2 0,1 1 0,-1-2 0,0 1 0,22-3 0,-9-1 0,0-1 0,0-1 0,-1-2 0,0 0 0,0-1 0,0-1 0,-1-2 0,-1 0 0,0-1 0,0-2 0,-1 0 0,-1-1 0,0-1 0,34-36 0,-33 27 0,-1 0 0,-2-1 0,0 0 0,-2-2 0,-1 0 0,-1-1 0,-1 0 0,-2-1 0,-1 0 0,-1-1 0,6-45 0,-10 45 0,-2-1 0,-2 1 0,0-1 0,-8-60 0,6 80 0,-2-1 0,1 1 0,-1 0 0,-1-1 0,0 2 0,-1-1 0,0 0 0,-1 1 0,0 0 0,-1 0 0,0 1 0,-1 0 0,0 0 0,0 1 0,-11-9 0,12 13-72,0 0 1,0 1-1,-1 0 0,1 1 0,-1-1 0,0 1 0,0 1 0,0 0 1,0 0-1,0 0 0,-1 1 0,1 0 0,0 1 0,-1 0 0,1 0 1,-1 1-1,1 0 0,-11 3 0,-1 1-6754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24575,'-7'17'0,"-6"26"0,1 0 0,3 0 0,1 1 0,-2 52 0,5 183 0,6-182 0,-7 238 0,-29-3 0,33-331 0,-1-9 0,-2-15 0,2 2 0,2 0 0,0-1 0,2 1 0,0 0 0,1-1 0,1 1 0,2 0 0,8-28 0,-3 22 0,1 0 0,1 0 0,1 1 0,2 0 0,28-37 0,-16 29 0,1 2 0,2 1 0,1 2 0,1 1 0,1 1 0,2 2 0,0 1 0,57-28 0,-54 34 0,72-24 0,-94 38 0,-1 0 0,1 0 0,0 1 0,0 1 0,0 1 0,0 1 0,30 2 0,-76 2 0,-162 2 0,35-3 0,-206 30 0,362-33 0,-29 5 0,1 1 0,-35 12 0,58-16 0,0 0 0,0 0 0,0 1 0,0 0 0,1 0 0,-1 0 0,1 1 0,0 0 0,0 0 0,0 0 0,0 0 0,1 1 0,0 0 0,0 0 0,0 0 0,-5 10 0,8-10 0,-1 0 0,1 0 0,1 0 0,-1 1 0,1-1 0,0 0 0,0 0 0,0 1 0,1-1 0,0 0 0,0 0 0,0 0 0,1 0 0,-1 0 0,1 0 0,0 0 0,1-1 0,-1 1 0,6 6 0,6 10 0,1 0 0,29 29 0,-41-47 0,64 65 0,140 111 0,98 32 0,5-36-1365,-287-164-5461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7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2776 24575,'5'3'0,"0"0"0,1 1 0,-1 0 0,-1 0 0,1 0 0,4 5 0,-6-5 0,36 28 0,0-1 0,2-3 0,2-1 0,0-2 0,1-2 0,2-1 0,65 20 0,31 2 0,177 29 0,417 52-274,204 43-122,-193 26 152,-5 25-284,636 168-159,-135-129 509,239 59-54,-1178-229 843,-4 12 1,311 151 0,-544-219-369,107 46 178,-134-62-408,0-2 1,59 12-1,-89-24-13,0 0 0,0-1 0,0 0 0,0-1 0,0 0 0,0 0 0,-1-1 0,1-1 0,0 1 0,0-2 0,0 1 0,-1-1 0,0-1 0,1 1 0,-1-2 0,-1 1 0,1-1 0,-1-1 0,1 1 0,-2-2 0,1 1 0,-1-1 0,0 0 0,0 0 0,0-1 0,-1 0 0,-1 0 0,10-17 0,3-11 0,-1-1 0,-1-1 0,-2 0 0,12-55 0,23-169 0,-42 221 0,73-508 0,21-127 0,-100 669 0,73-534 0,-69 468 0,-4 0 0,-3 0 0,-3 0 0,-4 1 0,-25-104 0,14 105-19,-4 1 1,-3 2-1,-2 1 0,-4 1 0,-49-74 0,29 62-43,-3 3 0,-4 2 0,-113-106-1,70 89 3,-3 6 0,-4 3 0,-3 6-1,-4 5 1,-227-100 0,139 89 60,-333-85 0,-231 4 0,-474-20 0,586 95 0,312 33-31,232 31 107,-113-38-1,-58-21 528,102 45-603,-219-14 0,289 44 0,0 5 0,0 5 0,-150 24 0,-521 129 0,263-47 0,235-48 0,209-40 0,-123 51 0,112-33 0,-147 90 0,199-105 0,0 1 0,1 2 0,2 1 0,1 2 0,1 0 0,-37 51 0,22-13 0,2 2 0,-62 141 0,-34 165 0,47-70 0,-96 576 0,159-650 120,25-174-615,3 0 0,6 60 0,-4-106-6331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5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24575,'0'0'0,"0"0"0,0 0 0,6-3 0,61-18 0,104-22 0,-137 37 0,1 2 0,0 1 0,-1 1 0,1 3 0,38 4 0,-69-5 0,1 1 0,-1-1 0,0 1 0,0 1 0,1-1 0,-1 0 0,0 1 0,0 0 0,0 0 0,0 0 0,-1 1 0,1-1 0,-1 1 0,1 0 0,-1 0 0,0 0 0,3 4 0,-3-2 0,-1-1 0,0 0 0,0 1 0,0-1 0,0 1 0,-1 0 0,0 0 0,0-1 0,0 1 0,-1 0 0,0 0 0,0 0 0,0 0 0,0 0 0,-2 8 0,-4 13 0,0 0 0,-2 0 0,-1-1 0,-1 1 0,-1-2 0,-18 29 0,-10 11 0,-48 58 0,54-79 0,-2-2 0,-42 40 0,77-81 0,-1 1 0,-1 0 0,1 0 0,0 0 0,-1 0 0,1 1 0,0-1 0,0 0 0,0 1 0,0-1 0,0 1 0,-1 1 0,3-2 0,-1 0 0,1 0 0,-1-1 0,1 1 0,-1 0 0,1-1 0,0 1 0,-1 0 0,1-1 0,0 1 0,0-1 0,-1 1 0,1-1 0,0 1 0,0-1 0,-1 0 0,1 0 0,0 1 0,0-1 0,0 0 0,0 0 0,0 0 0,0 0 0,-1 0 0,1 0 0,1 0 0,35 6 0,1-2 0,-1-2 0,44-2 0,117-15 0,-31-5 0,-2-8 0,221-65 0,-346 80-1365,-29 9-5461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5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0 450 24575,'10'-12'0,"0"6"0,0 1 0,0 1 0,1 0 0,0 0 0,-1 1 0,1 0 0,16-1 0,5-3 0,839-161 0,-339 70 0,-296 47 0,-211 42 0,-25 9 0,1 0 0,-1 0 0,0 0 0,0 0 0,0 0 0,0 0 0,1 0 0,-1 0 0,0 0 0,0 0 0,0 0 0,0 0 0,0-1 0,1 1 0,-1 0 0,0 0 0,0 0 0,0 0 0,0 0 0,0-1 0,0 1 0,0 0 0,1 0 0,-1 0 0,0 0 0,0-1 0,0 1 0,0 0 0,0 0 0,0 0 0,0 0 0,0-1 0,0 1 0,0 0 0,0 0 0,0 0 0,0-1 0,0 1 0,0 0 0,0 0 0,0 0 0,0 0 0,-1-1 0,1 1 0,0 0 0,0 0 0,0 0 0,0 0 0,0-1 0,0 1 0,0 0 0,-1 0 0,1 0 0,0 0 0,0 0 0,0 0 0,0 0 0,0-1 0,-1 1 0,1 0 0,0 0 0,0 0 0,0 0 0,0 0 0,-1 0 0,-8-4 0,-1 0 0,1 0 0,-1 1 0,0 1 0,0 0 0,-18-2 0,4 0 0,-138-17 0,-2 8 0,-234 10 0,390 3 0,-17 1 0,0 0 0,0 2 0,-39 8 0,51-4 0,15 1 0,28 6 0,334 76 0,-279-73 0,48 10 0,-23-7 0,109 36 0,-208-52 0,0-1 0,0 2 0,-1-1 0,1 2 0,-1-1 0,0 2 0,14 10 0,-21-14 0,0 0 0,-1 0 0,1 0 0,-1 0 0,1 1 0,-1-1 0,0 1 0,0-1 0,-1 1 0,1 0 0,-1 0 0,0 0 0,0 0 0,0 0 0,0 0 0,-1 0 0,1 0 0,-1 0 0,0 0 0,-1 0 0,1 0 0,-1 0 0,1 0 0,-3 5 0,-1 3 12,0 1 0,-1-1 0,0 0 0,-1-1 0,-1 1 0,0-1 0,0 0 0,-1-1 0,-15 16 0,0-4-507,0-1 0,-48 34 0,12-18-6331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7:0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24575,'7'29'0,"-7"-26"0,16 159 0,5 32 0,-20-190 0,-1-1 0,1 1 0,0-1 0,0 0 0,1 1 0,-1-1 0,0 0 0,1 0 0,0 0 0,0 0 0,0 0 0,0 0 0,1-1 0,-1 1 0,1-1 0,-1 1 0,1-1 0,4 3 0,-2-3 0,0 0 0,-1 0 0,1 0 0,0-1 0,0 0 0,0 0 0,0 0 0,0-1 0,0 0 0,0 0 0,9-1 0,3-1 0,0-2 0,0 0 0,-1-1 0,1 0 0,-1-2 0,24-12 0,-4-2 0,-1-2 0,-1-1 0,-1-2 0,-2-1 0,33-35 0,128-167 0,-190 226 0,1-1 0,-1 1 0,1 0 0,0 0 0,0 0 0,0 0 0,0 0 0,1 1 0,6-4 0,-8 5 0,-1 1 0,1 0 0,-1 0 0,0 0 0,1 0 0,-1 0 0,1 0 0,-1 1 0,1-1 0,-1 0 0,0 1 0,1-1 0,-1 1 0,0-1 0,1 1 0,-1 0 0,0-1 0,0 1 0,0 0 0,0 0 0,1 0 0,-1 0 0,0 0 0,-1 0 0,1 0 0,0 0 0,0 1 0,0-1 0,-1 0 0,1 0 0,0 3 0,13 24 0,-1 0 0,-2 1 0,-1 0 0,-1 1 0,9 60 0,-13-64 0,19 113-455,-7 1 0,0 239 0,-19-261-6371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7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0 24575,'-2'3'0,"1"0"0,-1 0 0,1 0 0,0 1 0,0-1 0,0 0 0,0 6 0,-2 2 0,-281 886 0,-220 733 0,492-1590 0,3-14 0,1 1 0,2-1 0,0 1 0,-2 47 0,8-74-59,0-1 0,0 1-1,0 0 1,0 0-1,0 0 1,0 0 0,0 0-1,0 0 1,1 0 0,-1 0-1,0 0 1,0 0 0,0 0-1,0 0 1,0 0-1,0 0 1,0 0 0,0 0-1,0 0 1,0 0 0,0 0-1,1 0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24575,'6'25'0,"36"99"0,76 156 0,13 36 0,-78-148 0,-7 3 0,25 195 0,15 358 0,-53-395 0,-24-246 0,4 0 0,4-1 0,3-1 0,3 0 0,4-2 0,59 120 0,-81-189-51,22 44-277,2 0-1,3-2 0,51 63 1,-78-109-6498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8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1474 0 24575,'-4'11'0,"-307"870"0,-39 105 0,31-223 0,80-205 0,168-377-455,9 4 0,-49 236 0,105-388-6371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9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 24575,'-1'3'0,"1"0"0,-1 0 0,0 0 0,0 0 0,0 0 0,0 0 0,-3 6 0,-4 6 0,-459 1401 0,434-1298 0,-22 157 0,48-228 0,3 1 0,2-1 0,2 1 0,2-1 0,2 1 0,14 65 0,-15-99 0,1-1 0,0 0 0,1 0 0,0 0 0,1 0 0,1-1 0,0 0 0,0-1 0,9 12 0,-11-18 0,1 1 0,-1-1 0,1 0 0,0-1 0,0 1 0,0-1 0,1-1 0,-1 1 0,1-1 0,0 0 0,0 0 0,0-1 0,1 0 0,-1-1 0,0 1 0,1-1 0,-1-1 0,9 1 0,8-3 0,1 0 0,-2-2 0,1 0 0,0-2 0,-1 0 0,0-2 0,0-1 0,-1 0 0,0-2 0,23-15 0,9-8 0,-1-3 0,76-70 0,-43 24 0,-4-4 0,-4-4 0,-3-2 0,99-166 0,-59 55 0,123-298 0,-220 462 0,86-232 0,-99 315 0,-5 32 0,-2 0 0,-19 115 0,-46 150 0,54-279 0,-71 293 0,-61 339 0,127-505 0,18-160 0,0 0 0,2-1 0,1 1 0,11 47 0,-13-70 0,1-1 0,-1 1 0,1 0 0,0-1 0,0 1 0,0-1 0,1 1 0,0-1 0,0 0 0,0 0 0,0 0 0,1-1 0,-1 1 0,1-1 0,0 0 0,0 0 0,0 0 0,6 3 0,-4-4 0,1 0 0,-1 0 0,1 0 0,0-1 0,-1 0 0,1 0 0,0 0 0,0-1 0,-1 0 0,1-1 0,0 0 0,12-2 0,-4-1-151,0-1-1,0-1 0,0 0 0,-1-1 1,1-1-1,-2 0 0,1-1 1,17-15-1,5-5-6674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316 443 24575,'-7'28'0,"-81"513"0,22-114 0,-34-7 0,99-416 0,0 0 0,0 1 0,-1-1 0,0 0 0,1-1 0,-1 1 0,-4 6 0,5-10 0,1 0 0,0 0 0,0 0 0,0 0 0,-1 0 0,1 0 0,0 1 0,0-1 0,0 0 0,-1 0 0,1 0 0,0 0 0,0 0 0,-1 0 0,1 0 0,0 0 0,0 0 0,-1 0 0,1 0 0,0 0 0,0 0 0,-1 0 0,1 0 0,0-1 0,0 1 0,0 0 0,-1 0 0,1 0 0,0 0 0,0 0 0,0 0 0,-1-1 0,1 1 0,0 0 0,0 0 0,0 0 0,0 0 0,0-1 0,-1 1 0,1 0 0,0 0 0,0-1 0,-9-23 0,2-10 0,1 1 0,2-1 0,0-51 0,12-108 0,-8 191 0,9-112 0,5 1 0,5 0 0,44-146 0,-40 187 0,2 2 0,4 0 0,3 2 0,3 2 0,3 1 0,50-66 0,-67 104 0,0 1 0,2 1 0,1 2 0,1 0 0,1 1 0,53-34 0,-67 49 0,1 0 0,-1 1 0,1 0 0,0 1 0,0 0 0,1 2 0,0-1 0,0 1 0,-1 1 0,1 1 0,0 0 0,1 0 0,-1 1 0,0 1 0,0 1 0,0 0 0,0 1 0,25 8 0,-24-5 0,-1 1 0,0 0 0,0 1 0,-1 0 0,0 1 0,-1 1 0,0 0 0,0 0 0,10 14 0,-6-5 0,-1 1 0,-1 0 0,-1 1 0,-1 1 0,12 27 0,-5 2 0,-2 1 0,-2 1 0,-2 0 0,8 82 0,-10-8 0,-6 1 0,-6 0 0,-5 0 0,-31 177 0,29-267 0,5-21 0,3-14 0,1-6 0,180-588 0,-109 400 0,99-187 0,-76 206 0,-75 142 0,1 0 0,1 2 0,34-34 0,-49 55 0,0 0 0,1 0 0,-1 1 0,1 1 0,1-1 0,-1 1 0,1 1 0,-1 0 0,1 0 0,19-5 0,-23 8 0,0 0 0,0 1 0,0 0 0,0 0 0,0 0 0,0 0 0,0 1 0,-1 0 0,1 0 0,0 0 0,0 1 0,0-1 0,-1 1 0,1 0 0,-1 1 0,0-1 0,1 1 0,-1 0 0,0 0 0,0 0 0,-1 0 0,7 7 0,2 5 0,-1 1 0,0 0 0,-1 0 0,-1 1 0,-1 0 0,0 1 0,-1 0 0,-1 0 0,6 27 0,0 17 0,8 99 0,-15 183 0,-28 2 0,3-53 0,17-220 0,6 76 0,-2-127 0,2 0 0,0 0 0,2 0 0,0-1 0,2 1 0,0-1 0,19 36 0,-22-50 0,1 1 0,0-1 0,0 0 0,1 0 0,0-1 0,0 0 0,0 0 0,1 0 0,0-1 0,0 0 0,1 0 0,-1-1 0,1 0 0,0 0 0,0-1 0,0 0 0,1 0 0,-1-1 0,1 0 0,0 0 0,-1-1 0,1 0 0,0-1 0,0 0 0,8-1 0,9-2 0,-1-1 0,0-1 0,0-1 0,-1-1 0,0-2 0,0 0 0,33-19 0,-1-4 4,-1-2-1,-2-3 0,-2-2 0,-2-3 1,80-85-1,-48 34-173,-3-4 0,70-117 0,-74 93 117,103-229 0,-142 265 55,-4-2 0,-3 0 0,27-163 0,-54 249-2,3-23 0,0 0 0,-2-1 0,0 1 0,-2-1 0,-5-47 0,4 70 16,1 0 0,0 0 0,-1-1 1,0 1-1,1 0 0,-1 0 0,0 0 0,0 0 0,0 0 0,-1 0 0,1 0 0,0 0 0,-1 1 0,1-1 1,-1 0-1,1 1 0,-1-1 0,0 1 0,0 0 0,0 0 0,1-1 0,-1 1 0,-1 0 0,1 1 0,0-1 1,0 0-1,0 1 0,0-1 0,0 1 0,-1-1 0,-2 1 0,-5 0-6,0 1 1,1 0-1,-1 0 1,0 1-1,1 0 1,-11 4-1,-9 4-10,0 1 0,1 1 0,1 2 0,0 0 0,0 2 0,2 1 0,0 1 0,1 1 0,-22 24 0,17-13 0,1 2 0,2 1 0,2 1 0,0 1 0,3 1 0,-19 41 0,13-13 0,3 1 0,2 2 0,4 0 0,2 1 0,3 1 0,4 0 0,-2 126 0,11-145 0,2 1 0,3-1 0,2 0 0,1 0 0,4-1 0,1 0 0,2-1 0,22 47 0,-24-70 0,0-1 0,2 0 0,0 0 0,2-2 0,0 0 0,37 34 0,-37-40 0,2-2 0,0 0 0,0-1 0,1-1 0,1-1 0,0 0 0,0-2 0,44 13 0,-34-14 17,0-2 0,0-2 1,0 0-1,1-3 0,-1 0 0,63-8 0,-48 0-388,1-2-1,-1-2 1,83-33 0,-11-8-6455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1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24575,'11'13'0,"648"707"0,-598-662 0,100 108 0,-136-139 0,-3 2 0,0 1 0,-2 1 0,20 38 0,-33-53 0,-1-1 0,0 1 0,-1 1 0,-1-1 0,0 1 0,-2-1 0,0 1 0,0 0 0,-3 33 0,1-39 0,-2 0 0,1-1 0,-2 1 0,1-1 0,-1 1 0,-1-1 0,0 0 0,0 0 0,-1-1 0,0 1 0,-1-1 0,0 0 0,0-1 0,-1 1 0,0-1 0,-14 11 0,17-15 0,-1-1 0,1 1 0,-1-1 0,0-1 0,0 1 0,0 0 0,0-1 0,0 0 0,-1-1 0,1 1 0,-1-1 0,1 0 0,-1 0 0,0 0 0,1-1 0,-1 0 0,0 0 0,1-1 0,-1 1 0,1-1 0,-1-1 0,1 1 0,-1-1 0,1 0 0,0 0 0,-1 0 0,-5-5 0,0 0 0,0 0 0,1-1 0,0 0 0,1-1 0,0 0 0,0 0 0,1-1 0,0 0 0,1-1 0,0 0 0,-6-13 0,2 0 0,2 0 0,1-1 0,0 0 0,2-1 0,1 0 0,1 1 0,2-2 0,0 1 0,1 0 0,2 0 0,5-32 0,1 6 0,3 1 0,3 0 0,1 1 0,36-81 0,-21 68 0,2 2 0,3 2 0,3 1 0,3 2 0,1 1 0,55-54 0,-51 64 0,1 2 0,3 2 0,1 2 0,2 3 0,1 2 0,103-50 0,-130 73 0,1 0 0,0 1 0,1 2 0,-1 1 0,1 1 0,43-3 0,-59 8 0,0 1 0,0 0 0,0 1 0,0 1 0,0 0 0,0 0 0,-1 1 0,1 1 0,-1 0 0,0 0 0,0 1 0,0 0 0,0 1 0,-1 1 0,0-1 0,-1 2 0,18 15 0,-13-6 0,0 0 0,-1 1 0,0 1 0,-2 0 0,0 1 0,-1 0 0,-1 1 0,-1 0 0,8 31 0,-2 6 0,-3 1 0,5 79 0,-12 233 120,-33-1-1605,27-355-5341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1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 0 0,-1 1 0,3 5 0,2 5 0,1 6 0,3 5 0,-2-2-8191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632 495 24575,'-52'65'0,"-107"101"0,-67 77 0,200-209 0,0 0 0,2 2 0,2 1 0,2 0 0,-27 67 0,40-83 0,1 0 0,1 1 0,1 0 0,0 0 0,2 0 0,1 0 0,0 0 0,2 0 0,0 0 0,7 31 0,-1-24 0,1-1 0,1 1 0,1-1 0,2-1 0,1 0 0,1-1 0,21 31 0,-9-20 0,3-1 0,0-1 0,3-1 0,1-2 0,1-1 0,1-2 0,2-1 0,1-2 0,1-1 0,1-3 0,42 18 0,-45-24 0,1-2 0,0-2 0,1-2 0,0-1 0,0-2 0,1-1 0,0-3 0,0-1 0,0-2 0,0-1 0,0-3 0,78-16 0,-73 7 0,0-2 0,-1-2 0,0-2 0,-2-2 0,0-1 0,-2-3 0,0-1 0,-2-2 0,62-58 0,-63 50 0,-2-2 0,-2-2 0,-1-1 0,-3-1 0,-1-2 0,-2 0 0,-2-2 0,32-85 0,-45 100 0,-2 0 0,8-50 0,-15 73 0,-1-1 0,0 1 0,-1-1 0,0 1 0,0-1 0,-1 1 0,0-1 0,0 1 0,-1-1 0,0 1 0,-1 0 0,0 0 0,0 0 0,-7-12 0,7 16 0,0 0 0,-1 0 0,1 1 0,-1 0 0,1 0 0,-1 0 0,0 0 0,0 0 0,-1 1 0,1-1 0,0 1 0,-1 0 0,1 1 0,-1-1 0,0 1 0,1 0 0,-1 0 0,0 0 0,0 1 0,0 0 0,0 0 0,0 0 0,0 0 0,1 1 0,-7 1 0,-4 1 0,1 1 0,-1 0 0,0 1 0,1 1 0,0 0 0,1 1 0,-14 9 0,-2 4 0,1 2 0,2 0 0,0 2 0,1 1 0,1 1 0,2 1 0,0 1 0,-25 45 0,20-25 0,1 1 0,3 1 0,2 1 0,-24 90 0,39-118 0,1-1 0,1 1 0,1-1 0,-1 34 0,4-54 0,0 0 0,0 1 0,0-1 0,0 1 0,0-1 0,1 1 0,-1-1 0,1 0 0,0 1 0,-1-1 0,1 0 0,0 0 0,1 1 0,-1-1 0,0 0 0,1 0 0,-1 0 0,1 0 0,-1-1 0,1 1 0,0 0 0,0-1 0,0 1 0,0-1 0,0 1 0,0-1 0,0 0 0,0 0 0,0 0 0,1 0 0,-1 0 0,0-1 0,1 1 0,-1-1 0,1 0 0,-1 1 0,0-1 0,4 0 0,6-1 0,0-1 0,0 0 0,0-1 0,-1 0 0,1 0 0,18-10 0,13-7 0,-1-1 0,71-51 0,70-69 0,-111 82 0,-67 55 0,1-1 0,0 1 0,0 0 0,0 0 0,0 0 0,0 1 0,1 0 0,0 0 0,-1 1 0,1 0 0,0 0 0,0 1 0,0 0 0,0 0 0,0 0 0,1 1 0,-1 0 0,0 0 0,0 1 0,0 0 0,0 1 0,0-1 0,0 1 0,0 0 0,0 1 0,11 5 0,14 11 0,-1 0 0,-1 3 0,39 33 0,-37-28 0,1-1 0,47 27 0,-68-46 0,0-1 0,1 0 0,0-1 0,0-1 0,1 0 0,-1-1 0,1 0 0,0-1 0,0 0 0,27-1 0,-19-3 0,-1-2 0,1 0 0,-1-1 0,0-1 0,0-1 0,0-1 0,-1-1 0,-1-1 0,1-1 0,-2 0 0,1-1 0,28-26 0,-9 4 0,-1-2 0,-2-1 0,-2-2 0,40-59 0,-25 22 0,-3-2 0,-4-1 0,-4-2 0,36-110 0,-38 77 0,-5-2 0,25-202 0,-39 88 0,-16 196 0,-2 0 0,-1 0 0,-1 0 0,-16-55 0,20 87 0,-1 0 0,1 0 0,-1 0 0,0 0 0,1 0 0,-1 0 0,0 0 0,0 0 0,-1 0 0,1 0 0,0 1 0,-1-1 0,1 0 0,-3-1 0,3 3 0,0 0 0,0 0 0,0 0 0,-1 0 0,1 0 0,0 0 0,0 0 0,0 1 0,0-1 0,0 0 0,0 1 0,0-1 0,0 1 0,0 0 0,0-1 0,0 1 0,0 0 0,0-1 0,0 1 0,0 0 0,0 0 0,1 0 0,-1 0 0,0 0 0,1 0 0,-1 0 0,1 0 0,-2 2 0,-9 13 0,1 2 0,1-1 0,0 1 0,1 1 0,1 0 0,-7 31 0,-19 128 0,32-170 0,-17 141 15,7 0-1,12 212 1,13-162-337,53 259 1,-43-341 256,43 126 0,-50-196 67,1-1-1,2 0 1,2-2 0,3 0 0,41 56-1,-51-82-1,0 0 0,2 0 0,0-2 0,1 0 0,1-1 0,0-1 0,1 0 0,0-2 0,1 0 0,1-2 0,0 0 0,0-1 0,1-2 0,0 0 0,0-1 0,0-2 0,1 0 0,0-1 0,0-2 0,28-1 0,1-4-191,0-2-1,-1-2 1,90-27-1,-5-9-6514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791 110 24575,'-5'-7'0,"0"1"0,-1 0 0,0 0 0,0 0 0,0 1 0,-1-1 0,1 2 0,-1-1 0,-14-6 0,4 1 0,6 4 0,0 1 0,-1 0 0,1 0 0,-1 1 0,0 1 0,-1 0 0,1 1 0,0 0 0,-1 1 0,1 0 0,-1 1 0,0 0 0,1 1 0,-1 0 0,1 1 0,0 1 0,0 0 0,-15 6 0,7-2 0,0 1 0,1 1 0,0 1 0,0 1 0,1 0 0,1 2 0,0 0 0,0 0 0,-28 32 0,29-23 0,0-1 0,2 2 0,1 0 0,0 1 0,2 0 0,0 0 0,2 1 0,1 1 0,1 0 0,1 0 0,-4 48 0,6-16 0,2 1 0,3-1 0,3 1 0,14 77 0,6-22 0,5-2 0,4-1 0,6-2 0,74 148 0,252 396 0,-226-420 0,-130-217 0,79 150 0,-80-149 0,-1 1 0,-1-1 0,-1 1 0,0 0 0,-2 1 0,0-1 0,1 34 0,-4-44 0,-1-1 0,0 1 0,0 0 0,0 0 0,-1 0 0,0-1 0,-1 1 0,0-1 0,0 0 0,0 0 0,-1 0 0,0 0 0,0 0 0,-11 11 0,7-10 0,0 0 0,-1-1 0,0 0 0,-1-1 0,1 0 0,-1 0 0,0-1 0,-1 0 0,-15 4 0,-2-1 0,-1-1 0,0-2 0,0-1 0,0-1 0,-1-2 0,1-1 0,-36-4 0,12-3-170,1-3-1,0-2 0,1-3 1,0-1-1,1-3 0,1-2 1,-83-49-1,42 14-6655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24575,'8'27'0,"1"23"0,-2 1 0,-2 0 0,-3 0 0,-5 70 0,-35 204 0,-38 113 0,-12 81 0,73-394 0,6 1 0,9 148 0,6-179-341,5 0 0,4-1-1,32 110 1,-29-149-6485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4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1249 24575,'1'1'0,"1"0"0,-1 0 0,0 0 0,1 0 0,-1-1 0,1 1 0,-1 0 0,1-1 0,-1 1 0,1-1 0,0 1 0,2-1 0,2 2 0,37 8 0,0-1 0,83 4 0,96-9 0,-203-4 0,319-9 0,474-73 0,-772 76 0,186-34 0,-182 30 0,0-2 0,83-35 0,-118 43 0,-1-1 0,1 0 0,-1 0 0,0-1 0,-1 0 0,1 0 0,-1-1 0,12-14 0,-17 19 0,0-1 0,0 1 0,-1-1 0,1 0 0,-1 0 0,1 0 0,-1 0 0,0 0 0,0 0 0,0 0 0,-1 0 0,1 0 0,-1 0 0,0 0 0,1-1 0,-1 1 0,-1 0 0,1 0 0,0 0 0,-1-1 0,0 1 0,0 0 0,0 0 0,0 0 0,0 0 0,0 0 0,-1 1 0,1-1 0,-1 0 0,-3-3 0,0 0 0,-1-1 0,-1 1 0,1 1 0,-1-1 0,0 1 0,-1 0 0,1 1 0,-1 0 0,1 0 0,-1 0 0,-1 1 0,1 0 0,0 1 0,-1 0 0,1 0 0,-1 1 0,0 0 0,-12 0 0,6 2 0,1-1 0,-1 2 0,1-1 0,-1 2 0,1 0 0,0 1 0,0 0 0,0 1 0,1 1 0,-18 10 0,11-3 0,1 1 0,0 1 0,2 1 0,-1 0 0,2 1 0,0 1 0,2 1 0,0 0 0,0 1 0,2 0 0,-16 36 0,10-16 0,3 2 0,1 0 0,2 1 0,2 0 0,-7 58 0,13-57 0,1 67 0,3-94 0,2 1 0,0-1 0,1 1 0,1-1 0,0 0 0,11 27 0,-13-40 0,0 0 0,0-1 0,0 1 0,0-1 0,1 1 0,-1-1 0,1 0 0,0 0 0,0 0 0,0 0 0,0-1 0,1 1 0,-1-1 0,1 0 0,-1 0 0,8 3 0,-5-3 0,0-1 0,0 1 0,1-1 0,-1-1 0,1 1 0,-1-1 0,0 0 0,1 0 0,11-3 0,3-2 0,-1-1 0,0 0 0,0-2 0,-1 0 0,28-17 0,-21 10 0,0-2 0,0 0 0,-2-2 0,0-1 0,-1 0 0,27-34 0,-50 54 0,1-1 0,-1 1 0,1-1 0,-1 1 0,1-1 0,0 1 0,-1-1 0,1 1 0,-1 0 0,1-1 0,0 1 0,-1 0 0,1 0 0,0-1 0,-1 1 0,1 0 0,0 0 0,0 0 0,-1 0 0,1 0 0,0 0 0,-1 0 0,1 0 0,0 0 0,0 0 0,-1 0 0,1 1 0,0-1 0,-1 0 0,1 0 0,0 1 0,-1-1 0,1 0 0,-1 1 0,1-1 0,0 1 0,-1-1 0,1 1 0,-1-1 0,1 1 0,-1-1 0,0 1 0,1-1 0,0 2 0,23 35 0,-19-28 0,3 5 0,0-1 0,1-1 0,1 1 0,-1-1 0,2-1 0,0 0 0,0-1 0,1 0 0,0 0 0,1-1 0,0-1 0,0 0 0,1-1 0,0-1 0,0 0 0,1 0 0,18 3 0,-10-4 0,0-1 0,1-1 0,0-2 0,-1 0 0,1-1 0,0-1 0,-1-2 0,41-8 0,-33 2 0,-1-1 0,0-1 0,0-1 0,-2-2 0,54-33 0,-37 13 0,0-1 0,-2-2 0,-2-2 0,-2-2 0,-1-2 0,-2-1 0,32-53 0,-14 9 0,-3-2 0,-5-3 0,-3-2 0,31-105 0,-40 87 0,-5-1 0,-5-1 0,12-155 0,-35 262 0,2-28 0,-1 0 0,-3-41 0,1 77 0,0 0 0,0-1 0,0 1 0,0-1 0,0 1 0,0-1 0,0 1 0,0 0 0,0-1 0,0 1 0,0-1 0,0 1 0,0 0 0,0-1 0,0 1 0,-1-1 0,1 1 0,0 0 0,0-1 0,0 1 0,0 0 0,-1-1 0,1 1 0,0 0 0,-1-1 0,1 1 0,0 0 0,0 0 0,-1-1 0,1 1 0,-1 0 0,1 0 0,0-1 0,-1 1 0,1 0 0,0 0 0,-1 0 0,1 0 0,-1 0 0,1 0 0,0 0 0,-1 0 0,1 0 0,-1 0 0,1 0 0,0 0 0,-1 0 0,1 0 0,-1 0 0,1 0 0,0 0 0,-1 0 0,1 0 0,-1 1 0,1-1 0,0 0 0,-1 0 0,1 1 0,0-1 0,-1 0 0,1 0 0,0 1 0,-1-1 0,-23 25 0,23-24 0,-24 33 0,1 0 0,1 2 0,-27 60 0,-42 129 0,48-100 0,6 3 0,6 1 0,-28 244 0,51-269 0,5-1 0,4 1 0,5-1 0,5 0 0,33 153 0,-34-217 0,2-2 0,1 0 0,2 0 0,1-1 0,21 35 0,-28-57 0,0-2 0,1 1 0,0-1 0,1 0 0,0-1 0,1 0 0,1-1 0,-1 0 0,1-1 0,1 0 0,0-1 0,0-1 0,1 0 0,-1 0 0,29 8 0,-24-11 0,-1-1 0,2 0 0,-1-1 0,0-1 0,0-1 0,0-1 0,1 0 0,-1-1 0,30-8 0,-24 3 0,-1 0 0,0-2 0,-1-1 0,0-1 0,0 0 0,39-29 0,-41 24 0,0-1 0,-1-1 0,-1 0 0,0-2 0,-2 0 0,22-33 0,-28 36 0,0-1 0,-1 0 0,-1 0 0,-1-1 0,0 0 0,-1 0 0,-2-1 0,5-31 0,-8 34 0,-1 1 0,0-1 0,-1 0 0,-1 1 0,0-1 0,-1 1 0,-1 0 0,-1 0 0,0 0 0,-8-16 0,3 13 0,-1-1 0,-1 1 0,0 1 0,-1 0 0,-1 1 0,-1 1 0,-17-16 0,8 12 0,0 0 0,-1 2 0,0 1 0,-2 2 0,0 0 0,0 1 0,-2 2 0,1 1 0,-1 1 0,-1 2 0,-35-6 0,52 12 0,-1 1 0,1 1 0,-1 0 0,1 0 0,0 2 0,-1 0 0,-18 4 0,27-4 0,1-1 0,-1 1 0,1 0 0,0 0 0,-1 0 0,1 1 0,0 0 0,0-1 0,1 1 0,-7 6 0,8-6 0,1-1 0,-1 1 0,0-1 0,1 1 0,-1 0 0,1 0 0,0 0 0,0-1 0,0 1 0,0 0 0,1 0 0,-1 1 0,1-1 0,0 0 0,0 0 0,0 0 0,1 6 0,10 28-1365,9-1-5461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24575,'-1'16'0,"-38"191"0,10-65 0,26-116-195,1 1 0,1 0 0,1-1 0,1 1 0,2-1 0,9 42 0,-3-28-6631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 24575,'0'0'0,"0"0"0,0 0 0,-1 1 0,0 1 0,0 0 0,0-1 0,1-4 0,1-12 0,1-3-8191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24575,'2'3'0,"0"0"0,0 1 0,0-1 0,-1 0 0,0 1 0,2 6 0,-1-5 0,14 49 0,-2 0 0,-3 0 0,7 90 0,-7 170 0,-53 351 0,-55-4 0,94-641 0,-3 10 0,2 0 0,0 0 0,3 52 0,1-73 0,2 1 0,-1-1 0,1 0 0,1 0 0,-1 0 0,2 0 0,-1 0 0,1 0 0,0-1 0,1 0 0,0 0 0,0 0 0,1-1 0,0 1 0,0-1 0,9 7 0,8 4 0,0-1 0,1-1 0,0-1 0,1-1 0,1-1 0,42 14 0,-29-14 0,-1-2 0,2-1 0,0-3 0,44 4 0,-62-10 20,1 0 0,-1-1 0,0-2 0,1 0 0,23-6 0,-34 5-155,1-1 0,-1 0 0,0-1 0,-1 0 0,1 0 0,-1-2 0,0 1 0,-1-1 0,0-1 0,13-11 0,8-13-6691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24575,'8'186'0,"-16"58"0,-1 46 0,10-274-1365,0-5-5461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24575,'0'0'0,"0"2"0,0-1 0,0 1 0,0-1 0,0 0 0,0-1 0,0 1 0,16-22 0,6-7-8191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24575,'0'0'0,"4"20"0,38 351 0,-8-63 0,107 560 0,-83-538 0,-57-322-107,1-2-50,-1-1-1,-1 0 1,1 0 0,-1 1 0,0-1-1,0 0 1,-1 10 0,-5-4-6669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0 282 24575,'0'0'0,"4"3"0,8 9 0,1-1 0,1 0 0,0-1 0,0-1 0,1 0 0,0-1 0,1-1 0,0 0 0,0-1 0,0-1 0,24 5 0,-7-4 0,0-1 0,1-2 0,-1-1 0,64-4 0,-53-4 0,0-2 0,-1-2 0,0-2 0,0-1 0,-2-3 0,0-1 0,-1-2 0,0-1 0,-2-3 0,0-1 0,-2-2 0,-1-1 0,-1-1 0,-1-3 0,45-53 0,-50 44 0,-28 40 0,0 0 0,0 1 0,0-1 0,1 0 0,-1 0 0,0 0 0,0 1 0,0-1 0,0 0 0,0 0 0,0 0 0,0 0 0,0 1 0,0-1 0,0 0 0,1 0 0,-1 0 0,0 0 0,0 0 0,0 0 0,0 1 0,0-1 0,1 0 0,-1 0 0,0 0 0,0 0 0,0 0 0,1 0 0,-1 0 0,0 0 0,0 0 0,0 0 0,0 0 0,1 0 0,-1 0 0,0 0 0,0 0 0,0 0 0,1 0 0,-1 0 0,0 0 0,0 0 0,0 0 0,1 0 0,-1 0 0,0 0 0,0 0 0,0 0 0,0-1 0,0 1 0,1 0 0,-1 0 0,0 0 0,0 0 0,0 0 0,0 0 0,0-1 0,0 1 0,1 0 0,-1 0 0,0 0 0,0 0 0,0-1 0,0 1 0,0 0 0,0 0 0,0 0 0,0-1 0,6 21 0,-6-16 0,10 49 0,-4 0 0,1 60 0,-5-52 0,13 72 0,-14-125 0,0-1 0,1 0 0,0 1 0,0-1 0,1 0 0,0 0 0,0 0 0,1 0 0,-1-1 0,2 1 0,-1-1 0,1 0 0,-1 0 0,2-1 0,-1 0 0,1 1 0,-1-2 0,1 1 0,1-1 0,-1 0 0,1 0 0,-1 0 0,1-1 0,0 0 0,1-1 0,-1 0 0,0 0 0,13 2 0,0-3 0,0 0 0,0-1 0,0-2 0,0 0 0,0 0 0,0-2 0,-1-1 0,37-13 0,-23 4 0,-1 0 0,0-2 0,-2-1 0,37-27 0,-59 37 0,1 1 0,-1-2 0,11-11 0,-18 19 0,-1-1 0,0 1 0,0 0 0,0 0 0,1-1 0,-1 1 0,0 0 0,1 0 0,-1 0 0,0 0 0,1-1 0,-1 1 0,0 0 0,1 0 0,-1 0 0,0 0 0,1 0 0,-1 0 0,0 0 0,1 0 0,-1 0 0,0 0 0,1 0 0,-1 0 0,0 0 0,1 0 0,-1 0 0,0 0 0,1 0 0,-1 0 0,0 1 0,1-1 0,-1 0 0,0 0 0,0 0 0,1 1 0,-1-1 0,0 0 0,0 0 0,1 0 0,-1 1 0,0-1 0,0 0 0,1 1 0,-1-1 0,0 0 0,0 1 0,0-1 0,0 0 0,0 1 0,0-1 0,1 0 0,-1 1 0,0-1 0,0 1 0,9 26 0,-8-22 0,15 67 0,-3 1 0,4 90 0,-7 152 0,-10-297 0,-4 356-728,-65 481-1,25-565 497,-13-1-1,-110 327 1,138-525 136,-65 137 0,86-214 123,1 1 0,-2-1 1,0-1-1,-1 1 0,-20 21 0,27-32-16,0 0 0,0-1 1,-1 1-1,1-1 0,-1 1 0,1-1 1,-1 0-1,0 0 0,0-1 0,0 1 0,0-1 1,0 0-1,0 0 0,0 0 0,0-1 0,0 1 1,0-1-1,-1 0 0,1 0 0,0 0 0,0-1 1,0 0-1,0 0 0,0 0 0,-1 0 1,-5-3-1,1-1 43,0 0 0,1 0-1,0-1 1,0 0 0,0 0 0,1-1 0,0 0 0,-10-13 0,-1-4 387,-27-48 1,3-10-349,3-2-1,-28-89 1,-42-183-116,99 317 13,-27-87 144,-30-203-1,65 314-133,1 1 0,0-1 0,1 0 0,1 0 0,0 0 0,1 0 0,1 0 0,0 1 0,1-1 0,0 1 0,1 0 0,1 0 0,0 1 0,1 0 0,0 0 0,1 0 0,1 1 0,0 0 0,19-19 0,4 0 0,2 2 0,1 2 0,1 1 0,57-31 0,168-68 0,165-34 0,-100 41 0,-292 105 0,-1-2 0,0-1 0,-1-2 0,39-28 0,-59 37 0,1-2 0,-1 0 0,-1 0 0,0-1 0,-1 0 0,0-1 0,-1 0 0,0-1 0,-1 0 0,-1 0 0,0-1 0,6-17 0,-7 11-170,-1-1-1,-1 0 0,-1-1 1,-1 1-1,-1 0 0,-1-1 1,-3-24-1,-5-28-6655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1598 80 24575,'-26'-13'0,"0"1"0,-1 1 0,0 1 0,0 1 0,-1 2 0,0 1 0,0 1 0,-1 1 0,1 2 0,-43 1 0,31 4 0,1 2 0,-1 1 0,1 2 0,0 2 0,1 2 0,-71 31 0,57-19 0,2 2 0,1 3 0,1 2 0,1 2 0,2 2 0,1 2 0,2 2 0,2 1 0,-45 59 0,37-32-66,3 1 0,3 3-1,-52 123 1,55-97-129,4 2 1,-30 145-1,51-176 189,3 0 0,4 1 1,2-1-1,3 1 0,3 0 0,4 0 1,2 0-1,28 116 0,-24-143 3,2 0 0,2-1 0,2-1 0,1 0 0,3-2 0,0 0 0,3-1 0,1-1 0,1-2 0,3 0 0,0-2 0,2-1 0,1-2 0,67 47 0,-67-55 57,2-2 1,0-2-1,0-1 0,2-1 1,0-2-1,1-2 0,0-1 1,57 7-1,-47-13-13,1-1 1,0-3-1,0-1 0,-1-3 1,1-2-1,59-14 0,-42 2-34,-1-3 0,0-2-1,-2-3 1,-1-3 0,-1-3-1,-2-2 1,-2-2 0,-1-3-1,94-87 1,-104 81-8,-2-3 1,-2-1-1,-3-1 0,-1-3 1,-4 0-1,-1-3 0,-3 0 1,-2-2-1,-3-1 0,28-104 1,-38 105 7,-3 0 1,-2-1 0,-3 0-1,-3 0 1,-2 0 0,-2 0-1,-3 0 1,-3 0-1,-2 0 1,-3 1 0,-31-90-1,26 105-6,-1 2 0,-2 1 0,-2 0-1,-2 1 1,-1 2 0,-2 0 0,-2 2 0,-1 1-1,-1 2 1,-2 0 0,-1 3 0,-2 0-1,0 3 1,-2 1 0,-1 1 0,-1 3-1,0 1 1,-2 2 0,0 2 0,-1 1-1,-74-14 1,102 26-1,0 1 0,0 1 0,-28 0 0,42 1 3,0 0 0,-1 1 1,1-1-1,0 0 0,0 1 0,-1-1 0,1 1 0,0 0 0,0-1 0,0 1 1,0 0-1,0 0 0,0 0 0,0 0 0,0 0 0,0 0 0,0 0 0,0 0 0,0 0 1,1 0-1,-1 0 0,0 0 0,1 1 0,-1-1 0,1 0 0,-1 2 0,-5 36-1094,6-36 733,-2 29-6468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1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 24575,'-6'20'0,"-100"458"0,47 10 0,27 475-294,72-2-1246,-38-923-4817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46 478 24575,'-5'-12'0,"0"1"0,1-1 0,0 0 0,1 0 0,1 0 0,-1 0 0,2 0 0,0-1 0,1-21 0,0 24 0,1 0 0,0-1 0,0 1 0,1 0 0,0 0 0,1 0 0,0 0 0,1 1 0,0-1 0,0 1 0,1 0 0,6-10 0,-2 8 0,0 0 0,1 0 0,0 1 0,0 0 0,1 1 0,0 0 0,24-14 0,-4 7 0,0 2 0,1 0 0,0 3 0,1 0 0,1 2 0,51-7 0,-35 10 0,1 1 0,0 3 0,97 7 0,-117-1 0,-1 1 0,0 1 0,0 1 0,0 2 0,-1 1 0,0 1 0,46 26 0,-65-31 0,0 0 0,0 1 0,-1 0 0,0 1 0,0 0 0,-1 0 0,0 1 0,-1 0 0,1 0 0,-2 1 0,1 0 0,-2 0 0,7 14 0,-9-14 0,0 0 0,0 1 0,-1-1 0,0 1 0,-1 0 0,0-1 0,-1 1 0,0 0 0,0 0 0,-2-1 0,1 1 0,-1 0 0,-1-1 0,-6 19 0,-2-1 0,-2-1 0,0 0 0,-2-1 0,-1 0 0,-36 42 0,1-10 0,-66 57 0,25-33-227,-5-4-1,-2-4 1,-4-4-1,-3-6 1,-145 67-1,146-87-6598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24575,'0'17'0,"-71"1443"-534,36-1159 417,-13 145 127,46-428-10,1-13 0,0 0 0,1 1 0,-1-1 0,1 1 0,0-1 0,0 0 0,1 1 0,-1-1 0,1 1 0,1-1 0,-1 0 0,3 7 0,-3-11-52,-1-1-1,1 1 1,-1 0-1,1-1 1,0 1 0,0-1-1,-1 1 1,1-1-1,0 1 1,0-1-1,-1 0 1,1 1 0,0-1-1,0 0 1,0 0-1,0 1 1,0-1-1,-1 0 1,1 0-1,0 0 1,0 0 0,0 0-1,1 0 1,23-7-6240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24575,'0'0'0,"0"0"0,-1 1 0,1-1 0,0 1 0,0-1 0,0 1 0,0-1 0,0 1 0,0-1 0,0 0 0,0 1 0,0-1 0,0 1 0,0-1 0,1 1 0,-1-1 0,0 1 0,0-1 0,0 0 0,1 1 0,-1-1 0,0 1 0,0-1 0,1 0 0,-1 1 0,0-1 0,1 0 0,-1 1 0,0-1 0,1 0 0,-1 0 0,1 1 0,13 9 0,-5-6 0,1-1 0,-1-1 0,0 0 0,1 0 0,0-1 0,-1 0 0,1-1 0,0 0 0,0 0 0,-1-1 0,13-2 0,19-5 0,49-17 0,-2-7 0,-1-4 0,150-86 0,-97 47 0,-132 70 0,0 1 0,1 1 0,-1-1 0,1 1 0,0 1 0,0 0 0,0 0 0,1 0 0,13 1 0,-18 1 0,0 0 0,1 1 0,-1 0 0,0 0 0,0 1 0,0 0 0,0 0 0,0 0 0,0 0 0,0 1 0,0-1 0,-1 1 0,0 0 0,1 1 0,-1-1 0,0 1 0,5 6 0,2 5 0,0 0 0,-1 1 0,-1 0 0,0 1 0,-2-1 0,1 2 0,-2-1 0,-1 1 0,0 0 0,3 20 0,-1 12 0,-2 0 0,-2 77 0,-17 52-1365,5-111-5461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24575,'0'0'0,"0"1"0,3 6 0,1 1-8191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2327 24575,'0'0'0,"0"0"0,53-2 0,1-2 0,-1-2 0,70-18 0,156-57 0,-275 79 0,1001-386-1356,-23-74 259,-868 406 599,360-175 23,847-394-281,-1273 604 823,71-31 1285,167-50 0,-258 97-673,-18 5-171,-12 2-284,-2-1-224,1 0 0,-1-1 0,1 1 0,-1-1 0,0 0 0,1 0 0,-1 0 0,0-1 0,1 1 0,-6-2 0,-7-1 0,-77-10 0,2-3 0,0-5 0,1-3 0,1-5 0,1-3 0,-106-56 0,186 84 0,4 3 0,0-1 0,1 0 0,-1 0 0,0 0 0,1 0 0,-1-1 0,1 0 0,0 1 0,0-1 0,0 0 0,0 0 0,-3-4 0,19 5 0,18 2 0,-1 2 0,1 0 0,-1 2 0,56 15 0,-55-11 0,243 63 0,-229-56 0,0 2 0,-1 1 0,80 48 0,-113-59 0,0 1 0,-1 0 0,1 0 0,-2 1 0,1 0 0,-1 1 0,14 20 0,-18-23 0,-1 0 0,-1 0 0,0 1 0,0-1 0,0 1 0,-1 0 0,0 0 0,0 0 0,-1 0 0,0 0 0,0 0 0,-1 0 0,0 0 0,-2 10 0,-2 8 0,-2 0 0,-1 0 0,-1-1 0,-2 0 0,0-1 0,-1 0 0,-18 27 0,-113 155 0,138-201 0,-531 606-1365,471-546-5461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1562 131 24575,'0'-6'0,"-1"0"0,1 1 0,-1-1 0,0 1 0,-1-1 0,1 1 0,-1-1 0,0 1 0,0 0 0,-1 0 0,1 0 0,-1 0 0,0 0 0,-1 1 0,1-1 0,-1 1 0,0 0 0,0 0 0,0 0 0,-8-5 0,0 4 0,1 1 0,0 1 0,-1 0 0,0 0 0,1 1 0,-1 1 0,0 0 0,-20 1 0,-9 3 0,-49 10 0,32-1 5,0 2 0,1 2-1,1 3 1,1 3 0,1 2-1,0 2 1,2 2 0,2 3 0,-80 63-1,77-48-84,1 2-1,3 2 1,1 2 0,3 3-1,3 1 1,2 2-1,-62 121 1,68-107 61,3 2 1,3 1-1,4 2 1,3 0-1,3 1 0,4 1 1,-7 135-1,19-152 22,4 1-1,2-1 1,2 0 0,4 0 0,2-1-1,3 0 1,2-1 0,3-1-1,3-1 1,39 74 0,-40-93-3,2-1 0,1-1 0,2-2 0,2 0 0,39 36 0,-45-49 0,2-2 0,0 0 0,2-2 0,0-1 0,1-1 0,0-1 0,59 21 0,-47-25-156,0-1 0,1-3 1,0-1-1,1-2 0,-1-2 0,1-1 1,45-6-1,79-16-6074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981 512 24575,'-8'-1'0,"0"1"0,1-1 0,-1 1 0,0 1 0,0 0 0,1 0 0,-13 3 0,-2 0 0,-40 6 0,2 3 0,-1 3 0,2 2 0,0 3 0,1 3 0,-68 38 0,90-41 0,0 3 0,1 0 0,1 3 0,-32 32 0,45-37 0,0 1 0,1 1 0,2 1 0,0 1 0,2 0 0,-16 35 0,23-41 0,1-1 0,2 1 0,-1 1 0,2-1 0,1 1 0,1 0 0,0 0 0,2 0 0,0 1 0,2-1 0,0 0 0,6 28 0,-4-35 0,0 1 0,2-1 0,0 0 0,0-1 0,1 0 0,1 1 0,0-2 0,1 1 0,0-1 0,1 0 0,1-1 0,-1 0 0,2-1 0,-1 0 0,2 0 0,-1-1 0,1-1 0,21 12 0,-15-11 0,0-1 0,1-1 0,-1 0 0,2-2 0,-1 0 0,0-1 0,1-1 0,32 2 0,-24-6 0,-1 0 0,1-1 0,-1-2 0,0-1 0,46-14 0,-32 4 0,-1-1 0,-1-2 0,0-2 0,-1-2 0,-2-1 0,0-2 0,60-55 0,-67 53 0,-2-2 0,-1-2 0,-1 0 0,-2-1 0,-1-1 0,-2-2 0,-1 0 0,-1-1 0,17-53 0,-27 66 0,-2-1 0,0 0 0,-1 0 0,-2 0 0,0-1 0,-2 1 0,-1-1 0,0 1 0,-2-1 0,-1 1 0,-1 0 0,-1-1 0,-1 2 0,-1-1 0,-1 1 0,-15-30 0,18 42 0,-2 0 0,1 1 0,-1-1 0,-1 1 0,0 1 0,0 0 0,-1 0 0,0 0 0,-1 1 0,0 1 0,0-1 0,0 2 0,-17-9 0,18 12 0,1 0 0,0 0 0,-1 1 0,0 0 0,0 0 0,1 1 0,-1 0 0,0 1 0,0 0 0,0 0 0,0 1 0,0 0 0,1 1 0,-1 0 0,0 0 0,1 1 0,-1 0 0,1 0 0,-11 7 0,7-3 0,1 0 0,-1 1 0,2 0 0,-1 1 0,1 0 0,1 1 0,0 0 0,0 0 0,1 1 0,0 0 0,1 0 0,0 1 0,1 0 0,0 0 0,1 1 0,0 0 0,1 0 0,-4 23 0,5-21 0,1 1 0,1-1 0,1 1 0,0-1 0,1 1 0,1-1 0,0 0 0,1 1 0,0-1 0,2 0 0,0-1 0,0 1 0,1-1 0,1 0 0,0 0 0,12 15 0,-8-14 0,2 0 0,-1-1 0,1 0 0,1-1 0,1-1 0,0 0 0,0-1 0,1-1 0,33 16 0,-25-15 0,1-2 0,0-1 0,1-1 0,0-1 0,0-1 0,39 2 0,-14-6 0,-1-2 0,0-3 0,0-1 0,0-3 0,0-2 0,-1-2 0,51-20 0,-46 11 0,-1-2 0,-1-2 0,0-2 0,-3-3 0,0-2 0,-2-2 0,77-72 0,-97 80 0,-2-1 0,0-2 0,-2-1 0,-1 0 0,-2-2 0,0 0 0,-3-1 0,0-1 0,-3-1 0,-1 0 0,-1-1 0,-2 0 0,6-39 0,-13 51 0,-1 1 0,-1-1 0,-4-45 0,3 62 0,-1 0 0,0 0 0,0 0 0,-1 1 0,0-1 0,0 1 0,-1-1 0,1 1 0,-1 0 0,-1 0 0,1 0 0,-1 0 0,0 0 0,0 1 0,-1 0 0,0 0 0,0 0 0,-5-4 0,8 8 0,0-1 0,0 1 0,0 0 0,-1 0 0,1 1 0,0-1 0,0 0 0,0 1 0,-1-1 0,1 1 0,0 0 0,-1 0 0,1 0 0,0 0 0,0 0 0,-1 0 0,1 0 0,0 1 0,0 0 0,-1-1 0,1 1 0,0 0 0,0 0 0,0 0 0,0 0 0,0 0 0,0 0 0,0 1 0,0-1 0,1 1 0,-1-1 0,0 1 0,1 0 0,0 0 0,-1 0 0,1-1 0,-2 4 0,-2 4 0,0 0 0,0 1 0,0-1 0,2 1 0,-1 0 0,1 0 0,-2 13 0,0 10 0,2 1 0,2 0 0,1 0 0,1 0 0,12 65 0,54 168 0,163 312 0,-104-287 0,-125-290 0,19 44 0,-3 1 0,22 96 0,-36-131 0,-1 1 0,0-1 0,-1 1 0,-1-1 0,0 1 0,-1-1 0,0 1 0,-1-1 0,0 1 0,-1-1 0,-1 0 0,1 0 0,-2 0 0,0 0 0,0-1 0,-1 0 0,-9 13 0,2-10 0,0 0 0,0-1 0,-1-1 0,-1 0 0,0 0 0,-1-2 0,0 0 0,-1-1 0,0 0 0,0-2 0,-31 10 0,10-6 0,0-2 0,0-1 0,-1-2 0,-66 1 0,75-6 0,1-2 0,-1-2 0,0 0 0,1-2 0,0-1 0,-35-13 0,51 15 0,1-2 0,-1 0 0,1 0 0,0-1 0,1-1 0,-20-16 0,24 18 0,1-1 0,0 1 0,0-1 0,1 0 0,0-1 0,0 0 0,1 1 0,0-1 0,0-1 0,1 1 0,-4-13 0,5 8-273,0 1 0,0-1 0,1-1 0,1-18 0,9-52-6553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24575,'3'-4'0,"0"0"0,1 0 0,0 0 0,-1 1 0,5-4 0,-4 17 0,0 0 0,-2 0 0,1 1 0,-1-1 0,-1 1 0,1-1 0,-2 1 0,0 12 0,1 4 0,-11 530 0,-1-25 0,14-475 0,15 84 0,-14-120 0,1 0 0,1-1 0,0 1 0,2-1 0,1 0 0,0-1 0,14 22 0,-20-38 7,-1 1-1,1 0 0,0-1 0,0 0 1,0 1-1,1-1 0,-1-1 1,1 1-1,0 0 0,-1-1 1,1 0-1,0 0 0,1 0 0,-1 0 1,0-1-1,0 1 0,1-1 1,6 1-1,-5-2-112,0 0 0,0 0 0,0-1 0,0 1 0,0-1 0,0-1-1,-1 1 1,1-1 0,0 0 0,-1 0 0,1-1 0,-1 1 0,7-6 0,23-17-6720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6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24575,'16'18'0,"-8"-15"0,-1 1 0,1-1 0,0 0 0,-1-1 0,1 0 0,0 0 0,13 0 0,61 0 0,-76-2 0,70-5 0,0-2 0,-1-4 0,0-4 0,136-44 0,-49-1 0,159-84 0,-103 32-1365,-191 96-5461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1112 66 24575,'-18'-24'0,"14"17"0,1 4 0,0 0 0,0 0 0,0 0 0,0 0 0,0 1 0,-1 0 0,1-1 0,-1 1 0,0 1 0,0-1 0,1 0 0,-1 1 0,0 0 0,0 0 0,0 0 0,-1 0 0,1 1 0,0 0 0,0-1 0,0 2 0,0-1 0,-8 1 0,-9 3 0,1 0 0,0 1 0,-25 11 0,37-14 0,-30 13 0,1 1 0,0 1 0,1 2 0,1 2 0,1 2 0,1 0 0,0 3 0,3 0 0,0 2 0,1 1 0,2 2 0,1 0 0,2 2 0,1 0 0,1 2 0,2 1 0,2 0 0,1 1 0,-23 76 0,17-21 6,4 1-1,-13 162 0,17 197-294,13-351 82,-7 246 159,-73 476 0,17-480 48,36-198 0,28-137 3,-5 16-5,2 0 0,1 0 0,0 1 0,2-1 0,3 34 0,-2-53 5,1 0 0,0 0 0,0-1 1,0 1-1,0 0 0,1 0 0,0-1 0,0 1 0,0-1 0,1 0 0,0 1 0,-1-1 0,1 0 0,1-1 0,-1 1 1,0-1-1,1 1 0,0-1 0,0 0 0,0 0 0,0 0 0,0-1 0,1 0 0,-1 0 0,1 0 0,0 0 0,-1 0 1,1-1-1,0 0 0,0 0 0,0-1 0,0 1 0,6-1 0,1 0 59,1 0 0,-1-1-1,1 0 1,-1-1 0,0-1 0,21-7 0,0-2-721,36-20 0,50-32-6167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0 316 24575,'24'-10'0,"54"-20"0,88-21 0,89-9 0,-158 38 0,400-85 0,-459 98 0,-27 3 0,-12 2 0,-20-4 0,-1 5 0,0 0 0,0 1 0,0 2 0,0 0 0,0 1 0,0 1 0,0 1 0,0 1 0,-28 9 0,28-6 0,0 1 0,0 1 0,0 1 0,1 1 0,1 1 0,0 0 0,1 2 0,-33 28 0,35-23 0,1 0 0,1 1 0,0 0 0,2 2 0,0-1 0,1 2 0,2 0 0,0 0 0,1 1 0,2 0 0,-6 26 0,0 23 0,2 2 0,-1 105 0,10 150 120,5-251-615,5 0 0,19 87 0,-18-125-6331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8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24575,'3'0'0,"-1"1"0,1 0 0,-1 0 0,1 0 0,-1 0 0,0 1 0,0-1 0,0 1 0,0-1 0,2 3 0,3 1 0,16 13 0,-2 0 0,-1 1 0,0 2 0,-2 0 0,23 31 0,68 124 0,-108-173 0,110 212 0,-100-190 0,-1 1 0,-1 0 0,-2 0 0,0 1 0,-2-1 0,3 50 0,-8-64 0,-1 1 0,0-1 0,-1 0 0,0-1 0,-1 1 0,-1 0 0,0-1 0,0 0 0,-1 0 0,-1 0 0,1 0 0,-2-1 0,1 0 0,-14 14 0,16-18 0,-1-1 0,0 0 0,0 0 0,-1-1 0,1 0 0,-1 0 0,0 0 0,0 0 0,-1-1 0,1 0 0,-1 0 0,1-1 0,-1 0 0,0 0 0,0-1 0,0 1 0,0-2 0,0 1 0,0-1 0,0 0 0,0 0 0,0-1 0,0 0 0,0 0 0,-12-4 0,12 3 0,1-1 0,-1 0 0,1 0 0,0 0 0,0-1 0,1 0 0,-1 0 0,1 0 0,0-1 0,0 0 0,0 0 0,0 0 0,1 0 0,-4-7 0,2 2 0,1 0 0,1 0 0,0 0 0,0 0 0,1-1 0,0 0 0,1 1 0,-1-14 0,1-5 0,2 0 0,1 1 0,1-1 0,1 0 0,14-53 0,-1 24 0,4 0 0,1 1 0,4 1 0,1 1 0,3 2 0,3 1 0,1 1 0,3 1 0,71-74 0,-100 116-170,1 0-1,1 0 0,0 1 1,0 0-1,0 0 0,1 1 1,13-6-1,12 1-6655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9 24575,'0'0'0,"0"0"0,0 0 0,0-1 0,0 1 0,0 0 0,0 0 0,0-1 0,0 1 0,0 0 0,0 0 0,0-1 0,0 1 0,0 0 0,0-1 0,0 1 0,0 0 0,0 0 0,0-1 0,0 1 0,0 0 0,0 0 0,0-1 0,0 1 0,-1 0 0,1 0 0,0 0 0,0-1 0,0 1 0,0 0 0,-1 0 0,1 0 0,0-1 0,0 1 0,-1 0 0,1 0 0,0 0 0,0 0 0,0 0 0,-1 0 0,1 0 0,0-1 0,0 1 0,-1 0 0,1 0 0,0 0 0,-1 0 0,1 0 0,0 0 0,0 0 0,-1 0 0,1 0 0,0 0 0,0 0 0,-1 1 0,1-1 0,0 0 0,0 0 0,-1 0 0,1 0 0,-24 3 0,-6 4 0,1 1 0,0 2 0,0 1 0,1 1 0,0 1 0,-42 28 0,28-13 0,1 2 0,2 2 0,-46 48 0,58-52 0,-46 64 0,66-82 0,0 1 0,0 0 0,1 0 0,1 0 0,0 1 0,1 0 0,0 0 0,0 0 0,1 0 0,-1 14 0,4-24 0,0 1 0,0-1 0,0 0 0,0 1 0,0-1 0,1 0 0,-1 1 0,1-1 0,0 0 0,-1 0 0,1 1 0,0-1 0,0 0 0,0 0 0,1 0 0,-1 0 0,0 0 0,1 0 0,2 2 0,-1-2 0,0 0 0,0 0 0,0 0 0,1-1 0,-1 1 0,0-1 0,1 0 0,-1 0 0,1 0 0,-1 0 0,7 0 0,5-1 0,0 0 0,0-1 0,1 0 0,-1-1 0,15-5 0,11-4 0,-1-2 0,1-2 0,-2-1 0,0-2 0,-2-2 0,0-2 0,-1-1 0,-1-2 0,51-46 0,-80 65 0,-5 5 0,0 0 0,0 0 0,0 0 0,0 0 0,-1 0 0,2 0 0,-1 1 0,0-1 0,0 0 0,0 1 0,0-1 0,0 0 0,0 1 0,3-1 0,-3 2 0,0-1 0,0 1 0,0 0 0,0 0 0,-1 0 0,1 0 0,0 0 0,0 0 0,-1 0 0,1 0 0,-1 0 0,1 1 0,-1-1 0,1 0 0,-1 0 0,0 0 0,0 1 0,1-1 0,-1 1 0,7 31 0,-1 0 0,2 44 0,-6-42 0,2-1 0,9 35 0,-13-68 0,1 1 0,-1 0 0,1 0 0,-1-1 0,1 1 0,-1-1 0,1 1 0,0 0 0,0-1 0,0 1 0,0-1 0,0 0 0,0 1 0,0-1 0,1 0 0,-1 0 0,0 0 0,1 0 0,-1 0 0,1 0 0,-1 0 0,1 0 0,-1 0 0,4 0 0,-2 0 0,0-1 0,0 0 0,0 0 0,0-1 0,0 1 0,0 0 0,0-1 0,0 0 0,-1 0 0,1 0 0,0 0 0,0 0 0,3-2 0,9-6 0,-1-1 0,1-1 0,23-22 0,17-25 0,-2-1 0,-3-3 0,66-106 0,-116 167 0,2-3 0,1 0 0,0-1 0,0 1 0,0 0 0,0 0 0,1 1 0,-1-1 0,5-2 0,-7 5 0,0 1 0,-1 0 0,1-1 0,0 1 0,0 0 0,-1 0 0,1-1 0,0 1 0,0 0 0,-1 0 0,1 0 0,0 0 0,0 0 0,0 0 0,-1 0 0,1 1 0,0-1 0,0 0 0,0 0 0,-1 0 0,2 1 0,0 1 0,0-1 0,0 1 0,0-1 0,0 1 0,0 0 0,-1 0 0,1 0 0,-1 0 0,1 0 0,1 2 0,12 26 0,-1 1 0,-2 0 0,0 1 0,-3 0 0,10 49 0,-12-48 0,17 71-455,-5 1 0,7 137 0,-25-197-6371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2 0,0 6 0,1 8 0,0 10 0,1 12 0,-1 8 0,0-3-8191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24575,'7'10'0,"0"0"0,-1 1 0,-1 0 0,0 0 0,0 0 0,-1 0 0,5 21 0,-5-19 0,15 63 0,-2 2 0,-4 0 0,-4 0 0,-3 1 0,-6 128 0,-7-156 0,4-46 0,6-33 0,4-22 0,3 0 0,3 1 0,26-69 0,-12 50 0,66-115 0,-77 155 0,1 1 0,2 1 0,0 1 0,2 1 0,1 0 0,31-26 0,-44 43 0,0 0 0,1 0 0,0 0 0,0 2 0,1-1 0,0 1 0,-1 1 0,2 0 0,-1 0 0,0 1 0,1 0 0,0 1 0,-1 1 0,1 0 0,0 0 0,0 1 0,0 1 0,-1 0 0,1 0 0,14 5 0,-1 2 0,-1 1 0,-1 1 0,0 2 0,0 0 0,-1 1 0,0 2 0,-1 0 0,29 28 0,8 14 0,70 85 0,-57-50 42,-40-49-745,49 50-1,-42-58-6122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24575,'23'-8'0,"476"-143"0,94-32 0,-572 175 0,-33 15 0,-19 8 0,-21 14 0,1 3 0,2 2 0,1 2 0,1 2 0,3 2 0,1 2 0,2 2 0,2 2 0,2 1 0,2 2 0,3 1 0,1 2 0,3 1 0,2 1 0,-37 113 0,42-94-273,4 1 0,2 0 0,4 1 0,-2 80 0,12-71-6553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 1 0,0 7 0,3 14 0,3 24 0,3 25 0,0 19 0,0 10 0,-3-2 0,-2-8 0,-2-16 0,-1-19 0,-2-16 0,0-14-8191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24575,'0'0'0,"0"0"0,2 1 0,1 1 0,1 6 0,0 6 0,0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24575,'2'2'0,"0"0"0,0 0 0,0 0 0,0 0 0,-1 0 0,1 1 0,-1-1 0,0 1 0,2 3 0,2 4 0,18 32 0,-2 1 0,-2 0 0,-2 2 0,-2 0 0,-2 0 0,12 71 0,-17-54 0,-2 0 0,-3 0 0,-3 0 0,-10 92 0,7-133 0,3-13 0,0-1 0,-1 1 0,0-1 0,-1 1 0,1-1 0,-2 0 0,1 1 0,-5 9 0,6-17 0,1 0 0,0 0 0,0 0 0,0 0 0,0 0 0,0 1 0,-1-1 0,1 0 0,0 0 0,0 0 0,0 0 0,-1 0 0,1 0 0,0 0 0,0 0 0,0 0 0,-1 0 0,1 0 0,0 0 0,0 0 0,0 0 0,0 0 0,-1 0 0,1 0 0,0 0 0,0 0 0,0 0 0,-1 0 0,1 0 0,0-1 0,0 1 0,0 0 0,0 0 0,-1 0 0,1 0 0,0 0 0,0 0 0,0-1 0,0 1 0,0 0 0,0 0 0,-1 0 0,1 0 0,0-1 0,0 1 0,0 0 0,0 0 0,0 0 0,0-1 0,0 1 0,0 0 0,0 0 0,0 0 0,0-1 0,-5-13 0,-5-36 0,2-1 0,3 0 0,2-1 0,1 1 0,12-94 0,-9 127 0,0 0 0,2 0 0,0 1 0,2-1 0,-1 1 0,2-1 0,0 2 0,11-21 0,-15 34 0,-1 1 0,1 0 0,-1 0 0,1-1 0,0 1 0,0 0 0,0 1 0,0-1 0,0 0 0,0 0 0,1 1 0,-1-1 0,0 1 0,1 0 0,-1 0 0,1 0 0,-1 0 0,1 0 0,4 0 0,-3 1 0,0 0 0,-1 0 0,1 1 0,0-1 0,0 1 0,-1 0 0,1 0 0,-1 0 0,1 0 0,-1 1 0,1 0 0,4 3 0,6 5 0,-1 0 0,0 1 0,0 1 0,21 26 0,67 104 0,-49-63 0,-50-75 0,1 0 0,0-1 0,-1 1 0,2-1 0,-1 0 0,0 0 0,1 0 0,0 0 0,4 3 0,-6-5 0,0-1 0,1 1 0,-1 0 0,0-1 0,0 1 0,0-1 0,0 0 0,0 0 0,0 0 0,1 0 0,-1 0 0,0 0 0,0 0 0,0-1 0,0 1 0,0-1 0,0 1 0,0-1 0,0 0 0,0 0 0,3-2 0,5-3 0,0-1 0,-1-1 0,0 1 0,-1-2 0,1 1 0,-2-1 0,11-13 0,42-75 0,-50 80 0,47-88 0,-60 186 0,1-40 0,3 0 0,1-1 0,10 51 0,-10-76 0,2 1 0,0-1 0,0-1 0,1 1 0,1-1 0,1 0 0,0 0 0,1 0 0,0-1 0,1-1 0,18 22 0,-22-29 0,0-1 0,0 0 0,0 0 0,0 0 0,1 0 0,-1-1 0,1 0 0,0 0 0,0-1 0,0 0 0,0 0 0,1 0 0,-1 0 0,0-1 0,1 0 0,-1-1 0,1 1 0,-1-1 0,1-1 0,-1 1 0,1-1 0,-1 0 0,1-1 0,-1 1 0,10-5 0,-5 1 0,-1 0 0,1-1 0,-1 0 0,-1-1 0,1 0 0,-1 0 0,0-1 0,-1-1 0,1 1 0,-2-1 0,1-1 0,-1 1 0,7-15 0,-4 4 0,0 0 0,-2-1 0,0 0 0,-2-1 0,0 1 0,-1-1 0,-1-1 0,-2 1 0,1-27 0,-3 31 0,0 0 0,-1 0 0,-1 0 0,-1 0 0,-1 1 0,0-1 0,-1 1 0,-1 0 0,-1 1 0,0-1 0,-1 1 0,-10-15 0,13 24 0,-1 0 0,1 0 0,-1 1 0,0 0 0,0 0 0,-1 0 0,0 1 0,0 0 0,0 0 0,-1 1 0,1 0 0,-1 0 0,0 1 0,0 0 0,-1 0 0,-12-2 0,11 4 0,0 0 0,1 1 0,-1 0 0,0 0 0,0 1 0,0 0 0,1 1 0,-1 0 0,0 1 0,1 0 0,0 0 0,0 1 0,0 0 0,-11 7 0,2 2 0,0 0 0,1 1 0,1 1 0,0 1 0,1 0 0,1 1 0,0 0 0,1 1 0,1 1 0,1 0 0,1 0 0,-12 32 0,12-26 0,2-1 0,0 1 0,2 1 0,1-1 0,1 1 0,1 0 0,1 0 0,1 0 0,2 0 0,5 35 0,-4-46 6,2-1-1,0 1 1,1-1-1,0 0 0,1 0 1,1-1-1,0 0 1,0 0-1,2 0 1,-1-1-1,2 0 1,0-1-1,0 0 0,1-1 1,0 0-1,0-1 1,1 0-1,1 0 1,0-1-1,0-1 1,15 6-1,7 1-191,1-1 1,0-3-1,1 0 0,0-3 1,0-1-1,1-1 1,42-1-1,18-3-6640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2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91 484 24575,'20'-19'0,"0"3"0,0 0 0,2 1 0,-1 1 0,2 1 0,43-18 0,128-35 0,-184 63 0,457-111 0,-177 48 0,-261 60 0,37-11 0,-62 15 0,0 1 0,1-1 0,-1 0 0,0 0 0,0 0 0,0-1 0,0 1 0,-1-1 0,1 0 0,5-7 0,-8 10 0,-1-1 0,1 1 0,-1-1 0,0 1 0,1-1 0,-1 0 0,0 1 0,0-1 0,1 1 0,-1-1 0,0 0 0,0 1 0,0-1 0,0 0 0,0 1 0,0-1 0,0 0 0,0 1 0,0-1 0,0 0 0,0 1 0,0-1 0,0 0 0,-1 1 0,1-1 0,0 1 0,0-1 0,-1 0 0,1 1 0,-1-1 0,1 1 0,0-1 0,-1 1 0,1-1 0,-1 1 0,0-1 0,-24-13 0,9 9 0,1 1 0,-1 0 0,0 1 0,-1 1 0,1 1 0,0 0 0,-31 4 0,13 0 0,0 2 0,-61 18 0,70-14 0,-1 0 0,1 2 0,1 0 0,0 2 0,1 1 0,0 0 0,1 2 0,1 1 0,0 0 0,1 2 0,-29 35 0,28-27 0,2 1 0,1 0 0,1 1 0,2 1 0,1 1 0,1 0 0,1 1 0,2 0 0,-6 35 0,7-19 0,3 1 0,-2 90 0,8-110 0,2 0 0,1-1 0,1 1 0,1-1 0,2 0 0,12 33 0,-11-46 0,0 2 0,-8-17 0,0 0 0,0 0 0,-1 0 0,1 0 0,0 0 0,0-1 0,0 1 0,0 0 0,0 0 0,0 0 0,0 0 0,-1 0 0,1 0 0,0 0 0,0 0 0,0 0 0,0 0 0,0 0 0,0 0 0,-1 0 0,1 0 0,0 0 0,0 0 0,0 0 0,0 0 0,0 0 0,0 0 0,0 0 0,-1 1 0,1-1 0,0 0 0,0 0 0,0 0 0,0 0 0,0 0 0,0 0 0,0 0 0,0 0 0,0 0 0,-1 0 0,1 1 0,0-1 0,0 0 0,0 0 0,0 0 0,0 0 0,0 0 0,0 0 0,0 1 0,0-1 0,0 0 0,0 0 0,0 0 0,0 0 0,0 0 0,-19-10 0,0 1 0,-1 0 0,0 2 0,0 0 0,-1 1 0,0 1 0,0 1 0,0 1 0,0 1 0,0 1 0,-38 2 0,29 1 0,0 2 0,0 1 0,0 1 0,1 1 0,0 2 0,0 0 0,-50 27 0,75-34 0,1 0 0,-1 0 0,1 0 0,-1 1 0,1-1 0,0 1 0,0 0 0,0 0 0,-5 7 0,8-10 0,0 0 0,0 1 0,0-1 0,-1 0 0,1 1 0,0-1 0,0 0 0,0 1 0,0-1 0,0 0 0,0 1 0,0-1 0,0 1 0,0-1 0,0 0 0,0 1 0,0-1 0,0 0 0,0 1 0,0-1 0,0 1 0,1-1 0,-1 0 0,0 1 0,0-1 0,0 0 0,1 1 0,-1-1 0,0 0 0,0 0 0,1 1 0,-1-1 0,0 0 0,0 0 0,1 1 0,-1-1 0,1 0 0,2 1 0,-1 0 0,1 0 0,0-1 0,-1 1 0,1-1 0,0 0 0,0 0 0,0 0 0,4 0 0,18-3 0,0 0 0,-1-2 0,1-1 0,41-15 0,96-50 0,-146 63 0,471-274 0,-301 166 0,-182 114 0,16-11 0,0 1 0,1 2 0,28-11 0,-44 19 0,1 0 0,-1 1 0,1-1 0,0 1 0,0 1 0,-1-1 0,1 1 0,0 0 0,0 0 0,0 1 0,-1-1 0,1 1 0,0 1 0,0-1 0,-1 1 0,1 0 0,-1 0 0,7 4 0,-4-1 0,-1 1 0,1 1 0,-1-1 0,0 1 0,0 0 0,-1 1 0,0 0 0,0 0 0,-1 0 0,0 0 0,-1 1 0,5 11 0,3 12 0,-1 0 0,7 40 0,-5-12 0,-3 1 0,-3 0 0,-2 0 0,-6 116 0,-2-152 0,3-25 0,0 0 0,0 0 0,0 0 0,0 0 0,0 0 0,0 0 0,0 0 0,0 0 0,0 0 0,0 0 0,0 0 0,0 0 0,-1 0 0,1 0 0,0 0 0,0 0 0,0 0 0,0 0 0,0 0 0,0 0 0,0 0 0,0 0 0,0 0 0,0 0 0,0 0 0,0 0 0,0 0 0,0 0 0,-1 0 0,1 0 0,0 0 0,0 0 0,-1-44 0,1 35 0,1-42 0,3 1 0,12-71 0,-15 118 0,-1-1 0,1 0 0,0 1 0,0-1 0,1 1 0,-1-1 0,1 1 0,0 0 0,-1 0 0,1 0 0,1 0 0,-1 0 0,0 0 0,1 0 0,0 1 0,-1-1 0,1 1 0,0 0 0,0 0 0,4-2 0,-2 2 0,1 1 0,-1-1 0,0 1 0,0 1 0,1-1 0,-1 1 0,1 0 0,-1 0 0,1 0 0,-1 1 0,0 0 0,1 0 0,7 3 0,35 11 0,60 29 0,-67-26 0,0-2 0,50 13 0,-75-26 0,0 0 0,0-1 0,0 0 0,0-1 0,0-1 0,0-1 0,1 0 0,-1-1 0,27-7 0,-18 0 0,-1 0 0,0-2 0,0-1 0,-1 0 0,-1-2 0,0-1 0,-1 0 0,-1-2 0,0 0 0,-1-1 0,-1-1 0,-1-1 0,18-26 0,-11 11 0,-1-1 0,-2 0 0,-2-2 0,-1 0 0,-2-1 0,-2-1 0,14-63 0,-21 67 0,-1 0 0,0-43 0,-5 63 0,-2 0 0,0 0 0,0 0 0,-2 1 0,0-1 0,-1 0 0,-7-19 0,10 32 0,-1-1 0,1 1 0,-1 0 0,0-1 0,0 1 0,0 0 0,0 0 0,-1 0 0,0 0 0,-5-5 0,7 8 0,-1-1 0,1 0 0,-1 0 0,0 1 0,1-1 0,-1 1 0,0-1 0,1 1 0,-1 0 0,0-1 0,1 1 0,-1 0 0,0 0 0,1 0 0,-1 1 0,0-1 0,1 0 0,-1 0 0,0 1 0,1-1 0,-1 1 0,0 0 0,1 0 0,-1-1 0,1 1 0,0 0 0,-2 1 0,-5 4 0,1 0 0,0 0 0,1 1 0,0 0 0,0 0 0,0 1 0,1-1 0,0 1 0,-6 14 0,-35 90 0,44-106 0,-36 110 0,6 1 0,-22 147 0,4 251 0,48-417-455,5 0 0,19 132 0,-18-202-6371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649 118 24575,'0'-4'0,"-1"-1"0,1 1 0,-1 0 0,0 0 0,0 0 0,-1 0 0,1 0 0,-1 0 0,0 0 0,0 1 0,0-1 0,-1 1 0,1-1 0,-1 1 0,0 0 0,0 0 0,0 0 0,-6-5 0,2 3 0,0 0 0,-1 1 0,1-1 0,-1 1 0,0 1 0,0 0 0,0 0 0,-10-2 0,1 2 0,1 2 0,-1 0 0,0 0 0,0 2 0,1 0 0,-1 1 0,1 1 0,-1 0 0,1 1 0,0 1 0,-20 9 0,9-3 0,0 2 0,1 1 0,1 1 0,1 1 0,-38 32 0,48-36 0,1 0 0,1 1 0,0 1 0,1 0 0,0 0 0,1 1 0,-8 17 0,15-26 0,0 0 0,1 0 0,-1 0 0,1 1 0,1-1 0,-1 0 0,1 1 0,0-1 0,0 1 0,1 0 0,0-1 0,0 1 0,1-1 0,0 1 0,0-1 0,0 1 0,1-1 0,0 0 0,0 1 0,1-1 0,-1 0 0,6 8 0,-1-5 0,0 0 0,1-1 0,0 1 0,0-1 0,1-1 0,0 0 0,0 0 0,1-1 0,0 0 0,0 0 0,0-1 0,12 3 0,8 3 0,1-1 0,0-2 0,36 4 0,-14-5 0,-1-2 0,1-2 0,90-8 0,-108 2 0,0-3 0,-1 0 0,1-2 0,-1-2 0,-1-1 0,49-22 0,-73 28 0,0 0 0,0 0 0,0-1 0,-1 0 0,0-1 0,0 1 0,-1-2 0,0 1 0,0-1 0,0 0 0,5-10 0,-9 13 0,-1 0 0,1 0 0,-1-1 0,0 1 0,-1-1 0,1 1 0,-1-1 0,0 0 0,-1 0 0,1 1 0,-1-1 0,0 0 0,-1 0 0,1 0 0,-1 1 0,0-1 0,-1 0 0,1 1 0,-1-1 0,-5-9 0,2 3 0,-2 0 0,0 1 0,-14-19 0,19 27 0,0 1 0,0-1 0,0 0 0,-1 1 0,1 0 0,0-1 0,-1 1 0,0 0 0,1 1 0,-1-1 0,0 0 0,0 1 0,0-1 0,0 1 0,0 0 0,-1 0 0,1 0 0,0 1 0,0-1 0,-7 0 0,8 2 0,1-1 0,-1 1 0,0 0 0,1 0 0,-1-1 0,1 1 0,-1 0 0,1 1 0,-1-1 0,1 0 0,0 0 0,-1 0 0,1 1 0,0-1 0,0 1 0,0-1 0,0 1 0,0-1 0,0 1 0,1 0 0,-1-1 0,1 1 0,-1 0 0,0 2 0,-6 48 0,7-52 0,0 51 0,11 100 0,22 54 0,-14-96 0,-9-42 0,-7-66 0,1-6 0,6-11 0,-9 13 0,12-20 0,126-215 0,-108 191 0,2 1 0,74-78 0,-92 110 0,0 1 0,1 1 0,0 0 0,1 1 0,1 1 0,35-15 0,0 5 0,61-14 0,-2 1 0,-99 28 0,1 0 0,-1 0 0,13-9 0,-24 13 0,1-1 0,-1 1 0,1-1 0,-1 1 0,1-1 0,-1 0 0,0 0 0,0-1 0,0 1 0,0 0 0,0-1 0,-1 1 0,1-1 0,-1 1 0,1-1 0,-1 0 0,0 1 0,0-1 0,0 0 0,1-6 0,-2 8 0,-1-1 0,1 1 0,0-1 0,0 1 0,-1 0 0,1-1 0,-1 1 0,1 0 0,-1-1 0,0 1 0,1 0 0,-1-1 0,0 1 0,0 0 0,0 0 0,0 0 0,0 0 0,0 0 0,0 0 0,0 0 0,0 0 0,-1 1 0,1-1 0,0 0 0,-1 1 0,1-1 0,0 1 0,-3-2 0,-1 1 0,-1 0 0,1 0 0,0 0 0,0 1 0,0-1 0,-1 1 0,-5 1 0,0 1 0,0 1 0,1 0 0,-1 0 0,1 1 0,0 1 0,0-1 0,1 2 0,-1-1 0,1 1 0,0 1 0,0 0 0,1 0 0,0 1 0,0 0 0,-7 9 0,-3 7 0,0 0 0,1 1 0,2 1 0,-17 37 0,26-51 0,-25 64 0,29-69 0,0-1 0,1 0 0,0 1 0,0-1 0,0 1 0,1-1 0,0 1 0,0-1 0,1 1 0,0 6 0,0-10 0,1 0 0,-1 0 0,0-1 0,1 1 0,-1 0 0,1-1 0,0 1 0,0-1 0,0 0 0,0 0 0,0 1 0,0-1 0,1-1 0,-1 1 0,0 0 0,1 0 0,0-1 0,-1 0 0,1 1 0,0-1 0,0 0 0,0-1 0,0 1 0,0 0 0,0-1 0,0 1 0,0-1 0,0 0 0,4 0 0,8-1 0,1 1 0,0-2 0,-1 0 0,21-6 0,0-3 0,-1-1 0,0-2 0,46-25 0,35-16 0,-110 53 0,0 0 0,0 1 0,0-1 0,0 1 0,1 0 0,-1 0 0,0 1 0,1 0 0,-1 0 0,1 1 0,-1-1 0,0 1 0,0 1 0,1-1 0,-1 1 0,0 0 0,0 1 0,-1-1 0,1 1 0,0 0 0,-1 1 0,0-1 0,0 1 0,0 0 0,7 8 0,8 9 0,-2 0 0,0 2 0,-2 0 0,20 36 0,-19-31 0,-9-14 0,1 0 0,0-1 0,1 0 0,0 0 0,15 13 0,-21-23 0,0 0 0,0 0 0,0-1 0,0 1 0,0-1 0,1 0 0,-1 0 0,1 0 0,-1-1 0,1 0 0,-1 0 0,1 0 0,0 0 0,0-1 0,-1 1 0,1-1 0,0-1 0,0 1 0,0-1 0,-1 1 0,1-1 0,5-2 0,13-6 0,-1 0 0,0-1 0,40-26 0,-33 19 0,31-15 0,-49 27 0,1 1 0,0 0 0,-1 1 0,1 0 0,0 1 0,19-2 0,-7 4 17,0 1 0,-1 1 1,1 1-1,-1 1 0,0 1 0,37 13 0,-16-1-512,-1 1 0,55 34 0,-43-19-6331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24575,'0'1'0,"0"0"0,-4 6 0,-7 11 0,-6 12 0,-5 12 0,-4 11 0,-1 10 0,-2 8 0,-4 3 0,4-10-8191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 24575,'0'0'0,"0"3"0,1 7 0,3 18 0,0 26 0,-10 30 0,-23 32 0,-21 22 0,-22 4 0,-18-12 0,-6-26 0,15-29-8191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24575,'-2'1'0,"0"1"0,1-1 0,-1 0 0,0 1 0,1 0 0,-1-1 0,1 1 0,-1 0 0,1-1 0,0 1 0,0 0 0,0 0 0,0 0 0,0 0 0,0 0 0,0 1 0,1-1 0,-1 0 0,1 0 0,-1 3 0,0 52 0,2-37 0,3 131 0,27 168 0,-15-220 0,5 0 0,56 161 0,-59-217 0,-17-93 0,-14-43 0,13 91 0,0 0 0,0 1 0,0-1 0,0 0 0,0 0 0,1 1 0,-1-1 0,1 0 0,-1 1 0,1-1 0,-1 0 0,1 1 0,0-1 0,0 1 0,0-1 0,0 1 0,0-1 0,0 1 0,0 0 0,0 0 0,1-1 0,-1 1 0,0 0 0,1 0 0,2-1 0,5-3 0,0 0 0,0 1 0,14-5 0,-8 4 0,154-57 0,-50 20 0,140-71 0,-188 75 0,106-77 0,-151 96 0,-1-1 0,-1-1 0,-2-1 0,0-2 0,-1 0 0,-1-1 0,18-30 0,-18 16 0,-20 36 0,1 1 0,0 0 0,0 0 0,-1-1 0,1 1 0,-1 0 0,0-1 0,0 1 0,0 0 0,0-1 0,0 1 0,0 0 0,-1-1 0,0-3 0,1 5 0,0 1 0,-1 0 0,1 0 0,0 0 0,0 0 0,0 0 0,0 0 0,0-1 0,0 1 0,0 0 0,0 0 0,0 0 0,-1 0 0,1 0 0,0 0 0,0 0 0,0 0 0,0 0 0,0 0 0,0 0 0,-1-1 0,1 1 0,0 0 0,0 0 0,0 0 0,0 0 0,0 0 0,-1 0 0,1 0 0,0 0 0,0 0 0,0 0 0,0 1 0,0-1 0,-1 0 0,1 0 0,0 0 0,0 0 0,0 0 0,0 0 0,0 0 0,0 0 0,-1 0 0,1 0 0,0 0 0,0 0 0,0 1 0,0-1 0,0 0 0,-9 11 0,-5 14 0,6-2 0,2 1 0,0 0 0,1 0 0,1 0 0,2 1 0,0 39 0,4-8 0,17 100 0,-9-96 0,4-1 0,1 0 0,4-1 0,2-1 0,44 87 0,-38-103-1365,-4-12-5461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24575,'2'11'0,"-1"-1"0,0 0 0,-1 1 0,0-1 0,-2 12 0,0 9 0,-17 341 0,-6 177 0,36 3 0,16-250-1365,-23-262-5461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7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7 228 24575,'-4'43'0,"1"-1"0,3 1 0,6 54 0,-3-61 0,-1-5 0,-2-15 0,1-1 0,1 1 0,0-1 0,1 0 0,6 21 0,-9-35 0,1 0 0,-1 0 0,0-1 0,1 1 0,-1 0 0,0 0 0,1-1 0,-1 1 0,1 0 0,-1 0 0,1-1 0,0 1 0,-1-1 0,1 1 0,0 0 0,-1-1 0,1 1 0,0-1 0,-1 0 0,1 1 0,0-1 0,0 0 0,0 1 0,-1-1 0,1 0 0,0 0 0,0 0 0,0 1 0,0-1 0,0 0 0,-1 0 0,1 0 0,0-1 0,0 1 0,0 0 0,0 0 0,-1 0 0,1-1 0,0 1 0,0 0 0,0-1 0,-1 1 0,1 0 0,0-1 0,0 1 0,0-2 0,4-2 0,0 0 0,0 0 0,-1 0 0,1-1 0,3-6 0,8-10 0,-2-1 0,-1-1 0,0 0 0,13-37 0,28-106 0,-38 112 0,-16 54 0,0 0 0,0 0 0,0 0 0,0 0 0,0-1 0,0 1 0,0 0 0,0 0 0,0 0 0,0 0 0,0-1 0,0 1 0,0 0 0,0 0 0,0 0 0,0 0 0,0 0 0,1-1 0,-1 1 0,0 0 0,0 0 0,0 0 0,0 0 0,0 0 0,0 0 0,1 0 0,-1 0 0,0-1 0,0 1 0,0 0 0,0 0 0,0 0 0,1 0 0,-1 0 0,0 0 0,0 0 0,0 0 0,0 0 0,1 0 0,-1 0 0,0 0 0,0 0 0,0 0 0,0 0 0,0 0 0,1 0 0,-1 0 0,0 0 0,0 0 0,0 1 0,0-1 0,1 0 0,-1 0 0,0 0 0,0 0 0,0 0 0,9 14 0,7 24 0,-15-36 0,16 43 0,2 0 0,2-1 0,36 58 0,-47-89 0,0 1 0,1-1 0,0-1 0,1 0 0,25 19 0,-28-25 0,0 0 0,0 0 0,1-1 0,0-1 0,0 0 0,1 0 0,-1-1 0,1 0 0,0 0 0,11 0 0,-4-2 0,1-2 0,0 0 0,-1-1 0,1 0 0,-1-2 0,1 0 0,-1-1 0,-1-1 0,1-1 0,-1 0 0,0-1 0,24-16 0,-5 1 0,0-2 0,-2-2 0,-1-1 0,40-43 0,-59 56 0,-1-1 0,0 0 0,-1-1 0,0-1 0,15-32 0,-24 44 0,0-1 0,-1 1 0,0-1 0,0 0 0,0 0 0,-1 0 0,0-1 0,0 1 0,-1 0 0,0 0 0,0 0 0,-1 0 0,0-1 0,0 1 0,0 0 0,-1 0 0,0 0 0,-1 1 0,-5-13 0,1 9 0,-1 0 0,0 1 0,0-1 0,-1 1 0,0 1 0,0 0 0,-1 0 0,0 1 0,-1 0 0,1 1 0,-1 0 0,-1 1 0,1 0 0,-1 1 0,-18-5 0,6 3 0,-1 0 0,0 2 0,0 1 0,0 1 0,0 1 0,-45 4 0,61-2 0,1 0 0,-1 0 0,1 1 0,-1 0 0,1 0 0,0 1 0,0 0 0,0 1 0,0 0 0,-10 7 0,17-11 0,0 1 0,0-1 0,1 0 0,-1 1 0,1-1 0,-1 1 0,0 0 0,1-1 0,-1 1 0,1-1 0,0 1 0,-1 0 0,1-1 0,-1 1 0,1 0 0,0 0 0,0-1 0,-1 1 0,1 0 0,0 0 0,0-1 0,0 1 0,0 0 0,0 0 0,0 0 0,0-1 0,0 1 0,0 0 0,0 0 0,0 0 0,0-1 0,1 1 0,-1 0 0,0-1 0,1 1 0,-1 0 0,0 0 0,1-1 0,-1 1 0,1-1 0,-1 1 0,1 0 0,0 0 0,3 2 0,0 0 0,0 0 0,0 0 0,0 0 0,0-1 0,6 3 0,23 7-273,0-1 0,1-2 0,0 0 0,57 4 0,-8-2-6553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1 292 24575,'0'20'0,"2"23"0,1 1 0,3-1 0,22 83 0,-19-95 0,1-1 0,2 0 0,1-1 0,1-1 0,2 0 0,21 30 0,-30-49 0,0 0 0,1-1 0,0 0 0,0 0 0,1-1 0,0 0 0,0-1 0,1 0 0,0 0 0,0-1 0,0 0 0,19 5 0,-15-6 0,0-1 0,0-1 0,0 0 0,1-1 0,-1 0 0,0-1 0,0-1 0,1 0 0,18-5 0,-16 2 0,0 0 0,0-1 0,0-2 0,-1 1 0,0-2 0,0 0 0,-1-1 0,0 0 0,0-2 0,-1 1 0,-1-2 0,0 0 0,0 0 0,-1-1 0,-1-1 0,17-26 0,-10 1 0,-18 39 0,0 0 0,0 0 0,0 0 0,0-1 0,0 1 0,0 0 0,0 0 0,0 0 0,1 0 0,-1-1 0,0 1 0,0 0 0,0 0 0,0 0 0,0 0 0,0 0 0,0-1 0,1 1 0,-1 0 0,0 0 0,0 0 0,0 0 0,0 0 0,1 0 0,-1 0 0,0 0 0,0 0 0,0 0 0,0 0 0,1 0 0,-1-1 0,0 1 0,0 0 0,0 0 0,1 1 0,-1-1 0,0 0 0,0 0 0,0 0 0,1 0 0,-1 0 0,0 0 0,0 0 0,0 0 0,0 0 0,1 0 0,-1 0 0,0 0 0,0 1 0,0-1 0,0 0 0,0 0 0,0 0 0,1 0 0,-1 0 0,0 0 0,0 1 0,0-1 0,0 0 0,0 0 0,0 0 0,0 1 0,8 13 0,-6-10 0,1 2 0,0 1 0,0-1 0,1 0 0,0 0 0,0 0 0,1-1 0,-1 0 0,1 0 0,0 0 0,1 0 0,-1-1 0,1 1 0,0-2 0,0 1 0,0-1 0,1 1 0,-1-2 0,1 1 0,-1-1 0,1 0 0,0 0 0,0-1 0,0 0 0,0 0 0,0-1 0,0 0 0,0 0 0,0 0 0,14-4 0,1 0 0,-1-1 0,1-2 0,-1 0 0,0-1 0,-1-1 0,0-1 0,0-1 0,-1 0 0,0-2 0,-1 0 0,23-23 0,-17 14 0,-1-2 0,-1 0 0,-2-1 0,0-1 0,-2-1 0,-1-1 0,18-38 0,-33 61 0,7-15 0,12-40 0,-20 56 0,1 0 0,-1-1 0,-1 1 0,1 0 0,-1-1 0,1 1 0,-1 0 0,-1-1 0,1 1 0,-1-1 0,1 1 0,-1 0 0,0 0 0,-1-1 0,1 1 0,-3-4 0,3 6 0,0 1 0,0-1 0,0 0 0,-1 1 0,1-1 0,0 1 0,-1 0 0,1-1 0,-1 1 0,0 0 0,1 0 0,-1 0 0,0 0 0,0 0 0,0 1 0,0-1 0,0 0 0,0 1 0,-3-1 0,1 1 0,0 0 0,0 0 0,1 0 0,-1 1 0,0-1 0,0 1 0,0 0 0,0 0 0,-5 3 0,1 0 0,0 0 0,0 1 0,1-1 0,0 2 0,0-1 0,0 1 0,0 0 0,-8 10 0,9-7 0,0 1 0,2-1 0,-1 1 0,1-1 0,0 1 0,1 0 0,0 1 0,1-1 0,0 0 0,0 1 0,1 0 0,1-1 0,0 1 0,0-1 0,1 1 0,0-1 0,1 1 0,3 10 0,3 7 0,0 0 0,2-1 0,1 0 0,1-1 0,24 37 0,-9-22 0,3-2 0,1-1 0,1-1 0,3-1 0,46 36 0,-66-59 0,0 0 0,0 2 0,16 20 0,-27-29 0,0-1 0,-1 0 0,0 1 0,0 0 0,0 0 0,-1 0 0,0 0 0,0 0 0,0 0 0,-1 0 0,0 1 0,-1-1 0,1 0 0,-1 11 0,-2-3 0,-1 0 0,0 0 0,-1 0 0,0-1 0,-1 1 0,0-1 0,-1 0 0,-1 0 0,-12 18 0,18-30 0,0 0 0,0 0 0,1 0 0,-1 1 0,0-1 0,0 0 0,0 0 0,-1 0 0,1 0 0,0 0 0,0-1 0,0 1 0,-1 0 0,1 0 0,-3 0 0,4-1 0,-1 0 0,0-1 0,1 1 0,-1 0 0,0-1 0,1 1 0,-1 0 0,1-1 0,-1 1 0,1-1 0,-1 1 0,1-1 0,-1 1 0,1-1 0,-1 1 0,1-1 0,-1 0 0,1 1 0,0-1 0,0 1 0,-1-1 0,1 0 0,0 0 0,0 1 0,0-1 0,-1 0 0,1 1 0,0-1 0,0 0 0,0 1 0,0-1 0,1 0 0,-1 0 0,0 1 0,0-1 0,0 0 0,2-14 0,0 0 0,0 0 0,2 1 0,-1 0 0,2 0 0,0 0 0,7-14 0,230-449 0,4-11 0,-242 478 0,-2 7 0,0 0 0,-1 0 0,1 0 0,-1-1 0,0 1 0,0 0 0,0-1 0,0 1 0,-1-1 0,1 1 0,-1-1 0,0 1 0,0-1 0,0 1 0,0-1 0,-2-5 0,1 8 0,1 1 0,0-1 0,-1 1 0,0 0 0,1-1 0,-1 1 0,1-1 0,-1 1 0,1 0 0,-1-1 0,0 1 0,1 0 0,-1-1 0,0 1 0,1 0 0,-1 0 0,0 0 0,1 0 0,-1 0 0,0 0 0,1 0 0,-1 0 0,0 0 0,0 0 0,1 0 0,-1 0 0,0 0 0,1 1 0,-1-1 0,0 0 0,0 1 0,-5 1 0,1 1 0,-1 0 0,1 0 0,0 1 0,0-1 0,0 1 0,0 0 0,1 1 0,-7 7 0,-36 52 0,24-28 0,3 0 0,0 2 0,2 0 0,-19 63 0,28-69 0,1 0 0,1 1 0,2 0 0,1 0 0,2 1 0,2 43 0,1-60 0,1-1 0,1 0 0,0 0 0,1 0 0,1 0 0,0-1 0,13 26 0,-12-30 0,0-1 0,1 0 0,0 0 0,1-1 0,0 0 0,1 0 0,0-1 0,0 0 0,0 0 0,1-1 0,11 6 0,2-2 0,1 0 0,0-2 0,1 0 0,-1-2 0,2 0 0,-1-2 0,1-1 0,-1-1 0,35-1 0,-4-2 0,0-4 0,-1-1 0,70-17 0,-111 19 0,33-7 0,50-18 0,-86 25 0,0-1 0,-1-1 0,0 0 0,1 0 0,-2-1 0,1 0 0,-1-1 0,0 0 0,0 0 0,10-12 0,-17 17 0,0-1 0,0 0 0,0 0 0,0 0 0,-1 1 0,1-1 0,-1-1 0,0 1 0,0 0 0,0 0 0,0 0 0,-1-1 0,1 1 0,-1 0 0,0-1 0,0 1 0,0 0 0,0-1 0,0 1 0,-1 0 0,0-1 0,0 1 0,1 0 0,-2 0 0,1 0 0,0 0 0,-1 0 0,1 0 0,-1 0 0,0 0 0,0 1 0,0-1 0,0 1 0,-1-1 0,-2-1 0,-1-2 0,1 1 0,-1 1 0,-1-1 0,1 1 0,-1 0 0,0 1 0,1 0 0,-2 0 0,1 0 0,0 1 0,0 0 0,-1 0 0,1 1 0,-14-1 0,9 3 0,-1 0 0,0 1 0,1 1 0,-1 0 0,1 1 0,0 1 0,0 0 0,0 0 0,1 1 0,0 0 0,0 1 0,-10 8 0,3-1 0,2-1 0,0 2 0,0 0 0,2 1 0,0 1 0,-17 26 0,27-31 0,11-11 0,19-15 0,2-7 0,-1-1 0,-1-1 0,-1-2 0,-1-1 0,-1 0 0,-1-2 0,-2 0 0,31-58 0,-31 48 0,-3-1 0,-1 0 0,-2-2 0,-2 1 0,-1-1 0,10-85 0,-18 98 0,-1 0 0,-2-1 0,0 1 0,-2 0 0,-1 0 0,-1 0 0,-2 0 0,-13-42 0,18 69 0,1-1 0,-1 1 0,1-1 0,-1 1 0,0-1 0,0 1 0,1 0 0,-1-1 0,0 1 0,0 0 0,0 0 0,-1 0 0,1 0 0,0 0 0,-2-2 0,3 3 0,-1 0 0,1 0 0,-1 0 0,1 0 0,-1 0 0,1 0 0,-1 0 0,1 0 0,-1 1 0,1-1 0,-1 0 0,1 0 0,-1 0 0,1 0 0,-1 1 0,1-1 0,-1 0 0,1 0 0,-1 1 0,1-1 0,0 0 0,-1 1 0,1-1 0,0 1 0,-1-1 0,1 0 0,0 1 0,-1-1 0,1 1 0,-3 5 0,0 0 0,1 0 0,0 0 0,0 0 0,0 0 0,-1 10 0,-3 34 0,3 1 0,2-1 0,2 1 0,2-1 0,2 1 0,3-1 0,2-1 0,2 0 0,2 0 0,34 77 0,-33-92-114,1-1 1,2 0-1,1-1 0,1-2 0,2 0 1,2-1-1,0-1 0,2-1 0,0-1 1,2-2-1,61 42 0,-10-24-6712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24575,'15'-1'0,"0"-1"0,0-1 0,0 0 0,0-1 0,15-6 0,7-2 0,18-6 0,-26 8 0,49-10 0,-77 20 0,0 0 0,0 0 0,0 0 0,0 0 0,0 0 0,0 0 0,0 0 0,0 0 0,0 0 0,0 0 0,0 1 0,0-1 0,0 0 0,0 1 0,-1-1 0,1 1 0,0-1 0,0 1 0,0-1 0,-1 1 0,1 0 0,0-1 0,-1 1 0,1 0 0,0 0 0,-1-1 0,1 1 0,-1 0 0,1 0 0,-1 0 0,0 0 0,1-1 0,-1 3 0,6 35 0,-6-37 0,1 89 0,-5 0 0,-17 101 0,9-91 0,-42 461 0,42 5 0,19-440 0,6 0 0,40 176 0,-30-213 0,4-1 0,4-1 0,3-1 0,53 92 0,25 3 0,-111-179 0,0 0 0,0 0 0,0 0 0,0 0 0,0 0 0,0 0 0,0 0 0,-1 0 0,1 0 0,-1 0 0,1 3 0,-2-3 0,1-1 0,-1 0 0,1-1 0,0 1 0,-1 0 0,0 0 0,1 0 0,-1 0 0,0 0 0,1 0 0,-1-1 0,0 1 0,0 0 0,0-1 0,1 1 0,-1 0 0,0-1 0,0 1 0,0-1 0,0 1 0,0-1 0,0 0 0,0 0 0,0 1 0,0-1 0,0 0 0,0 0 0,-3 0 0,-11 2 0,0-2 0,0 0 0,-26-3 0,-121-18-1365,-28-9-5461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1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253 126 24575,'-15'-25'0,"5"14"0,1 0 0,-1 2 0,-1-1 0,1 1 0,-2 1 0,-20-13 0,28 18 0,-1 0 0,0 1 0,0 0 0,0-1 0,0 2 0,0-1 0,0 0 0,-1 1 0,1 0 0,0 1 0,-1-1 0,1 1 0,0 0 0,-1 0 0,1 0 0,-1 1 0,1 0 0,0 0 0,0 1 0,-8 2 0,11-3 0,0 1 0,0 0 0,0-1 0,0 1 0,0 0 0,0 0 0,1 0 0,-1 0 0,1 0 0,-1 0 0,1 0 0,0 0 0,0 1 0,0-1 0,0 0 0,0 1 0,1-1 0,-1 1 0,1-1 0,0 1 0,-1-1 0,1 1 0,0-1 0,1 6 0,0 5 0,1 1 0,1 0 0,5 17 0,-8-30 0,18 55 0,3-2 0,1 0 0,43 72 0,104 144 0,-160-257 0,144 212-164,9-8 0,10-6 0,300 283 0,-335-371 154,5-5 0,5-7 0,5-6 0,4-7 0,5-7 0,194 79 0,-238-124 20,2-5-1,1-5 0,2-6 1,1-5-1,1-5 0,1-6 1,1-5-1,-1-6 0,1-5 0,0-6 1,-1-5-1,169-40 0,-253 44 276,9-2-205,-1-2 0,-1-2 0,47-21 0,-128 29-80,-95-15 0,-197-60 0,268 64 0,1-4 0,1-1 0,1-3 0,1-3 0,-85-61 0,121 74 0,16 15 0,1 1 0,0 0 0,0-1 0,0 1 0,-1-1 0,1 1 0,0 0 0,0-1 0,0 1 0,0-1 0,0 1 0,0 0 0,0-1 0,0 1 0,0-1 0,0 1 0,0-1 0,0 1 0,0-1 0,0 1 0,0 0 0,0-1 0,0 1 0,0-1 0,1 1 0,-1-1 0,2-1 0,0 1 0,1 0 0,-1-1 0,1 1 0,-1 0 0,0 0 0,1 0 0,0 0 0,-1 1 0,1-1 0,-1 1 0,6-1 0,22-2 0,-1 2 0,0 1 0,1 1 0,-1 1 0,0 2 0,30 7 0,170 55 0,-26 11 0,-161-58 0,-1 2 0,65 43 0,-95-56 0,0 0 0,-1 0 0,0 1 0,-1 1 0,15 18 0,-21-24 0,0 1 0,0-1 0,-1 1 0,0 0 0,1 0 0,-1 1 0,-1-1 0,1 0 0,-1 0 0,0 1 0,0-1 0,-1 1 0,0-1 0,0 1 0,0-1 0,-1 10 0,-4 3 0,0 0 0,-2 0 0,0-1 0,0 1 0,-2-2 0,0 1 0,-20 26 0,-91 103 0,114-139 0,-76 79-341,-3-4 0,-4-3-1,-119 79 1,134-107-6485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2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1192 24575,'2'33'0,"1"0"0,2 0 0,11 37 0,-5-24 0,81 306 0,-65-275 0,2 0 0,58 104 0,-77-163 0,1-1 0,1 1 0,0-2 0,25 27 0,-30-37 0,0 1 0,1-1 0,0 0 0,0-1 0,0 0 0,0 0 0,1-1 0,0 0 0,0-1 0,0 1 0,1-2 0,12 3 0,-5-3 0,0-1 0,0-1 0,-1 0 0,1-1 0,0-1 0,0 0 0,-1-2 0,27-8 0,-2-3 0,-1-2 0,47-27 0,2-8-119,-3-4 0,126-107-1,138-163-487,522-628 607,-337 350-3,-517 586 217,-18 18-185,0 0 0,0 0-1,0 0 1,0 0 0,0 0 0,0 0-1,0 0 1,0 0 0,0 0 0,0 0 0,0 0-1,0 0 1,0 0 0,0 0 0,0 1-1,0-1 1,0 0 0,0 0 0,0 0-1,1 0 1,-1 0 0,-26 33-1273,-1-1-5582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1888 24575,'5'34'0,"18"52"0,3 0 0,5-1 0,3-2 0,60 105 0,-83-167 0,0-2 0,1 0 0,1 0 0,18 20 0,-26-34 0,0 0 0,1 0 0,0 0 0,0 0 0,0-1 0,0 0 0,1-1 0,0 1 0,0-1 0,0 0 0,0-1 0,0 0 0,0 0 0,1 0 0,-1-1 0,14 0 0,-5-1 0,-1-1 0,1-1 0,-1 0 0,0-1 0,28-10 0,-6-1 0,48-25 0,7-12-75,138-101 0,76-90-1089,456-426 315,-22-31-165,-25 23 544,-655 621 1640,-60 55-1170,9-6 572,-7 11-438,-5 6-6554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889 30 24575,'-5'9'0,"-16"48"0,3 1 0,-20 103 0,23-89 0,-126 628-552,-103 437-596,99-629 933,-43-16 0,183-480 215,-15 29 0,19-40 0,1 0 0,-1 1 0,1-1 0,-1 0 0,0 0 0,0 0 0,1 0 0,-1 0 0,0 0 0,0 0 0,0 0 0,0 0 0,0-1 0,0 1 0,-1 0 0,1-1 0,0 1 0,0 0 0,0-1 0,-1 0 0,1 1 0,-3 0 0,3-2 11,0 0 1,0 0-1,0 1 1,0-1-1,0 0 1,0 0-1,0 0 1,0 0-1,0 0 1,1 0 0,-1 0-1,0-1 1,1 1-1,-1 0 1,1 0-1,-1 0 1,1-1-1,-1 1 1,1 0-1,0-1 1,0 1-1,0 0 1,-1-2 0,-3-30 264,2 0 0,1-1 0,1 1 1,9-59-1,-8 83-273,86-526-506,42 1 1,377-1107 251,-502 1630 242,89-218-32,-89 220 38,0 0 0,1 0 0,1 0 0,-1 1 0,1 0 0,8-9 0,-12 16 11,0-1 1,-1 1-1,1-1 1,0 1-1,0 0 1,0 0-1,1 0 1,-1 0-1,0 0 1,0 0-1,0 0 1,1 1-1,-1-1 1,0 1-1,1 0 1,-1 0-1,0 0 1,1 0-1,-1 0 1,0 0-1,1 0 1,-1 1-1,0 0 1,1-1-1,-1 1 1,0 0-1,0 0 0,0 0 1,0 0-1,4 3 1,8 7 131,0 1 1,0 0-1,-1 1 0,0 1 1,-2 0-1,1 1 0,-2 0 1,11 20-1,36 62-224,-5 2 0,71 192-1,43 229-248,129 626 332,-250-874 0,-40-220 1,-2 0 0,-2 1-1,-7 59 1,-8-38-1222,-3-22-4888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24575,'0'0'0,"0"0"0,0 1 0,1 1 0,5 4 0,12 4 0,26 2 0,35-7 0,38-12 0,30-18 0,17-18 0,4-15 0,-7-7 0,-16 0 0,-34 11-8191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909 1 24575,'0'0'0,"-9"10"0,-102 111 0,-294 347 0,342-385 0,4 1 0,4 3 0,-85 184 0,127-241 0,2 1 0,1-1 0,1 2 0,2-1 0,1 1 0,-4 56 0,10-77 0,0 0 0,0 0 0,1 0 0,1 0 0,0-1 0,0 1 0,1-1 0,0 1 0,1-1 0,0 0 0,1 0 0,0 0 0,0-1 0,1 0 0,0 0 0,1 0 0,0-1 0,0 0 0,1 0 0,0-1 0,0 0 0,1 0 0,15 9 0,-5-7 13,0 0-1,0-1 1,1-1-1,1-1 0,-1-1 1,1 0-1,34 2 1,-3-4-746,98-7 1,-5-10-6094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0 24575,'-4'1'0,"-1"0"0,1 0 0,-1 0 0,1 0 0,0 1 0,0-1 0,0 1 0,-7 5 0,0-1 0,-19 11 0,0 2 0,1 2 0,1 0 0,1 2 0,-38 41 0,23-17 0,2 3 0,-41 66 0,45-56 0,2 1 0,3 1 0,-25 73 0,40-90 0,3 1 0,1 0 0,3 1 0,1 0 0,-2 68 0,10-99 0,0 1 0,2-1 0,-1 1 0,2-1 0,0 1 0,1-1 0,1 0 0,6 16 0,-7-25 0,-1 0 0,1 0 0,1 0 0,-1-1 0,1 1 0,0-1 0,0 0 0,1 0 0,0-1 0,0 0 0,0 0 0,1 0 0,0-1 0,-1 0 0,1 0 0,1-1 0,-1 1 0,12 2 0,-5-3 12,1 0-1,-1-1 0,1 0 0,0-2 0,-1 1 1,1-2-1,0 0 0,19-4 0,1-3-499,0-1-1,40-16 0,23-15-6337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7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24575,'-19'480'0,"3"-145"0,15-315 0,0-7 0,0 0 0,1 0 0,1 0 0,0 0 0,1 0 0,0 0 0,5 18 0,-6-30 0,0 1 0,0 0 0,0 0 0,0-1 0,0 1 0,0 0 0,0-1 0,1 1 0,-1-1 0,0 0 0,1 1 0,-1-1 0,1 0 0,0 0 0,-1 0 0,1 0 0,0 0 0,0 0 0,0 0 0,-1-1 0,1 1 0,0-1 0,0 1 0,0-1 0,0 0 0,0 0 0,0 0 0,0 0 0,0 0 0,0 0 0,0 0 0,0-1 0,0 1 0,0-1 0,0 1 0,0-1 0,-1 0 0,4-1 0,6-4 0,1 1 0,-2-2 0,1 0 0,17-14 0,13-16 0,-1-1 0,-2-1 0,-2-3 0,43-65 0,102-199 0,-136 215 0,-38 82 0,-2 11 0,1 19 0,0 42 0,-4 1 0,-7 96 0,1-99 0,-9 187 0,13-243 10,0 0 0,0-1 0,0 1 0,1-1 0,-1 1 0,1 0 0,0-1 0,0 1-1,1-1 1,3 8 0,-4-10-74,1 0 0,-1-1 0,1 1 0,0 0 0,-1-1 0,1 0 0,0 1-1,0-1 1,0 0 0,0 0 0,0 0 0,0 0 0,0 0 0,0-1 0,1 1 0,-1-1 0,0 1-1,0-1 1,0 0 0,1 0 0,-1 0 0,4 0 0,39-4-6762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24575,'1'5'0,"0"0"0,0 0 0,0 0 0,0-1 0,1 1 0,0 0 0,4 6 0,5 14 0,60 180 0,70 192 0,28-15 0,-162-369 0,6 13 0,25 36 0,-38-62 0,0 0 0,0 0 0,0 0 0,-1 0 0,1 0 0,0 0 0,0 0 0,0 0 0,0 0 0,0 0 0,0 0 0,0 0 0,0 0 0,0 0 0,0 0 0,0 0 0,0 0 0,0 0 0,0 0 0,0 0 0,0 0 0,0 0 0,-1 0 0,1 0 0,0 0 0,0 1 0,0-1 0,0 0 0,0 0 0,0 0 0,0 0 0,0 0 0,0 0 0,0 0 0,0 0 0,0 0 0,0 0 0,0 0 0,0 0 0,0 0 0,0 1 0,0-1 0,0 0 0,0 0 0,0 0 0,0 0 0,1 0 0,-1 0 0,0 0 0,0 0 0,0 0 0,0 0 0,0 0 0,0 0 0,-11-5 0,-14-17 0,19 12 0,0-1 0,1 0 0,0 0 0,1 0 0,0 0 0,0 0 0,1-1 0,1 0 0,0 0 0,0-18 0,0-6 0,3-1 0,6-44 0,2 15 0,3 0 0,2 1 0,4 1 0,2 0 0,3 1 0,62-117 0,-83 175 0,1-1 0,0 1 0,1-1 0,-1 1 0,1 1 0,0-1 0,0 0 0,0 1 0,1 0 0,0 0 0,0 0 0,0 0 0,0 1 0,0 0 0,1 0 0,-1 0 0,1 1 0,0 0 0,0 0 0,0 0 0,0 1 0,0 0 0,12-1 0,313-18 0,-73 6 0,-257 14 0,-1 0 0,0 0 0,1 0 0,-1 0 0,0 0 0,1 0 0,-1 0 0,1 0 0,-1 0 0,0 0 0,1 0 0,-1 0 0,0 0 0,1 0 0,-1 0 0,0 0 0,1 0 0,-1 0 0,0 1 0,1-1 0,-1 0 0,0 0 0,1 1 0,-1-1 0,0 0 0,1 0 0,-1 1 0,0-1 0,0 0 0,0 0 0,1 1 0,-1-1 0,0 0 0,0 1 0,0-1 0,0 1 0,0-1 0,1 0 0,-1 1 0,0-1 0,0 0 0,0 1 0,0-1 0,0 0 0,0 1 0,0-1 0,0 1 0,0-1 0,-1 0 0,1 1 0,0-1 0,0 0 0,0 1 0,0-1 0,0 0 0,-1 1 0,1 0 0,-15 25 0,14-24 0,-51 65 0,-2-1 0,-73 68 0,81-88 0,-202 204 0,228-230 0,20-20 0,0 0 0,1 0 0,-1 0 0,0 0 0,0 0 0,0 0 0,0 0 0,1 0 0,-1 0 0,0 0 0,0 0 0,0 0 0,1 0 0,-1 0 0,0 1 0,0-1 0,0 0 0,0 0 0,0 0 0,1 0 0,-1 0 0,0 0 0,0 0 0,0 1 0,0-1 0,0 0 0,0 0 0,0 0 0,0 0 0,1 1 0,-1-1 0,0 0 0,0 0 0,0 0 0,0 0 0,0 1 0,0-1 0,0 0 0,0 0 0,0 0 0,0 1 0,0-1 0,0 0 0,0 0 0,0 0 0,0 0 0,0 1 0,-1-1 0,1 0 0,0 0 0,0 0 0,0 0 0,0 1 0,0-1 0,0 0 0,0 0 0,0 0 0,-1 0 0,1 0 0,0 0 0,0 1 0,0-1 0,-1 0 0,19-6 0,24-13 0,-1-3 0,49-34 0,16-10 0,-99 62 0,0 0 0,0 1 0,1 0 0,-1 0 0,1 1 0,0-1 0,-1 2 0,1-1 0,0 1 0,0 0 0,10 1 0,-12 1 0,0 0 0,0 0 0,1 1 0,-1-1 0,0 1 0,0 1 0,-1-1 0,1 1 0,-1 0 0,1 1 0,-1-1 0,0 1 0,0 0 0,7 8 0,11 14 0,-1 0 0,-1 2 0,-1 1 0,17 34 0,6 8 0,-39-64 0,1 0 0,0 0 0,0-1 0,0 0 0,1 0 0,0 0 0,0-1 0,1 1 0,0-1 0,0-1 0,14 8 0,-14-10 0,-1 1 0,1-2 0,0 1 0,0-1 0,0 0 0,0 0 0,0-1 0,0 0 0,0 0 0,0-1 0,1 0 0,-2 0 0,1-1 0,10-2 0,5-5 0,-1 0 0,1-1 0,-2-1 0,1-1 0,-1-1 0,-1-1 0,34-31 0,-3-5 0,59-74 0,-77 86 0,-2-1 0,-2-1 0,-1-1 0,22-48 0,-46 75 0,-10 12 0,-18 12 0,-3 9 0,1 1 0,0 1 0,2 1 0,1 1 0,1 1 0,0 1 0,2 2 0,1 0 0,2 0 0,-28 56 0,40-71 0,0 0 0,2 1 0,-1 0 0,1 0 0,1 0 0,1 0 0,-3 26 0,5-34 0,0 0 0,1-1 0,-1 1 0,1 0 0,0 0 0,0-1 0,0 1 0,1 0 0,0-1 0,0 0 0,0 1 0,0-1 0,1 0 0,-1 0 0,1 0 0,0 0 0,1-1 0,-1 1 0,0-1 0,1 0 0,0 0 0,0 0 0,0 0 0,0-1 0,6 4 0,3-1 0,0-1 0,1 0 0,-1 0 0,1-1 0,0-1 0,-1 0 0,1-1 0,0-1 0,0 0 0,0-1 0,0 0 0,25-6 0,-5-1 0,-1-2 0,-1-1 0,1-1 0,32-18 0,-28 11 0,-1-1 0,-1-2 0,-1-2 0,0 0 0,-2-3 0,-2 0 0,0-2 0,37-48 0,-74 88 0,1 0 0,0 1 0,-7 21 0,12-32 0,1 0 0,0-1 0,0 1 0,0 0 0,0-1 0,0 1 0,0 0 0,0-1 0,0 1 0,0-1 0,1 1 0,-1 0 0,0-1 0,0 1 0,0 0 0,1-1 0,-1 1 0,0-1 0,1 1 0,-1-1 0,1 1 0,-1-1 0,0 1 0,1-1 0,-1 1 0,1-1 0,-1 0 0,1 1 0,-1-1 0,1 0 0,0 1 0,-1-1 0,1 0 0,-1 1 0,1-1 0,0 0 0,-1 0 0,1 0 0,0 0 0,0 0 0,29-1 0,-11-4 0,-1-1 0,0 0 0,21-12 0,-26 12 0,0 0 0,0 0 0,1 1 0,-1 1 0,1 1 0,0-1 0,24-1 0,-33 6 0,-1-1 0,0 1 0,1 0 0,-1 0 0,0 0 0,0 0 0,0 1 0,0 0 0,0-1 0,-1 2 0,1-1 0,0 0 0,-1 1 0,0-1 0,1 1 0,-1 0 0,0 0 0,0 1 0,4 5 0,2 6 0,0-1 0,-1 2 0,11 26 0,2 16 0,-2 1 0,18 95 0,3 130 0,-32-205 0,-3 0 0,-4 0 0,-17 150 0,10-191 0,-2 1 0,-1-1 0,-2-1 0,-2 0 0,-1 0 0,-2-2 0,-2 0 0,-1 0 0,-44 60 0,33-59 0,-1-1 0,-1-2 0,-2-1 0,-1-1 0,-2-2 0,-1-2 0,-1-1 0,-66 32 0,99-55 0,0 0 0,0-1 0,0 1 0,0-1 0,0-1 0,-1 1 0,1-1 0,-1 0 0,1-1 0,-1 1 0,1-1 0,-1 0 0,-11-3 0,14 2 0,0-1 0,0 0 0,1 0 0,-1-1 0,0 1 0,1-1 0,0 0 0,-1 0 0,1 0 0,0 0 0,1 0 0,-1-1 0,1 1 0,-1-1 0,1 0 0,0 0 0,0 1 0,1-1 0,-1-1 0,1 1 0,0 0 0,-1-5 0,-3-12 0,0-1 0,2 0 0,1 0 0,0-39 0,5 9 0,10-57 0,7 9-182,4 0 0,4 2 0,4 2 0,5 1 0,4 1 0,55-92 0,-13 47-57,6 3 0,6 5 0,120-129 0,-73 110-754,-28 40-3975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0 24575,'1'2'0,"1"-1"0,0 1 0,-1 0 0,1 0 0,-1-1 0,1 1 0,-1 0 0,0 0 0,0 0 0,0 1 0,0-1 0,1 4 0,-1-3 0,5 10 0,-2 1 0,0-1 0,0 1 0,-2 0 0,3 22 0,-4 73 0,-2-89 0,-43 441-71,-42 7-1114,-197 762-1320,40-194 2430,160-618-228,33-8 14,50-401 239,-2 13 141,2-1 0,3 42 0,2-46-4077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1657 383 24575,'13'-34'0,"-11"26"0,0 1 0,0-1 0,-1 1 0,0-1 0,0 1 0,-1-1 0,0 0 0,0 0 0,0 1 0,-1-1 0,-1 1 0,1-1 0,-1 1 0,-1-1 0,1 1 0,-1 0 0,0 0 0,-1 0 0,0 0 0,0 1 0,0 0 0,-1-1 0,1 1 0,-2 1 0,1-1 0,-13-9 0,-1 0 0,-2 1 0,1 1 0,-2 1 0,0 0 0,0 2 0,-1 1 0,-1 0 0,-26-5 0,-6 1 0,0 3 0,-84-5 0,67 12 0,0 3 0,0 3 0,-101 18 0,123-11 0,1 1 0,0 3 0,1 2 0,0 3 0,-73 38 0,105-48 0,-1 2 0,1 0 0,1 2 0,0-1 0,1 2 0,0 0 0,-22 28 0,32-35 0,0 1 0,0 0 0,0 0 0,1 1 0,0-1 0,1 1 0,-1 0 0,2 0 0,0 0 0,0 0 0,0 1 0,1-1 0,0 1 0,1-1 0,0 0 0,1 1 0,0-1 0,4 18 0,1-7 0,1 0 0,1-1 0,1 0 0,0 0 0,2-1 0,0 0 0,0-1 0,18 19 0,9 7 0,78 67 0,-17-30 0,150 95 0,124 46 0,-233-140 0,-131-76 0,34 19 0,-1 1 0,-1 3 0,60 53 0,-90-70 0,-1 0 0,0 0 0,-1 1 0,0 0 0,-1 1 0,11 25 0,-15-28 0,0 0 0,-1 0 0,0 0 0,-1 1 0,0-1 0,-1 1 0,0 0 0,-1-1 0,0 1 0,-2 18 0,-1-15 0,0 0 0,0-1 0,-1 1 0,-1-1 0,0 1 0,-1-1 0,-1-1 0,-12 19 0,7-13 0,-2-1 0,0-1 0,-1-1 0,0 0 0,-20 15 0,0-5 0,-1-2 0,-1-1 0,-1-2 0,-1-2 0,-48 17 0,13-12 0,-1-2 0,-1-4 0,-1-3 0,0-4 0,0-3 0,-1-3 0,0-3 0,1-5 0,-1-2 0,-112-24 0,71-3 120,106 29-332,0-1 0,0-1 0,1-1-1,-1 1 1,2-2 0,-17-12 0,13 6-6614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1767 0 24575,'-9'13'0,"-92"111"0,-142 133 0,164-177 0,-822 812-1245,498-498-94,372-363-4268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0 24575,'-88'129'0,"7"3"0,5 3 0,6 4 0,7 2 0,-88 289 0,129-348 0,-16 127 0,35-180 0,0 0 0,2 0 0,2 0 0,0 0 0,2 1 0,2-2 0,0 1 0,10 29 0,-11-46 9,1 0 1,1-1-1,0 1 0,0-1 0,1 0 1,0-1-1,1 1 0,1-2 0,-1 1 0,1-1 1,1 0-1,21 14 0,-17-14-174,2 0 0,0-1 0,0-1 0,0 0 0,1-1 0,-1-1 0,1-1 0,31 4 0,38-1-6661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1314 24575,'27'3'0,"711"40"-292,-492-44 146,247-34 0,-228-6 146,-220 30 0,0-1 0,-1-2 0,71-32 0,-106 41 19,1 0-1,-1 0 1,-1-1 0,1 0 0,-1 0 0,0-1 0,0 0 0,13-16 0,-19 20-8,0 0-1,-1 0 1,1 0-1,0 0 1,-1-1-1,0 1 1,0 0 0,0-1-1,0 1 1,0-1-1,-1 1 1,1-1-1,-1 1 1,0-1-1,0 0 1,-1 1 0,1-1-1,-1 1 1,1-1-1,-1 1 1,0-1-1,-1 1 1,1 0-1,0 0 1,-1-1 0,0 1-1,0 0 1,0 0-1,-2-2 1,-6-7-3,0 2 0,0-1 0,-1 1 0,0 1 1,-1 0-1,0 1 0,-1 0 0,1 1 0,-1 0 0,-1 1 0,1 0 1,-17-3-1,0 0-10,-1 1 0,0 2 1,0 1-1,-54-1 0,52 6 2,0 2 0,1 1 0,0 2 0,0 1 0,0 1 0,0 2 0,1 1 0,1 1 0,-46 25 0,54-25 0,1 2 0,1 0 0,0 2 0,1 0 0,0 1 0,1 1 0,1 0 0,1 2 0,0 0 0,2 0 0,0 2 0,1-1 0,-14 32 0,23-42 0,0 0 0,0 1 0,1 0 0,1-1 0,0 1 0,0 0 0,1 0 0,0 0 0,1 0 0,0 0 0,1 0 0,2 12 0,-1-17 0,-1-1 0,1 1 0,0 0 0,1-1 0,-1 1 0,1-1 0,0 0 0,1 0 0,-1 0 0,1 0 0,0 0 0,0-1 0,0 0 0,1 0 0,-1 0 0,1 0 0,0-1 0,0 0 0,1 0 0,-1 0 0,1 0 0,-1-1 0,9 2 0,2 0 0,1-1 0,0-1 0,0 0 0,0-1 0,0-1 0,0-1 0,0 0 0,0-1 0,-1-1 0,1-1 0,-1 0 0,17-7 0,12-5 0,-2-3 0,0-2 0,44-27 0,-28 11 0,-2-3 0,-1-2 0,85-85 0,-117 102 0,-24 25 0,0 0 0,0 1 0,0-1 0,0 0 0,0 0 0,0 0 0,0 0 0,0 0 0,0 0 0,0 0 0,0 1 0,0-1 0,1 0 0,-1 0 0,0 0 0,0 0 0,0 0 0,0 0 0,0 0 0,0 0 0,0 0 0,1 1 0,-1-1 0,0 0 0,0 0 0,0 0 0,0 0 0,0 0 0,0 0 0,1 0 0,-1 0 0,0 0 0,0 0 0,0 0 0,0 0 0,0 0 0,1 0 0,-1 0 0,0 0 0,0 0 0,0 0 0,0 0 0,0-1 0,1 1 0,-27 71 0,7-23 0,-74 234 0,74-213 0,3 1 0,-7 83 0,22-145 0,0 0 0,1 1 0,0-1 0,0 1 0,1-1 0,0 1 0,4 11 0,-5-18 0,1 0 0,0-1 0,-1 1 0,1-1 0,0 1 0,0-1 0,0 1 0,0-1 0,0 0 0,1 1 0,-1-1 0,0 0 0,1 0 0,-1 0 0,1 0 0,1 1 0,0-1 0,-1 0 0,1-1 0,-1 1 0,1-1 0,-1 0 0,1 1 0,-1-1 0,1 0 0,-1-1 0,1 1 0,-1 0 0,0-1 0,1 1 0,4-3 0,10-5 0,0-1 0,0-1 0,-1 0 0,0-1 0,-1-1 0,-1 0 0,1-1 0,14-18 0,24-27 0,-3-3 0,-3-2 0,-2-2 0,65-129 0,-47 61 0,76-236 0,-97 234 0,-6-1 0,24-185 0,-57 284 0,-4 26 0,-3 12 0,-7 20 0,-8 31 0,3 0 0,-18 105 0,2 121 0,14 230 0,23-397 0,5 0 0,37 170 0,-35-233 0,26 72 0,-32-105 0,1-1 0,0 1 0,1-2 0,1 1 0,0-1 0,0 0 0,1-1 0,19 18 0,-25-26 0,0-1 0,0 0 0,1 1 0,0-1 0,-1-1 0,1 1 0,0-1 0,0 0 0,0 0 0,1 0 0,-1-1 0,0 1 0,1-1 0,-1-1 0,1 1 0,-1-1 0,1 0 0,-1 0 0,1-1 0,-1 1 0,9-3 0,-8 0 0,0 1 0,0 0 0,0-1 0,-1 0 0,0-1 0,1 1 0,-1-1 0,-1 0 0,1 0 0,0-1 0,-1 1 0,0-1 0,0 0 0,0 0 0,-1 0 0,0-1 0,0 1 0,4-9 0,-4 3 0,0 0 0,0 0 0,-1 0 0,0-1 0,-1 1 0,0 0 0,-1-1 0,0 1 0,-1-1 0,0 1 0,-1 0 0,0 0 0,-1 0 0,0 0 0,-8-18 0,1 5 0,-2 0 0,-1 1 0,0 1 0,-2 0 0,-30-35 0,25 35 0,-1 1 0,-1 1 0,0 1 0,-2 1 0,0 1 0,-1 2 0,-1 0 0,-39-17 0,45 24 0,0 1 0,0 1 0,0 1 0,-1 0 0,1 1 0,-1 2 0,0 0 0,0 1 0,-1 1 0,1 1 0,0 1 0,-33 7 0,46-7 0,1 0 0,-1 1 0,1 0 0,0 0 0,0 0 0,-11 8 0,17-10 0,-1 0 0,1 0 0,-1 0 0,1 1 0,-1-1 0,1 0 0,0 1 0,0-1 0,-1 1 0,1 0 0,0-1 0,1 1 0,-1 0 0,0 0 0,0 0 0,1-1 0,-1 1 0,1 0 0,0 0 0,-1 0 0,1 0 0,0 0 0,0 0 0,0 0 0,0 0 0,1 0 0,-1 0 0,1 0 0,-1-1 0,1 1 0,0 3 0,3 1 0,-1 0 0,1 0 0,0 0 0,0 0 0,1 0 0,-1-1 0,1 0 0,1 0 0,-1 0 0,1-1 0,-1 0 0,1 0 0,0 0 0,1-1 0,-1 0 0,11 4 0,1-1 0,2 0 0,-1-1 0,0-1 0,40 3 0,-17-6 0,0-1 0,0-2 0,0-2 0,62-15 0,-17-3 0,92-36 0,-106 30 0,-1-4 0,-1-2 0,-2-3 0,-2-4 0,-2-2 0,89-77 0,-114 84 0,-2-1 0,-1-2 0,-2-1 0,-2-2 0,-2-1 0,-2-2 0,-1-1 0,-3-1 0,-2-1 0,25-74 0,-38 88 0,-2 0 0,-1 0 0,-1-1 0,-3 0 0,0 0 0,-3 0 0,-6-65 0,3 79 0,-1 0 0,-1 1 0,-1 0 0,-1 0 0,0 0 0,-12-21 0,11 28 0,1 1 0,-2 0 0,1 0 0,-2 1 0,1 0 0,-2 0 0,1 1 0,-1 1 0,-20-13 0,23 17 0,0 0 0,0 1 0,-1 0 0,1 0 0,-1 1 0,0 0 0,0 1 0,0 0 0,0 0 0,-1 1 0,1 0 0,0 1 0,-1 0 0,1 0 0,0 1 0,0 0 0,-1 1 0,-11 3 0,8-1 0,1 2 0,0-1 0,0 1 0,0 1 0,0 0 0,1 1 0,0 0 0,1 1 0,0 0 0,0 0 0,1 1 0,-11 15 0,2 1 1,1 1 1,1 1-1,1 1 0,1 0 0,2 1 0,-14 49 0,10-11-41,2 1 0,-4 70 0,11-31-51,4 0 0,5-1 0,26 183 0,-6-163 26,6-1 0,77 214-1,-79-273 66,62 113 0,-71-150 0,2-2 0,1 0 0,1-1 0,1-1 0,46 41 0,-57-57 0,0-2 0,1 1 0,0-1 0,0-1 0,1 0 0,0-1 0,0 0 0,1-1 0,23 5 0,-26-8 0,1 0 0,-1-2 0,0 1 0,1-1 0,-1-1 0,1 0 0,-1 0 0,0-1 0,0-1 0,0 0 0,0 0 0,16-8 0,-3-2 31,-2 0-1,0-1 1,0-1-1,-1-1 1,-1-1 0,-1 0-1,0-2 1,-2 0-1,0-1 1,28-44-1,-26 33 12,-1-1 0,-2-1 0,-1-1 0,-2 0 0,-1-1 0,-1-1 0,7-47 0,-13 50-42,-2-1 0,-1 0 0,-1 1 0,-2-1 0,-1 0 0,-2 1 0,-2-1 0,0 1 0,-21-58 0,21 75 0,0 1 0,-1 0 0,-1 0 0,-1 0 0,0 1 0,-1 0 0,0 1 0,-1 0 0,0 1 0,-1 0 0,-1 1 0,0 0 0,0 1 0,-1 0 0,0 1 0,-1 1 0,0 0 0,0 1 0,-1 1 0,0 0 0,-23-5 0,14 7 0,0 1 0,1 2 0,-1 0 0,0 1 0,0 2 0,0 0 0,1 2 0,-1 1 0,1 1 0,0 0 0,1 2 0,0 1 0,0 1 0,0 1 0,-28 19 0,32-18 0,-1 2 0,1 1 0,1 0 0,1 2 0,0 0 0,1 0 0,-15 24 0,21-26 0,0 0 0,1 1 0,1 0 0,1 1 0,0 0 0,2 0 0,-1 0 0,2 0 0,-4 35 0,6-23 0,2 1 0,0-1 0,3 0 0,0 0 0,2 0 0,1-1 0,1 0 0,1 0 0,2 0 0,1-1 0,1-1 0,1 0 0,1 0 0,34 44 0,-26-42 0,0-2 0,2-1 0,2 0 0,0-2 0,1-1 0,1-1 0,1-1 0,1-2 0,0-1 0,2-1 0,-1-2 0,40 12 0,-19-11 0,0-3 0,1-3 0,1-1 0,-1-3 0,1-3 0,67-4 0,-43-5 0,0-3 0,-1-4 0,124-38 0,-197 51 0,2-1 0,1 0 0,-1-1 0,0 1 0,0-1 0,5-3 0,-10 5 0,-1 1 0,0 0 0,1-1 0,-1 1 0,1 0 0,-1-1 0,0 1 0,1 0 0,-1-1 0,0 1 0,1-1 0,-1 1 0,0-1 0,0 1 0,1-1 0,-1 1 0,0-1 0,0 1 0,0-1 0,0 1 0,0-1 0,0 1 0,0-1 0,0 1 0,0-1 0,0 1 0,0-1 0,-1-1 0,0 1 0,1 0 0,-1 0 0,0-1 0,0 1 0,-1 0 0,1 0 0,0 0 0,0 0 0,0 1 0,-1-1 0,1 0 0,0 0 0,-1 1 0,-1-1 0,-23-9-183,-1 1-1,0 2 0,-56-8 1,59 11-448,-106-16-6195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1 493 24575,'186'-13'0,"18"-5"0,86-11-515,439-46-1718,972-93-72,0 53 1380,-1656 115 1567,-34 0-295,1 0 0,-1 0 0,21-4 0,-33 1 623,-13-1 1,-168-29-128,142 27-1376,-124-19-5961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5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24575,'10'-5'0,"34"-10"0,41-13 0,90-19 0,73-8 0,69-3-2361,41 3 2361,24 11 0,-11 14 0,-37 13 0,-57 9 0,-66 4 0,-69 1-5830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5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3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1896 24575,'112'185'0,"-20"-31"0,-10-29 0,5-4 0,137 146 0,-221-264 0,0 1 0,0-1 0,1 0 0,-1 0 0,1 0 0,-1-1 0,1 1 0,0-1 0,0 0 0,0 0 0,1 0 0,-1 0 0,5 0 0,-6-2 0,1 0 0,-1 0 0,1-1 0,0 1 0,-1-1 0,1 0 0,-1 0 0,1 0 0,-1 0 0,0-1 0,0 1 0,1-1 0,-1 0 0,0 0 0,0 0 0,-1 0 0,1-1 0,4-4 0,126-141 0,-85 92 0,160-176-977,367-317-1,43 53-1140,-152 126 1697,-18-21-272,9-49 3434,-447 430-2601,0 1-1,1-1 1,0 2 0,0 0 0,1 0-1,15-7 1,-16 11-6863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6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4450 754 24575,'-21'-7'0,"0"1"0,-23-3 0,-5-1 0,-659-172-2654,492 123 2315,-901-267 598,962 280-68,-189-29 1,238 59-91,-2 5 1,-187 4 0,254 9 354,-82 15 0,105-13-325,0 1 0,1 0-1,0 2 1,0 0 0,1 1-1,0 0 1,-17 13 0,-568 358-44,596-376-86,-5 3-1,0 2 0,0-1 0,1 1 0,0 1 0,1 0 0,0 0 0,0 0 0,1 1 0,0 0 0,0 1 0,-7 18 0,-3 10 0,3 1 0,-11 44 0,15-48 0,-39 147-260,7 2 0,-26 292 0,60-355 235,5 0 0,5 1 1,6-1-1,6 0 0,31 131 0,16-16-26,10-2 1,161 358 0,-20-131 1104,-167-344-1045,-6 1 0,28 143 1,38 121-12,-100-365 2,2 0 0,0 0 0,1 0 0,1-1 0,1-1 0,0 0 0,1 0 0,0-1 0,2 0 0,0-1 0,0 0 0,31 22 0,-1-9 0,1-2 0,1-2 0,60 22 0,150 33 0,-104-46 5,2-6 0,166 6-1,313-14-135,-533-17 57,1262 1-1014,-712-4 840,321-34 248,-371-64 1193,-510 80-1012,136-49 1,-196 58-185,-1-2 0,0-1 0,-1-1-1,-1-2 1,0 0 0,-1-2 0,-1 0-1,32-35 1,-26 18 3,-1-1 0,-2-1 0,-2-2 0,-1-1 0,-2 0 0,20-56 0,74-274 0,50-350 0,-145 619 0,-4-1 0,-4 0 0,-2-187 0,-15 244 0,-2 1 0,-17-70 0,-38-88 0,48 161 0,-90-295 0,-52-158 0,121 396 0,-5 2 0,-66-122 0,79 175 0,-1 1 0,-2 1 0,-2 1 0,-2 2 0,-1 1 0,-72-60 0,18 32 0,-3 4 0,-3 4 0,-2 3 0,-3 6 0,-1 3 0,-3 5 0,-1 4 0,-111-23 0,0 14 0,-287-24 0,-227 43 0,170 15 0,525 10 0,-163-8 0,168 10 0,-1 2 0,0 1 0,1 2 0,-46 12 0,31-1-341,0 3 0,2 1-1,-62 40 1,89-51-6485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9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24575,'20'11'0,"0"2"0,33 26 0,3 3 0,32 17 0,121 59 0,-177-103 0,0-2 0,1-1 0,0-1 0,1-2 0,0-1 0,0-2 0,67 4 0,-86-10 0,25 0 0,0 2 0,48 8 0,-78-8 0,1 0 0,-1 0 0,1 0 0,20-1 0,-29-1 0,1 0 0,0-1 0,-1 1 0,1-1 0,0 1 0,-1-1 0,1 0 0,-1 0 0,0 0 0,1 0 0,-1-1 0,0 1 0,1 0 0,-1-1 0,0 0 0,0 1 0,0-1 0,-1 0 0,1 0 0,3-4 0,18-39-65,13-17 235,-34 58-283,1 0 0,0 0-1,1 1 1,-1-1 0,1 1 0,-1 0 0,1 0 0,0 1 0,0-1 0,0 1 0,0-1 0,6-1 0,8-1-6713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11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1143 24575,'1'3'0,"0"0"0,0-1 0,0 1 0,0 0 0,0 0 0,0 0 0,1-1 0,-1 1 0,5 4 0,0 3 0,11 19 0,1-1 0,2 0 0,0-1 0,2-1 0,1-2 0,26 23 0,-44-42 0,0-1 0,1 1 0,-1-1 0,1-1 0,0 1 0,0-1 0,0 0 0,0 0 0,8 2 0,-9-5 0,-1 0 0,0 0 0,0 0 0,0-1 0,1 1 0,-1-1 0,0 0 0,0 0 0,0-1 0,0 1 0,0-1 0,-1 0 0,1 0 0,0 0 0,-1 0 0,1-1 0,3-3 0,52-42-5,-3-2 0,64-74-1,-34 33-168,905-796-775,-738 696-226,-230 175-4702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14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1 778 24291,'8294'-778'0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20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39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24575,'2'26'0,"75"1491"-928,-72-696 320,27 1017-727,260 1299 1335,-205-2472-34,408 3342-541,-387-3206 2690,-106-794-8941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1031 1 24575,'-88'111'0,"-20"26"0,-6 34 0,-140 276 0,-41 212 0,293-654 0,-99 256 0,81-199 0,2 0 0,-12 84 0,29-118 0,9-39 0,12-46 0,150-489 0,95-278 0,-260 810 0,0 1 0,1-1 0,1 1 0,0 1 0,1-1 0,17-21 0,-17 26 0,1 0 0,-1 1 0,2 0 0,-1 0 0,1 1 0,-1 0 0,2 0 0,-1 1 0,13-4 0,7 0 0,1 0 0,-1 2 0,1 2 0,1 0 0,-1 2 0,0 2 0,1 1 0,-1 1 0,41 7 0,-6 3 0,0 4 0,-1 2 0,83 34 0,-75-21 0,-2 3 0,-1 4 0,-2 2 0,-1 3 0,98 83 0,-90-58 0,-2 4 0,-3 3 0,114 160 0,275 525 0,-271-426 0,-141-252 60,68 85 0,-92-137-308,1-1 1,1-1-1,2-1 1,0-2-1,59 40 1,-16-23-6579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2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1360 24575,'0'0'0,"4"5"0,12 9 0,1-1 0,0 0 0,1-1 0,0-1 0,1-1 0,0-1 0,1 0 0,23 6 0,13 1 0,102 16 0,-24-15 0,260-1 0,137-44 0,1320-167-1000,-1133 109 697,-593 72-36,2468-262-651,-987 184 990,3 62 0,-453 13 0,567-47-1012,-2-37 0,238-60 464,407-24-178,-919 153 766,-372 15 2903,-656-4-750,-4-35-1439,-229 5-754,22 12 0,289-18 0,219 29 0,-638 26 0,535 15 0,-425 4 0,230 51 0,365 128 0,-264-62 0,-440-115-107,229 52-1151,-289-67-5568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2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707 1 24575,'5'0'0,"1"1"0,0 0 0,0 0 0,0 0 0,-1 1 0,7 3 0,8 2 0,1023 361 0,-507-151 0,596 335 0,-1110-539 0,248 143 0,-216-121 0,-1 3 0,83 77 0,-119-99 0,-1 1 0,25 35 0,-37-46 0,-1-1 0,0 0 0,0 1 0,0-1 0,0 1 0,-1 0 0,0 0 0,0 0 0,-1 0 0,0 0 0,0 1 0,0-1 0,-1 0 0,0 1 0,-1 9 0,0-13 0,-1 1 0,0-1 0,0 0 0,0 1 0,0-1 0,-1 0 0,0 0 0,1-1 0,-1 1 0,0 0 0,0-1 0,0 0 0,0 0 0,-1 0 0,1 0 0,-7 2 0,1 1 0,-105 54 0,-160 58 0,181-79 0,-237 101-394,-436 255-1,-7 103-1035,22 35 1412,258-180-467,444-317 496,3-1 16,-1-2 0,-2-2 0,-68 31 0,109-57-64,0-1 1,-1 0 0,0 0-1,1-1 1,-1 0-1,0 0 1,0-1-1,0-1 1,-1 1 0,1-1-1,-12-2 1,-20-10-5115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4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0 298 24575,'1'2'0,"0"0"0,0 0 0,0 0 0,0 0 0,0 0 0,0 0 0,0 0 0,1-1 0,-1 1 0,1 0 0,2 2 0,7 2 0,0 0 0,0-1 0,1 0 0,0-1 0,0 0 0,0-1 0,0 0 0,15 1 0,105 3 0,-129-7 0,115-2 0,-1-6 0,1-5 0,118-28 0,344-108 0,-526 133 0,65-16 0,208-66 0,-309 91-1365,-9 3-5461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0 24575,'-32'19'0,"26"-14"0,0 1 0,1-1 0,0 1 0,0 0 0,0 0 0,1 1 0,0-1 0,0 1 0,-4 10 0,-22 70 0,30-86 0,-21 80 0,-17 134 0,9 89 0,20-187 0,-22 219 0,-29 419 0,59-732 0,-1 144 0,2-150 0,2 0 0,1 0 0,0 0 0,1 0 0,0 0 0,2-1 0,9 22 0,-12-32 0,1 0 0,0 0 0,0 0 0,1-1 0,-1 0 0,1 1 0,0-2 0,1 1 0,-1 0 0,1-1 0,0 0 0,0-1 0,0 1 0,0-1 0,1 0 0,0-1 0,-1 1 0,1-1 0,0-1 0,0 1 0,0-1 0,0-1 0,12 1 0,5-2 0,0 0 0,0-2 0,0-1 0,0-1 0,37-13 0,26-12 0,-2-5 0,136-76 0,147-119 0,-223 133-1365,-93 61-5461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5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1167 24575,'0'0'0,"7"2"0,25 3 0,1-1 0,0-1 0,0-2 0,0-1 0,59-9 0,162-42 0,-101 12 0,-2-5 0,192-86 0,-273 95 0,-2-3 0,-1-2 0,-3-4 0,-1-2 0,87-85 0,-149 131 0,-1-1 0,1 1 0,-1-1 0,1 1 0,-1-1 0,1 1 0,0-1 0,-1 1 0,1 0 0,-1-1 0,1 1 0,0 0 0,-1 0 0,1 0 0,0-1 0,-1 1 0,1 0 0,0 0 0,-1 0 0,1 0 0,0 0 0,-1 0 0,1 0 0,0 0 0,-1 0 0,1 1 0,0-1 0,-1 0 0,1 0 0,0 0 0,-1 1 0,2 0 0,0 0 0,-1 1 0,1 0 0,0-1 0,-1 1 0,1 0 0,-1 0 0,0 0 0,0 0 0,2 5 0,2 6 0,-1-1 0,5 23 0,-2 12 0,-1 0 0,-3 1 0,-5 77 0,-25 144 0,23-235 0,-78 493 0,21-148 0,57-455 0,2-193 0,12-1 0,81-486 0,-22 469 0,-55 242 0,2 1 0,2 0 0,2 2 0,32-51 0,-42 77 0,0 1 0,2 0 0,0 1 0,0 0 0,1 1 0,1 1 0,0 0 0,1 1 0,0 0 0,1 1 0,0 1 0,1 0 0,-1 1 0,2 1 0,-1 1 0,1 0 0,0 2 0,0 0 0,0 0 0,1 2 0,-1 0 0,1 2 0,-1 0 0,1 0 0,-1 2 0,1 0 0,-1 2 0,30 8 0,-27-4 0,0 0 0,-1 2 0,0 0 0,0 1 0,-1 1 0,-1 1 0,0 0 0,-1 1 0,0 1 0,-1 1 0,-1 1 0,0 0 0,-1 0 0,17 31 0,-17-22 0,-1 0 0,-1 0 0,-1 2 0,-2-1 0,0 1 0,-2 1 0,-1-1 0,-2 1 0,0 0 0,-2 52 0,-5-30 0,-1 0 0,-3-1 0,-3 0 0,-1 0 0,-3-1 0,-1-1 0,-3 0 0,-2-1 0,-2-1 0,-2-1 0,-2-1 0,-2-2 0,-61 74 0,71-97 20,-1-1 0,0-1 0,-1-1 0,-1 0 0,-43 23 0,54-34-45,0-1 0,0 0 0,0-1-1,0 0 1,0 0 0,-1-1 0,-15 1 0,20-3-67,0 0 1,-1 0-1,1-1 0,0 1 0,0-2 1,0 1-1,0-1 0,0 0 1,0 0-1,1 0 0,-1-1 0,1 0 1,-10-6-1,-13-15-6734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6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403 1 24575,'-13'33'0,"-135"245"0,-15 32 0,148-274 0,1 1 0,2 0 0,1 1 0,3 0 0,1 1 0,-4 70 0,10-90 0,2-1 0,0 0 0,2 1 0,-1-1 0,2 0 0,1 0 0,0-1 0,1 1 0,1-1 0,0-1 0,14 23 0,-13-28 0,0 0 0,0 0 0,1-1 0,0 0 0,1-1 0,0 0 0,0 0 0,1-1 0,0 0 0,1-1 0,0-1 0,0 0 0,0 0 0,1-1 0,-1-1 0,16 4 0,-13-5 0,1 0 0,0-1 0,0-1 0,-1-1 0,1 0 0,0-1 0,0 0 0,0-2 0,-1 0 0,22-7 0,-16 3 0,-1-1 0,0-1 0,0-1 0,-1-1 0,-1-1 0,0 0 0,17-16 0,-12 8 0,-1-2 0,0-1 0,-2 0 0,-1-1 0,-1-1 0,-1-1 0,-1-1 0,-2 0 0,0-1 0,17-55 0,-23 53 0,-2 1 0,-1-1 0,-2 0 0,-1 0 0,-1 0 0,-1 0 0,-2 0 0,-1 0 0,-1 0 0,-2 0 0,-1 1 0,-13-36 0,13 45 0,-1-1 0,-2 1 0,1 0 0,-2 1 0,-1 1 0,0 0 0,-2 0 0,0 1 0,0 1 0,-2 0 0,0 1 0,-1 1 0,0 0 0,-1 1 0,0 1 0,-1 1 0,-29-13 0,36 20 0,1 0 0,-1 1 0,0 0 0,0 0 0,0 1 0,0 1 0,0 0 0,0 1 0,0 0 0,0 1 0,0 0 0,-1 1 0,2 0 0,-1 1 0,-13 5 0,16-5 0,1 1 0,-1 1 0,1-1 0,0 2 0,1-1 0,-1 1 0,1 0 0,0 0 0,0 1 0,1 0 0,0 0 0,0 1 0,1-1 0,0 1 0,0 0 0,1 1 0,0-1 0,1 1 0,-1 0 0,-1 9 0,-4 39-1365,6-5-5461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7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867 626 24575,'-2'-1'0,"0"1"0,0 0 0,0-1 0,0 1 0,-1 0 0,1 0 0,0 0 0,0 1 0,0-1 0,0 0 0,0 1 0,0-1 0,0 1 0,0 0 0,0-1 0,-2 3 0,-38 20 0,32-18 0,-56 37 0,3 3 0,1 3 0,2 2 0,2 3 0,3 2 0,3 3 0,2 2 0,-45 69 0,64-81 0,1 1 0,3 1 0,2 2 0,2 0 0,2 2 0,-24 102 0,39-127 0,2 0 0,1 0 0,2 1 0,0-1 0,2 1 0,7 41 0,-4-50 0,1 0 0,1-1 0,1 1 0,0-1 0,2 0 0,0-1 0,2 0 0,0 0 0,22 27 0,-19-29 0,1-1 0,1 0 0,0-1 0,1-1 0,0-1 0,2 0 0,-1-1 0,1-1 0,1-1 0,0-1 0,1-1 0,-1 0 0,1-2 0,1 0 0,-1-1 0,1-2 0,34 3 0,-23-6 0,-1 0 0,1-2 0,-1-2 0,0-1 0,0-1 0,0-2 0,-1-1 0,0-1 0,0-2 0,-1-1 0,37-23 0,-27 11 0,-1-2 0,-1-1 0,-1-2 0,-2-2 0,41-47 0,-35 29 0,-2-1 0,-2-2 0,42-83 0,-34 43 0,-5-1 0,-4-2 0,-4-1 0,34-187 0,-44 154 0,-5-2 0,-7 0 0,-5 0 0,-6-1 0,-20-149 0,18 261 0,2 12 0,0 0 0,0 0 0,-1 0 0,0 1 0,-1-1 0,-5-12 0,8 20 0,0 1 0,0 0 0,0 0 0,0 0 0,0-1 0,0 1 0,0 0 0,0 0 0,-1 0 0,1-1 0,0 1 0,0 0 0,0 0 0,0 0 0,0-1 0,-1 1 0,1 0 0,0 0 0,0 0 0,0 0 0,-1 0 0,1 0 0,0-1 0,0 1 0,-1 0 0,1 0 0,0 0 0,0 0 0,0 0 0,-1 0 0,1 0 0,0 0 0,0 0 0,-1 0 0,1 0 0,0 0 0,0 0 0,-1 0 0,1 0 0,0 0 0,0 1 0,0-1 0,-1 0 0,1 0 0,0 0 0,0 0 0,0 0 0,-1 0 0,1 1 0,0-1 0,0 0 0,0 0 0,-9 16 0,-3 15 0,3 2 0,0 0 0,2 0 0,1 0 0,-1 39 0,5-50 0,-13 171-220,20 379-1,79 191-83,59 58 304,-135-788 0,20 54 0,-27-85 12,-1 0-1,1 0 1,0 0-1,1 0 1,-1 0-1,0 0 1,0 0-1,1-1 1,2 3-1,-3-3 6,-1-1-1,1 1 0,-1-1 0,1 0 1,0 1-1,-1-1 0,1 0 0,0 0 1,-1 0-1,1 1 0,0-1 0,-1 0 1,1 0-1,0 0 0,-1 0 0,1 0 1,0 0-1,-1 0 0,1 0 0,0-1 1,0 1-1,2-2 7,0 0-1,0 0 1,0 0 0,0 0-1,-1-1 1,1 1 0,-1-1 0,0 1-1,0-1 1,0 0 0,3-4-1,14-27-22,-1 0 0,27-71 0,15-84 0,-45 141 0,57-210 0,82-236 0,-151 486 0,3-8 0,1 0 0,0 1 0,1-1 0,11-14 0,-17 27 0,0 1 0,0-1 0,1 0 0,-1 0 0,1 1 0,-1 0 0,1-1 0,0 1 0,0 0 0,0 1 0,0-1 0,0 0 0,0 1 0,1 0 0,-1-1 0,1 1 0,-1 1 0,0-1 0,1 0 0,0 1 0,-1 0 0,1 0 0,-1 0 0,1 0 0,4 1 0,2 2 0,0 0 0,0 0 0,-1 1 0,1 1 0,-1-1 0,0 1 0,-1 1 0,13 9 0,7 9 0,25 28 0,-43-41 0,84 93 0,112 164 0,24 30 0,-210-274 0,2-1 0,1-2 0,0 0 0,2-1 0,51 32 0,-64-46 0,0 0 0,0 0 0,0-1 0,1-1 0,-1 0 0,1 0 0,0-2 0,0 1 0,1-2 0,-1 0 0,0 0 0,1-1 0,-1-1 0,0 0 0,0-1 0,20-5 0,-16 1 0,0-1 0,-1 0 0,0-2 0,-1 1 0,0-2 0,0 0 0,-1-1 0,0 0 0,-1-2 0,0 1 0,-1-1 0,0-1 0,12-19 0,-3 0 0,-1 0 0,-2-1 0,-1-1 0,-2 0 0,13-45 0,-11 21 0,-3-2 0,-3 0 0,-2 0 0,-3-1 0,-3 0 0,-2 0 0,-4 0 0,-1 0 0,-4 0 0,-2 1 0,-3 0 0,-23-64 0,25 91 0,-3 2 0,-24-46 0,33 69 0,0 1 0,0 0 0,-1 0 0,0 0 0,-1 1 0,1 0 0,-1 0 0,-1 1 0,1-1 0,-1 2 0,0-1 0,0 1 0,-14-6 0,18 9 0,1 1 0,-1 1 0,1-1 0,-1 0 0,1 1 0,-1 0 0,1 0 0,-1 0 0,0 0 0,1 0 0,-1 1 0,1-1 0,-1 1 0,1 0 0,-1 0 0,1 1 0,0-1 0,0 1 0,-1-1 0,1 1 0,0 0 0,0 0 0,1 1 0,-1-1 0,0 0 0,1 1 0,-5 5 0,0 2 0,1-1 0,0 1 0,0 0 0,1 0 0,0 1 0,1-1 0,-5 21 0,3-2 0,1 0 0,2 1 0,1 0 0,1 0 0,2-1 0,1 1 0,1 0 0,8 35 0,4-2 0,3 0 0,44 103 0,-21-76 0,5-3 0,4-1 0,3-3 0,69 83 0,284 276 0,-392-429 0,-6-6 0,0 0 0,-1 1 0,1 0 0,8 13 0,-15-19 0,-1-1 0,1 0 0,0 1 0,0-1 0,-1 0 0,1 1 0,0-1 0,-1 1 0,1-1 0,-1 1 0,0 0 0,0-1 0,1 1 0,-1-1 0,0 1 0,0 0 0,-1-1 0,1 1 0,0-1 0,0 1 0,-1-1 0,1 1 0,-1-1 0,0 1 0,1-1 0,-1 1 0,0-1 0,0 0 0,1 1 0,-1-1 0,0 0 0,-1 0 0,1 0 0,0 1 0,0-1 0,-2 1 0,-6 4 0,-1 0 0,0-1 0,0 0 0,0 0 0,-1-1 0,1-1 0,-21 5 0,-83 8 0,97-15 0,-52 4-682,-129-8-1,68-9-6143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1 24575,'4'26'0,"9"123"6,-6 167 1,-27 151-154,19-454 135,-86 981-839,-34 0-273,44-385 879,55-427 60,-63 699-1190,83-824-2890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24575,'3'1'0,"-1"0"0,1-1 0,-1 1 0,1 0 0,-1 0 0,1 1 0,-1-1 0,0 0 0,3 3 0,8 4 0,55 24 0,2-3 0,2-4 0,0-2 0,1-3 0,1-4 0,1-3 0,0-3 0,1-4 0,-1-2 0,124-12 0,156-42-1365,-333 45-5461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24575,'-8'27'0,"-24"91"0,5 1 0,5 1 0,5 1 0,6 1 0,5 0 0,13 166 0,11-91-1365,-14-163-5461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24575,'3'4'0,"-1"-1"0,1 0 0,1 0 0,-1 0 0,0 0 0,1 0 0,-1-1 0,1 0 0,0 0 0,0 0 0,0 0 0,0 0 0,7 1 0,-7-2 0,24 8 0,1-1 0,-1-2 0,1-1 0,1-1 0,-1-1 0,45-2 0,179-25 0,-161 10-455,0-3 0,122-41 0,-160 39-6371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9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0 24575,'-1'27'0,"-1"0"0,-2 0 0,-10 40 0,2-16 0,-84 363 0,-32 169 0,111-473 0,4 2 0,5-1 0,8 146 0,4-205 0,19 95 0,-18-127 0,0-1 0,1 0 0,1 0 0,1-1 0,1 1 0,0-2 0,22 31 0,-27-43 0,0 1 0,1-1 0,0 0 0,0-1 0,0 1 0,0-1 0,1 0 0,0 0 0,-1-1 0,2 0 0,-1 0 0,0 0 0,0-1 0,13 4 0,-14-6 0,0 1 0,0-1 0,-1 0 0,1 0 0,0-1 0,0 0 0,-1 1 0,1-2 0,0 1 0,-1 0 0,0-1 0,1 0 0,-1 0 0,0 0 0,0-1 0,0 1 0,0-1 0,0 0 0,0 0 0,-1 0 0,0-1 0,4-4 0,4-6-136,-1-1-1,-1-1 1,-1 0-1,0 0 1,-1 0-1,-1-1 1,0 0-1,-2 0 0,4-21 1,10-70-6690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1 611 24575,'29'15'0,"-11"-5"0,0-1 0,1-1 0,36 11 0,11-5 0,0-3 0,1-3 0,0-3 0,0-2 0,0-4 0,0-3 0,0-2 0,-1-4 0,0-2 0,70-23 0,-92 21 0,0-2 0,-2-3 0,0-1 0,-1-2 0,-1-1 0,49-39 0,-69 46 0,0-2 0,-1-1 0,0 0 0,-2-2 0,18-26 0,-25 31 0,0 0 0,-2-1 0,0 0 0,-1-1 0,0 0 0,-1 0 0,-2 0 0,4-21 0,-7 32 0,0-1 0,-1 1 0,1-1 0,-1 0 0,-1 1 0,0-1 0,0 0 0,0 1 0,-1-1 0,0 1 0,-7-14 0,8 17 0,-1 1 0,-1 0 0,1 0 0,0 0 0,-1 0 0,1 0 0,-1 0 0,0 1 0,0-1 0,0 1 0,0 0 0,-1 0 0,1 0 0,-1 0 0,1 1 0,-1-1 0,1 1 0,-1 0 0,0 0 0,0 0 0,0 1 0,1-1 0,-1 1 0,0 0 0,-6 1 0,-2 0 0,-1 1 0,1 1 0,-1 0 0,1 0 0,0 1 0,0 1 0,0 0 0,1 1 0,0 0 0,0 1 0,0 0 0,1 1 0,0 0 0,-10 11 0,0 0 0,1 1 0,2 1 0,0 1 0,1 1 0,-20 37 0,22-31 0,1 1 0,1 0 0,2 0 0,1 1 0,1 1 0,2 0 0,-4 56 0,9-69 0,1 1 0,0 0 0,2 0 0,0 0 0,1-1 0,1 1 0,0-1 0,2 0 0,0 0 0,2 0 0,0-1 0,0 0 0,21 29 0,-22-38 8,0-1-1,1 0 1,0 0-1,0-1 0,1 0 1,-1 0-1,2-1 1,-1 0-1,1 0 1,0-1-1,0-1 1,0 0-1,0 0 0,1-1 1,14 3-1,-7-4-172,0 0 0,0-1 1,0-1-1,0 0 0,0-2 0,0 0 0,0-1 0,25-7 0,51-22-6661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24575,'2'1'0,"-1"-1"0,0 1 0,0 0 0,0-1 0,0 1 0,0 0 0,0 0 0,0 0 0,0-1 0,0 1 0,0 0 0,0 0 0,0 1 0,0-1 0,-1 0 0,1 0 0,-1 0 0,1 0 0,0 3 0,3 3 0,112 203 0,135 340 0,-244-532 0,0 1 0,-1 0 0,-1 1 0,4 38 0,-8-49 0,-1 1 0,0 0 0,-1 0 0,0-1 0,-1 1 0,0 0 0,0-1 0,-1 1 0,0-1 0,-1 0 0,-9 17 0,5-14 0,0 0 0,0 0 0,-2-1 0,1 0 0,-2 0 0,1-1 0,-1 0 0,-1-1 0,0-1 0,-23 14 0,30-19 0,-1-1 0,1 1 0,0-1 0,-1 0 0,1-1 0,-1 1 0,0-1 0,0 0 0,1 0 0,-1-1 0,0 0 0,0 0 0,0 0 0,0-1 0,1 0 0,-1 0 0,0 0 0,1-1 0,-1 0 0,1 0 0,-1 0 0,1-1 0,0 1 0,0-1 0,0-1 0,0 1 0,0-1 0,1 1 0,-7-8 0,2 0 0,1-1 0,0 1 0,1-2 0,0 1 0,1-1 0,0 0 0,1 0 0,1 0 0,0-1 0,1 0 0,0 1 0,1-1 0,0 0 0,1 0 0,2-21 0,1-7 0,2-1 0,2 1 0,22-76 0,-8 51 0,4 1 0,2 1 0,3 1 0,2 2 0,4 1 0,52-70 0,-86 128-114,1 1 1,0-1-1,-1 1 0,1 0 0,0 0 1,0 0-1,1 0 0,-1 0 0,0 0 1,1 0-1,4-2 0,7 1-6712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2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24575,'0'0'0,"0"9"0,20 249 0,-11 1 0,-37 380 0,5-389 0,-19 313 0,41-536 0,0-15 0,0 1 0,1-1 0,1 1 0,0-1 0,0 0 0,7 24 0,-5-37 0,0 0 0,1 0 0,-1-1 0,0 1 0,0-1 0,0 1 0,0-1 0,-1 0 0,5-4 0,-4 4 0,215-160-1365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4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210 633 24575,'-10'22'0,"-27"54"0,-6 15 0,-38 112 0,71-175 0,3 0 0,0 0 0,1 1 0,2 0 0,1 0 0,2 0 0,0 0 0,7 52 0,-5-72 0,1 0 0,0 0 0,1 1 0,0-1 0,0 0 0,1-1 0,0 1 0,1-1 0,0 0 0,0 0 0,0 0 0,1-1 0,1 1 0,-1-2 0,12 11 0,-11-12 0,1 0 0,0-1 0,0 0 0,0 0 0,0-1 0,1 1 0,-1-2 0,1 1 0,0-1 0,0-1 0,0 0 0,0 0 0,0-1 0,0 0 0,0 0 0,12-2 0,-4-1 0,-1-1 0,1 0 0,-1 0 0,0-2 0,0 0 0,-1-1 0,0-1 0,0 0 0,21-16 0,-18 10 0,0-1 0,-2-1 0,0 0 0,0-1 0,-2-1 0,20-31 0,-18 23 0,-2 0 0,-1-1 0,-2-1 0,0 0 0,-2 0 0,-1-1 0,-1 0 0,-1 0 0,-2-1 0,-1 0 0,-1-36 0,-3 48 0,0 0 0,-1 0 0,-1 1 0,-1-1 0,-11-32 0,14 46 0,-1 0 0,1 0 0,-1 0 0,0 0 0,0 1 0,-1-1 0,1 1 0,-1-1 0,1 1 0,-1 0 0,0 0 0,0 0 0,-1 0 0,1 1 0,0-1 0,-1 1 0,0 0 0,0 0 0,1 0 0,-1 0 0,0 1 0,0-1 0,0 1 0,-1 0 0,1 1 0,0-1 0,0 1 0,-1 0 0,-6 0 0,3 1 0,0 1 0,0 0 0,0 0 0,1 1 0,-1 0 0,1 1 0,0-1 0,0 1 0,0 1 0,-8 6 0,13-10 0,-1 1 0,0 0 0,1 1 0,-1-1 0,1 0 0,0 1 0,0-1 0,0 1 0,0 0 0,1-1 0,-1 1 0,1 0 0,-1 0 0,1 0 0,0 0 0,0 1 0,0-1 0,1 0 0,-1 0 0,1 0 0,0 1 0,0-1 0,0 0 0,0 1 0,0-1 0,1 0 0,1 5 0,-1-5 0,0-1 0,0 1 0,1-1 0,-1 0 0,1 0 0,0 1 0,0-1 0,0 0 0,0 0 0,0-1 0,0 1 0,0 0 0,1-1 0,-1 1 0,1-1 0,-1 0 0,1 0 0,-1 0 0,1 0 0,4 1 0,3 0 0,0 0 0,0-1 0,1 0 0,14-1 0,9-2 0,0-2 0,0-1 0,0-2 0,-1-1 0,0-2 0,38-16 0,-14 0 0,0-1 0,80-55 0,-91 51 0,-2-2 0,-2-2 0,52-54 0,-71 64 0,-1-1 0,-1-1 0,-2-1 0,0 0 0,-2-2 0,21-50 0,-32 65 0,-1 0 0,-1-1 0,-1 1 0,0-1 0,-1 0 0,1-22 0,-3 32 0,0 1 0,0 0 0,0 0 0,-1 0 0,0-1 0,0 1 0,0 0 0,0 0 0,-1 0 0,0 0 0,0 1 0,0-1 0,-1 0 0,0 1 0,0 0 0,0-1 0,0 1 0,0 0 0,-1 1 0,0-1 0,0 1 0,0-1 0,-4-2 0,5 5 0,1 0 0,0 1 0,0-1 0,-1 0 0,1 1 0,0-1 0,-1 1 0,1 0 0,0 0 0,-1 0 0,1 0 0,0 0 0,-1 0 0,1 1 0,0-1 0,-1 1 0,1 0 0,0 0 0,0-1 0,0 2 0,-1-1 0,1 0 0,0 0 0,0 0 0,1 1 0,-1-1 0,0 1 0,-1 2 0,-3 1 0,1 1 0,0 0 0,1 0 0,-1 0 0,1 0 0,1 1 0,-6 12 0,4-4 0,1 0 0,1 1 0,0-1 0,2 1 0,-1 0 0,2-1 0,0 1 0,1 0 0,0 0 0,1 0 0,7 24 0,8 18 0,37 91 0,-52-144 0,149 327 0,-74-169 0,61 182 0,-112-257 0,23 128 0,-49-215 0,0-1 0,0 1 0,0 0 0,0-1 0,0 1 0,0 0 0,0-1 0,0 1 0,0 0 0,0-1 0,1 1 0,-1 0 0,0-1 0,0 1 0,1-1 0,-1 1 0,1 0 0,-1-1 0,0 1 0,1-1 0,-1 1 0,1-1 0,-1 1 0,1-1 0,-1 0 0,1 1 0,-1-1 0,1 1 0,0-1 0,-1 0 0,1 0 0,0 1 0,-1-1 0,1 0 0,0 0 0,-1 0 0,1 0 0,0 0 0,-1 0 0,2 0 0,2-1 0,-1-1 0,0 1 0,0-1 0,1 0 0,-1 0 0,0 0 0,4-4 0,20-19 0,-1 0 0,-2-1 0,40-56 0,51-104 0,-68 99 0,-5-3 0,-4-1 0,29-105 0,-48 128 0,-3-1 0,-3-1 0,-3-1 0,-3 0 0,-3-77 0,-5 118 0,-1 0 0,-2 0 0,-1 1 0,-11-39 0,14 59 0,-1 1 0,0-1 0,-1 1 0,1 0 0,-1 0 0,-1 0 0,0 0 0,0 1 0,0 0 0,-1 0 0,0 0 0,0 1 0,-1 0 0,0 0 0,0 1 0,0-1 0,-1 2 0,-13-8 0,20 12 0,-1-1 0,1 1 0,-1-1 0,1 1 0,-1-1 0,0 1 0,1 0 0,-1 0 0,1-1 0,-1 1 0,0 1 0,1-1 0,-1 0 0,-2 1 0,3-1 0,0 1 0,0-1 0,1 0 0,-1 1 0,0-1 0,1 1 0,-1 0 0,1-1 0,-1 1 0,1-1 0,-1 1 0,1 0 0,-1-1 0,1 1 0,-1 0 0,1 0 0,0-1 0,0 1 0,-1 0 0,1 0 0,0 1 0,0 2 0,-1 1 0,2-1 0,-1 1 0,0-1 0,1 0 0,0 1 0,0-1 0,0 1 0,3 6 0,8 14 0,0-1 0,1 0 0,2-1 0,28 36 0,82 83 0,-102-117 0,135 139 0,47 51 0,-20 15 0,-157-191 0,-2 1 0,-2 2 0,-2 0 0,-2 1 0,-2 1 0,-1 1 0,-3 1 0,-1 0 0,-3 0 0,7 63 0,-15-69 0,-1-1 0,-2 1 0,-2 0 0,-1 0 0,-2-1 0,-2 0 0,-1 0 0,-2-1 0,-2 0 0,-28 57 0,38-90-59,0 1 0,0 0-1,-1-1 1,0 1-1,0-1 1,0 0 0,-1 0-1,0-1 1,0 1 0,0-1-1,0 0 1,-1-1 0,1 1-1,-1-1 1,0 0-1,0 0 1,0-1 0,0 0-1,-1 0 1,1 0 0,0-1-1,-11 1 1,-52 6-6767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0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0 24575,'-1'21'0,"-36"321"0,1-41 0,32-235 0,3-1 0,3 1 0,3-1 0,20 106 0,64 160 0,16 72 0,14 320 0,-112-677 0,2-1 0,2 0 0,17 44 0,60 125 0,-62-154 0,-3 2 0,-2 0 0,-3 1 0,-3 1 0,9 94 0,-20-120 0,12 125 0,54 231 0,3-131 0,12-3 0,11-4 0,247 465 0,-76-284 0,-42-154 0,42 62 0,96 117 0,-273-361 0,174 150 0,130 58 0,-71-106 0,17-28 0,-252-131 0,-68-34 0,687 314 0,-615-293 0,135 27 0,98-1 0,-22-4 0,-154-16 0,165 65 0,-52-14 0,1452 369 0,-1344-358 0,21 6 0,-306-88 0,1-3 0,144 5 0,57-18 0,476 22 0,-113 59 0,64 5 0,-152-65 0,1-29 0,-490 6 0,261-9 0,194-3 0,-95 44 0,-3 33 0,-351-51 0,1065 110 0,-1015-112 0,783 32 0,-474-28 0,-31 2 0,464 18 0,-133-72 0,-322 5 0,1 32 0,212 57 0,-112-7 0,1-30 0,74-52 0,-197-2 0,119-14 0,-468 42-1365,-6-1-5461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20.3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45 1 24575,'0'0'0,"0"0"0,1 23 0,-3 17 0,-2 0 0,-14 58 0,11-65 0,1 0 0,2 0 0,1 1 0,1 47 0,31 122 0,-16-133 0,6 139 0,-21 8 0,8 287 0,10-282 0,56 613 0,-58-717 0,4 0 0,39 128 0,144 321 0,-190-540 0,46 105 0,85 142 0,-18-41 0,68 175 0,-87-183 0,-77-173 0,3-1 0,3-1 0,53 61 0,9 13 0,51 77 0,142 210 0,-234-325 0,108 125 0,88 61 0,116 67 0,-269-263 0,-65-53 0,-2 1 0,47 47 0,-36-23 0,2-3 0,2-2 0,86 62 0,23-6 0,3-7 0,296 122 0,-192-105 0,130 51 0,134 69 0,-433-185 0,155 52 0,-176-71 0,0 3 0,93 53 0,-133-66 0,1 0 0,66 17 0,73 8 0,-104-26 0,170 22 0,-39-8 0,-158-20 0,0 2 0,72 28 0,-17 3 0,167 45 0,302 74 0,-448-125 0,188 86 0,-101-35 0,626 205 0,-247-163 0,-260-67 0,-230-41 0,407 106 0,-443-109 0,0-3 0,98 12 0,123-4 0,-111-12 0,27 5 0,429 39 0,-4 37 0,207 30 0,-485-79 0,1491 162 0,-1040-189 0,-516-17 0,1074-29 0,-1047 9 0,345-16 0,-165 38 0,318-16 0,45-13 0,-338 60 133,-86-4-1631,-342-24-5328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30.3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3262 24575,'10'29'0,"30"64"0,4-3 0,110 166 0,146 149 0,-273-371 0,20 27 0,2-2 0,2-2 0,87 72 0,-118-112 0,2-1 0,-1-2 0,2 0 0,0-1 0,1-1 0,0-1 0,0-2 0,1 0 0,1-1 0,-1-2 0,1-1 0,0-1 0,48 2 0,-31-8 0,-1-2 0,0-2 0,0-2 0,0-2 0,-1-1 0,-1-2 0,0-2 0,49-26 0,1-8 0,-2-3 0,106-84 0,-18-4 0,179-186 0,134-190 0,-357 373 0,1389-1398-641,-336 348 641,-1054 1059 0,-77 78 34,171-160 466,-215 209-267,-13 11-1724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0 24575,'-8'116'0,"3"-72"0,-65 588-465,-63 778-2527,106 81 1414,61 5-725,-32-1452 2305,134 3157-2019,168-9 757,-71-1603 1456,13 95 20,-164-924 1930,-42 1 3673,42 290-3583,-28-476-2116,-49-437-615,-6 0 0,-20 159 0,12-234-6331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1965 0 24575,'-8'16'0,"-332"509"-53,265-417-103,-403 577-396,-226 336 58,590-847 383,-105 217 1,196-335 110,20-38 2,3-18-2,0 0 0,0 0 0,0 1 0,0-1 0,0 0 0,0 0 0,0 0 0,0 0-1,0 1 1,0-1 0,1 0 0,-1 0 0,0 0 0,0 0 0,0 0 0,0 0 0,0 1 0,1-1 0,-1 0 0,0 0 0,0 0 0,0 0 0,0 0 0,1 0-1,-1 0 1,0 0 0,0 0 0,0 0 0,0 0 0,1 0 0,-1 0 0,0 0 0,0 0 0,0 0 0,1 0 0,-1 0 0,0 0 0,0 0 0,0 0 0,0 0-1,1 0 1,-1 0 0,0 0 0,0-1 0,0 1 0,33-27 208,37-49 309,69-102 0,376-570-1024,-33-30-270,-251 401 636,-209 340 137,187-283-281,-169 265 223,2 2 1,3 2-1,76-68 1,-105 106 120,1 0-1,-1 1 1,2 1 0,0 0 0,0 1 0,0 2-1,38-13 1,-43 17-1,-1 2 1,0 0-1,1 0 0,0 1 0,-1 0 1,1 2-1,-1-1 0,1 1 0,0 1 1,-1 0-1,0 1 0,1 0 0,-1 1 1,11 6-1,4 3 29,0 2 0,-2 1 0,0 2 0,0 0 0,-2 1 0,0 1 0,-2 2 0,31 37 0,8 19-53,66 115 0,144 297-947,-25 20 655,11 20 280,-5-63-609,346 485 0,-483-789-5281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1 998 24575,'0'1'0,"1"1"0,0-1 0,0 1 0,0-1 0,1 0 0,-1 1 0,0-1 0,0 0 0,1 0 0,-1 0 0,0 0 0,1 0 0,-1 0 0,1 0 0,0-1 0,-1 1 0,3 0 0,2 2 0,29 12 0,1-1 0,0-1 0,73 14 0,124 8 0,-227-35 0,275 26-706,313-12 0,288-54-787,-796 35 1354,1756-113-1137,123-8-1318,1 36 1173,851 50 1469,2 55-117,-1313-4-124,-693-7-854,1439 14 664,403 144 920,-2468-143-593,997 87 1507,2-58-1035,-106-78 68,-4-46 3861,-266-18-1546,-229 22-2796,-580 73-3,0-1 0,-1 0 0,1 0 0,-1 0 0,1 0 0,-1 0 0,1 0 0,-1 0 0,1 0 0,0 0 0,-1 0 0,1 0 0,-1-1 0,1 1 0,-1 0 0,1 0 0,-1 0 0,1-1 0,-1 1 0,1 0 0,-1-1 0,1 1 0,-1 0 0,0-1 0,1 1 0,-1-1 0,1 1 0,-1 0 0,0-1 0,1 1 0,-1-1 0,0 1 0,0-1 0,0 1 0,1-1 0,-1 1 0,0-1 0,0 0 0,0 1 0,0-1 0,0 1 0,0-1 0,0 1 0,0-1 0,0 1 0,0-1 0,0 0 0,0 1 0,0-1 0,0 1 0,-1-1 0,1 1 0,0-1 0,0 1 0,-1-1 0,1 1 0,0-1 0,-1 1 0,1 0 0,0-1 0,-1 1 0,1-1 0,-1 1 0,1 0 0,-1-1 0,1 1 0,-1-1 0,-40-32 0,40 31 0,-158-111 0,-2 0 0,-192-175 0,292 231 0,2-3 0,-69-92 0,123 140 0,12 10 0,17 9 0,83 44 0,131 84 0,-127-69 0,73 40 0,455 272 0,-622-367 0,15 8 0,-1 1 0,0 1 0,-2 2 0,43 42 0,-68-61 0,0 1 0,-1-1 0,1 1 0,-1-1 0,0 1 0,0 0 0,-1 0 0,0 1 0,1-1 0,-2 0 0,1 1 0,-1-1 0,1 1 0,-1 0 0,-1-1 0,1 1 0,-1 0 0,0 0 0,-1-1 0,1 1 0,-1 0 0,-3 9 0,-1-1 0,-1 0 0,-1 0 0,0-1 0,-1 0 0,0 0 0,-1-1 0,-1 0 0,-10 10 0,-26 26 5,-3-2 0,-89 66-1,-127 65-224,-90 30-297,-475 202 1,793-392 516,-219 89 0,204-87 0,0-3 0,-103 18 0,147-33-96,1 0-1,-1 0 0,0 0 1,0-1-1,1 0 1,-1-1-1,0 0 1,0 0-1,1 0 0,-1-1 1,-14-5-1,-3-11-5696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406 231 24575,'151'-5'0,"1"-5"0,-2-8 0,165-40 0,-298 54 0,21-4 0,-1-2 0,50-19 0,-86 28 0,0 1 0,0 0 0,0-1 0,1 1 0,-1 0 0,0-1 0,0 1 0,0-1 0,0 0 0,0 1 0,0-1 0,0 0 0,0 1 0,0-1 0,-1 0 0,1 0 0,0 0 0,0 0 0,-1 0 0,1 0 0,-1 0 0,1 0 0,-1 0 0,1 0 0,-1 0 0,1-1 0,-1-1 0,-1 2 0,0-1 0,0 1 0,0-1 0,0 1 0,-1-1 0,1 1 0,0-1 0,-1 1 0,0 0 0,1 0 0,-1 0 0,1 0 0,-1 0 0,0 0 0,0 0 0,0 1 0,-3-2 0,-23-7 0,-1 1 0,0 1 0,0 1 0,-44-2 0,-124 3 0,91 8 0,-146 23 0,192-16 0,0 3 0,1 3 0,-108 44 0,151-53 0,0 1 0,0 0 0,1 1 0,0 1 0,0 1 0,1 0 0,0 0 0,1 2 0,1-1 0,0 2 0,0 0 0,2 0 0,0 1 0,0 0 0,1 1 0,1 0 0,1 0 0,0 1 0,1 0 0,1 0 0,1 0 0,0 1 0,1 0 0,1-1 0,0 23 0,3 1 0,2 0 0,1-1 0,2 1 0,2-1 0,2 0 0,1-1 0,28 63 0,-10-38 0,3-2 0,2-2 0,73 96 0,-78-120 0,1 0 0,2-2 0,1-1 0,2-2 0,58 41 0,-66-55 0,1 0 0,1-2 0,0-1 0,1-1 0,0-2 0,1-1 0,0-2 0,60 10 0,-42-14 0,-1-3 0,0-1 0,0-2 0,1-3 0,80-18 0,-60 6 0,-1-4 0,0-3 0,76-38 0,-141 61 0,36-22 0,-38 23 0,-1-1 0,1 1 0,-1 0 0,1-1 0,0 1 0,-1-1 0,1 1 0,-1 0 0,0-1 0,1 1 0,-1-1 0,1 1 0,-1-1 0,0 1 0,1-1 0,-1 0 0,0 1 0,1-1 0,-1 1 0,0-1 0,0 0 0,0 1 0,0-1 0,0 0 0,1 1 0,-1-1 0,0 0 0,0 1 0,-1-1 0,1 0 0,0 1 0,0-1 0,0 0 0,0 1 0,-1-1 0,1 1 0,0-1 0,0 0 0,-1 1 0,1-1 0,0 1 0,-1-1 0,1 1 0,-1-1 0,1 1 0,-1-1 0,1 1 0,-1 0 0,1-1 0,-1 1 0,1 0 0,-1-1 0,0 1 0,1 0 0,-1 0 0,-1-1 0,-5-2 0,-1 0 0,0 1 0,0 0 0,0 0 0,0 0 0,0 1 0,-1 1 0,-10 0 0,-73 7 0,67-4 0,-219 12 0,198-16 0,0-2 0,0-2 0,-60-15 0,23-4 0,-133-60 0,34 11 0,173 69 0,7 3 0,-1 0 0,1 0 0,-1 0 0,1 0 0,-1 0 0,1 1 0,-1-1 0,1 1 0,-1-1 0,0 1 0,1 0 0,-1 0 0,0 0 0,1 0 0,-6 2 0,9-2 0,-1 0 0,0 0 0,0 0 0,0 0 0,0 0 0,0 0 0,0 0 0,0 0 0,0 0 0,1 0 0,-1 0 0,0 1 0,0-1 0,0 0 0,0 0 0,0 0 0,0 0 0,0 0 0,0 0 0,0 0 0,0 0 0,0 1 0,0-1 0,0 0 0,0 0 0,0 0 0,1 0 0,-1 0 0,0 0 0,0 0 0,0 1 0,0-1 0,-1 0 0,1 0 0,0 0 0,0 0 0,0 0 0,0 0 0,0 0 0,0 1 0,0-1 0,0 0 0,0 0 0,0 0 0,0 0 0,0 0 0,0 0 0,0 0 0,0 0 0,0 1 0,-1-1 0,1 0 0,0 0 0,0 0 0,0 0 0,0 0 0,0 0 0,0 0 0,-1 0 0,20 0 0,69-11 0,-1-5 0,87-27 0,-62 15 0,29-4-341,1 7 0,2 5-1,211-1 1,-187 24-6485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1 24575,'4'12'0,"-1"0"0,0 0 0,0 1 0,0 22 0,1-4 0,12 149-127,-9 290 0,-58 185-783,-70 191 910,-33-5 0,132-728 0,15-73 8,-51 286-144,26-4 58,31-306 116,0 6-54,1 0-1,1 1 1,4 30 0,-4-49 65,-1 0-1,1 0 1,0 0-1,0 0 1,1 0 0,-1 0-1,1 0 1,0-1-1,0 1 1,0 0 0,0-1-1,1 0 1,-1 0-1,1 1 1,0-2-1,0 1 1,0 0 0,0 0-1,1-1 1,-1 0-1,1 0 1,-1 0 0,1 0-1,6 2 1,2-1-21,0-2 0,0 1 0,-1-2 1,1 1-1,0-2 0,24-3 0,75-20-57,-68 13 43,404-99-14,350-78 0,-667 164-113,146-34 354,-218 43-739,-1-3 1,91-41-1,-70 19-6328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56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24575,'0'0'0,"-1"0"0,-1 1 0,1 0 0,0-1 0,-6 3 0,0 0 0,-1 0 0,3-1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00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1 24575,'-16'37'0,"-138"502"0,46 16 0,20 52-848,25 4 1,28 2-1,53 762 0,47-591 467,35-3 0,217 834 1,-26-497-127,60-19 4630,-299-953-3561,77 199-207,-129-343-355,1 0 0,0 0 0,0 0 0,0 0 0,0 0 0,0 0 0,0 0 0,1 0 0,-1 0 0,1 0 0,2 2 0,-2-4 0,-1 0 0,0 1 0,0-1 0,0 0 0,0-1 0,0 1 0,0 0 0,1 0 0,-1 0 0,0-1 0,0 1 0,0 0 0,0-1 0,0 1 0,0-1 0,0 1 0,0-1 0,0 0 0,0 1 0,0-1 0,0 0 0,-1 0 0,1 1 0,0-1 0,0 0 0,-1 0 0,1 0 0,0-2 0,19-22 0,-1-1 0,-2-2 0,22-44 0,-33 60 0,251-560-633,-44-25-39,97-413-848,-29-12 1697,-149 538-532,-111 407 385,59-199-43,-59 213 411,4 0 0,39-71 0,-57 121-111,1 0-1,0 0 1,1 1 0,13-15-1,-21 25-274,1 0 0,0 0 0,0 0 0,1 0 0,-1 1 0,0-1 0,1 0 0,-1 1 0,1 0 0,-1-1 0,1 1 0,0 0 0,-1 0 0,1 1 0,0-1 0,0 0 0,-1 1 0,1 0 0,0 0 0,0 0 0,0 0 0,0 0 0,0 0-1,-1 1 1,1-1 0,0 1 0,0 0 0,-1 0 0,5 2 0,-2 0-12,1 1 0,-1 0 0,0 0 0,0 0 0,0 0 0,0 1 0,-1 0 0,7 10 0,1 3 0,15 35 0,-5-2 3,-1 1-1,24 106 0,5 120-117,48 791-1529,-43-337 1153,60-11 134,-52-483 243,-46-187 121,2 0 1,37 68 0,-48-104 30,0 0 0,2-1 1,0 0-1,0 0 1,22 21-1,-27-31-5,0 1 1,1-1-1,-1-1 1,1 1-1,-1-1 1,1 0-1,0 0 1,1 0-1,-1-1 1,0 0-1,1 0 1,-1-1-1,1 0 1,-1 0 0,1 0-1,0-1 1,9-1-1,-5 0 57,0-1-1,0-1 1,0 1 0,-1-2 0,1 0-1,-1 0 1,0-1 0,12-7 0,2-4 55,0-1 0,26-24 0,9-14-200,-3-3 0,-2-3 0,87-128 0,103-232-165,-110 143-251,192-587 0,0-328-999,-166 576 1174,-5 104 590,-118 411-59,5 1 1,104-177-1,-134 258 67,1 1-1,0 0 0,1 0 1,2 2-1,25-25 0,-36 38-265,0 0-1,0 1 0,0-1 1,0 1-1,1 0 0,-1 1 1,1-1-1,0 1 1,0 0-1,-1 0 0,1 1 1,1 0-1,-1 0 0,0 0 1,0 1-1,0 0 1,0 0-1,0 0 0,1 1 1,-1 0-1,0 0 0,0 1 1,0-1-1,-1 1 1,11 5-1,-2 1-31,0 0 0,-1 1-1,0 0 1,-1 1 0,0 1 0,0 0 0,-1 0 0,0 1 0,12 18-1,1 6-4,-2 1 0,23 54 0,-7-1-144,-4 1 0,-5 1 0,28 147 0,16 301-725,-15 542-1283,-56 5 2113,-2-85 28,49-119 10,-25-689-243,8-2-1,86 283 1,-6-178 183,-89-250 333,1-1 0,2 0 0,64 80 0,-77-110-54,0-1 0,1-1 0,1-1 1,0 0-1,1 0 0,0-2 1,1 0-1,0-1 0,21 9 1,-25-14-133,0-1 1,1 0 0,0 0-1,0-2 1,0 0-1,0 0 1,0-1 0,0-1-1,0 0 1,0-1-1,0-1 1,0 0 0,21-6-1,-2-3-85,-2-1 0,0-1 0,0-2 0,-1-1 0,-1-2 0,-1 0 0,39-34 0,-16 7 0,-2-2 0,77-96 0,-64 58-38,-4-3 0,-4-2 0,-3-2 0,56-146-1,107-413-806,13-267-921,-37-14 1624,-5 27 279,33 13-985,-209 862 823,32-103 1252,-41 133-1205,-1 0-1,1-1 1,0 1 0,0 0-1,0 0 1,0 0-1,0-1 1,0 1 0,0 0-1,0 0 1,0 0-1,0-1 1,0 1 0,0 0-1,0 0 1,0 0-1,0-1 1,0 1 0,1 0-1,-1 0 1,0 0-1,0 0 1,0-1 0,0 1-1,0 0 1,0 0-1,0 0 1,0 0 0,1 0-1,-1-1 1,0 1-1,0 0 1,0 0 0,0 0-1,1 0 1,-1 0-1,0 0 1,0 0 0,0 0-1,1 0 1,-1-1-1,0 1 1,0 0 0,0 0-1,0 0 1,1 0-1,-1 0 1,0 0 0,0 0-1,0 0 1,1 0-1,-1 1 1,0-1 0,0 0-1,0 0 1,1 0 0,-1 0-1,0 0 1,0 0-1,0 0 1,0 0 0,1 0-1,-1 1 1,0-1-1,0 0 1,7 19 220,-7-18-229,10 41 245,-1 0-1,3 55 0,11 486-882,-44 8-148,16-488 747,-3 62 14,-14 447-177,23-419 53,30 219 0,-22-346 106,3 0-1,2-1 0,42 113 1,-44-149 53,1-1 1,1 0-1,1-1 1,2-1-1,0 0 1,2-1-1,1-1 1,1-1-1,1-1 1,32 25-1,66 33 1244,-92-64-1196,0 2-1,-1 0 1,-1 2-1,0 1 1,-2 1 0,27 31-1,-32-26-70,-1 1 0,-2 1 0,-1 0 0,-1 1 0,-1 1 0,-2 0 0,-1 0 0,-2 1 0,8 58 0,-6 5 0,-4-1 0,-7 109 0,-21 107 0,-2 125 0,26-392 0,2 1 0,2-1 0,2 0 0,1 0 0,3-1 0,1 0 0,2-1 0,2-1 0,2 0 0,43 67 0,-44-79 0,2-1 0,1-1 0,2-1 0,0-1 0,1-2 0,2 0 0,0-1 0,1-1 0,1-2 0,1-1 0,0-1 0,1-2 0,1 0 0,54 14 0,-39-17 0,1-3 0,-1-2 0,1-2 0,89-3 0,186-36 0,-135 10 0,-164 23 0,1 0 0,0 2 0,-1 0 0,1 2 0,0 0 0,-1 2 0,28 7 0,-37-6 0,0 0 0,0 1 0,0 0 0,-1 1 0,0 1 0,-1 0 0,1 0 0,-2 2 0,1-1 0,-1 2 0,-1-1 0,15 19 0,-4 2 0,-1 0 0,-2 1 0,-1 1 0,-1 1 0,-2 0 0,15 56 0,-4 12 0,13 108 0,15 389 0,-50-561 0,-3-38 0,0 0 0,0 1 0,0-1 0,0 0 0,0 0 0,0 1 0,0-1 0,0 0 0,0 0 0,0 1 0,0-1 0,0 0 0,0 0 0,0 1 0,0-1 0,0 0 0,0 0 0,0 1 0,0-1 0,1 0 0,-1 0 0,0 1 0,0-1 0,0 0 0,0 0 0,1 0 0,-1 0 0,0 1 0,0-1 0,0 0 0,1 0 0,-1 0 0,0 0 0,0 0 0,1 0 0,-1 0 0,0 1 0,0-1 0,1 0 0,-1 0 0,0 0 0,0 0 0,1 0 0,-1 0 0,0 0 0,0 0 0,1 0 0,-1 0 0,0-1 0,0 1 0,1 0 0,-1 0 0,0 0 0,0 0 0,1 0 0,-1 0 0,0-1 0,0 1 0,0 0 0,1 0 0,-1 0 0,0-1 0,7-7 0,0 0 0,-1-1 0,0 0 0,-1 0 0,1 0 0,-2-1 0,0 0 0,6-19 0,3-6 0,181-559-364,-41-20-1099,-137 543 1344,227-1021-1794,114-462 1888,-133 804-653,-216 725 1006,-6 19-214,-1 1-1,1-1 0,0 1 0,0-1 0,1 1 1,-1 0-1,1 0 0,0 0 0,8-8 1,-11 13-83,1-1 1,-1 1 0,0 0-1,1 0 1,-1 0 0,1 0 0,-1 0-1,1 0 1,-1 0 0,0 0-1,1 0 1,-1 0 0,1 0 0,-1 0-1,1 1 1,-1-1 0,0 0-1,1 0 1,-1 0 0,0 0 0,1 1-1,-1-1 1,1 0 0,-1 0-1,0 1 1,0-1 0,1 0 0,-1 1-1,0-1 1,1 0 0,-1 1-1,0-1 1,0 1 0,0-1 0,1 0-1,-1 1 1,0-1 0,0 1-1,0-1 1,0 0 0,0 1 0,0-1-1,0 1 1,0 0 0,6 17 176,0 0 1,-1 0-1,-2 1 1,0 0-1,2 37 1,-3-23-5,14 557-381,-38 12-1202,11-352 475,-7 411 525,40 7 467,69-10-207,-55-497-214,7-3 1,65 157-1,-69-221 294,75 133 1,-90-187 151,1-1 1,3-1-1,0-2 1,3-1-1,53 48 1,-69-69 31,1-2 0,1 0 0,0-1 0,1-1 0,0-1 0,0 0 0,1-1 1,0-1-1,1-1 0,-1-1 0,1 0 0,0-2 0,1 0 0,-1-1 0,0-1 0,1-1 0,-1-1 0,0-1 0,1 0 1,-1-2-1,29-8 0,-5-3-102,-1-1 0,0-3 0,-1-1 1,-1-2-1,-1-2 0,68-53 0,-57 34-45,-1-2 0,-3-2 0,-1-3-1,45-63 1,-57 62 2,-2-1 0,-2-1 0,-3-2 0,34-95 0,51-242 0,-31 95 0,96-191 0,-116 352 0,115-188 0,-167 309 0,-5 7 0,0 1 0,0 0 0,1 0 0,0 1 0,0-1 0,0 1 0,1 0 0,0 0 0,0 1 0,0 0 0,9-6 0,-13 10 0,-1 1 0,1-1 0,-1 1 0,1 0 0,-1-1 0,1 1 0,-1 0 0,1 0 0,0 0 0,-1 0 0,1 0 0,-1 0 0,1 1 0,0-1 0,-1 0 0,1 1 0,-1-1 0,1 1 0,-1 0 0,0-1 0,1 1 0,-1 0 0,0 0 0,1 0 0,-1 0 0,2 2 0,2 2 0,-1 1 0,0-1 0,0 1 0,0 0 0,4 9 0,5 14 0,-1-1 0,-2 2 0,0 0 0,8 53 0,7 132 0,-23-193 0,10 756-823,-15-272 816,4-497 7,-2 20 0,2-1 0,1 0 0,2 0 0,0 0 0,10 30 0,-13-55 0,0 0 0,0 0 0,0 0 0,0 1 0,0-1 0,1-1 0,0 1 0,0 0 0,0 0 0,0-1 0,0 1 0,0-1 0,0 1 0,1-1 0,-1 0 0,1 0 0,0 0 0,0 0 0,0-1 0,0 1 0,0-1 0,0 0 0,0 0 0,0 0 0,0 0 0,0 0 0,1-1 0,-1 1 0,0-1 0,1 0 0,-1 0 0,0 0 0,1 0 0,-1-1 0,0 1 0,5-2 0,11-3 43,-1 0 0,0-1 0,0-1 0,30-15-1,73-49 433,-120 70-472,504-366 134,-259 178-136,-233 179-1,4-3 0,1 1 0,0 0 0,35-17 0,-48 27 0,-1 0 0,1 1 0,-1-1 0,1 1 0,-1 0 0,1 0 0,0 0 0,-1 1 0,1 0 0,0 0 0,0 0 0,-1 0 0,1 1 0,0 0 0,0 0 0,-1 0 0,1 0 0,-1 1 0,1 0 0,-1 0 0,0 0 0,8 5 0,-5-1 0,-1 0 0,1 1 0,-1 0 0,0 0 0,-1 0 0,0 0 0,0 1 0,-1 0 0,5 11 0,2 6 0,-3 1 0,8 29 0,0 23 0,-4 1 0,-2 0 0,-3 106 0,-24 244 0,15-396 0,-6 69 0,2-37 0,3 87 0,2-149 0,1 0 0,0 1 0,1-1 0,-1 0 0,1 0 0,-1 1 0,1-1 0,0 0 0,0 0 0,0 0 0,0 0 0,1 0 0,0 0 0,-1 0 0,1-1 0,0 1 0,0 0 0,0-1 0,1 0 0,-1 1 0,0-1 0,5 3 0,-2-3 0,0-1 0,0 1 0,1-1 0,-1 0 0,0 0 0,1-1 0,-1 1 0,1-1 0,-1-1 0,0 1 0,1-1 0,-1 1 0,8-4 0,22-4 0,-1-2 0,0-2 0,58-28 0,92-63 0,-162 90 0,220-142 0,-41 26 0,-176 112 0,1 2 0,1 1 0,0 1 0,1 2 0,39-12 0,-58 21 0,0 0 0,0 1 0,0 0 0,0 0 0,0 1 0,0 0 0,0 0 0,0 1 0,0 1 0,0-1 0,-1 1 0,1 1 0,0 0 0,-1 0 0,0 1 0,1 0 0,-1 0 0,-1 1 0,1 0 0,-1 0 0,13 12 0,-2 2 0,-2 0 0,0 1 0,-1 0 0,-1 2 0,-1-1 0,18 43 0,46 151 0,14 167 0,-17-60 0,-67-292 0,3 0 0,0-1 0,2 0 0,1-1 0,31 49 0,-37-67 0,0-1 0,0 0 0,1 0 0,0-1 0,1 0 0,-1 0 0,2-1 0,-1 0 0,1-1 0,0 0 0,0 0 0,1-1 0,-1-1 0,1 1 0,0-2 0,1 0 0,-1 0 0,19 2 0,-8-5 0,-1 0 0,0-1 0,0-1 0,0-1 0,0-1 0,0-1 0,-1 0 0,0-2 0,23-10 0,11-9 0,-2-1 0,55-40 0,-4-6-107,-3-4-1,104-105 1,163-199-353,-239 244 409,-114 121 51,44-42 0,-53 54 0,0 0 0,0 1 0,0-1 0,1 1 0,-1 0 0,1 0 0,-1 1 0,1-1 0,10-1 0,-13 3 0,-1 1 0,1 0 0,-1 0 0,1 0 0,-1 0 0,0 0 0,1 0 0,-1 1 0,1-1 0,-1 1 0,0 0 0,1 0 0,-1 0 0,0 0 0,0 0 0,0 0 0,0 1 0,0-1 0,0 0 0,0 1 0,0 0 0,0-1 0,2 4 0,1 3 0,0-1 0,0 1 0,-1 0 0,0 0 0,5 14 0,4 16 121,-2 1 0,12 76 0,-2 87 332,-18-165-436,7 116-17,18 145 0,-26-285 0,0 0 0,1-1 0,0 1 0,1-1 0,1 1 0,0-1 0,10 17 0,-12-25 0,0 0 0,0 0 0,1 0 0,-1 0 0,1 0 0,0-1 0,0 0 0,1 0 0,-1 0 0,1 0 0,-1 0 0,1-1 0,0 0 0,0 0 0,0-1 0,0 1 0,0-1 0,0 0 0,0 0 0,11 0 0,-2-1 0,1-1 0,-1 0 0,1-1 0,-1-1 0,0 0 0,18-7 0,2-2 0,51-29 0,-8-3-149,-2-3 1,-3-4-1,111-101 0,179-212-447,149-218-328,-39 43-687,31 44 488,-431 433 862,3 4 0,2 3-1,101-54 1,-28 38-2036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20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1170 10489 24575,'2'0'0,"2"0"0,-6-7 0,-98-205-48,9-5 0,-116-428 0,-75-826-1945,117-24 1309,106 893 863,15 183-179,-101-1055 0,65-4 0,87 312-211,90 4 249,-92 1120 183,-3 22 428,1 1-1,0-1 1,7-20-1,-10 42-648,0 0 0,0 0 0,0-1 0,0 1 0,0 0 0,1-1 0,-1 1 0,0 0 0,1-1 0,0 1 0,-1 0 0,1-1 0,0 1 0,0-1 0,0 1 0,1 1 0,23 31 0,-12-17 0,45 70 0,72 145 0,-100-167 0,-3 2 0,-2 0 0,17 82 0,-17-15 0,-18-86 0,2-1 0,2 0 0,3 0 0,23 56 0,-34-95 0,2-1 0,-1 1 0,1-1 0,0 1 0,1-1 0,0-1 0,0 1 0,0-1 0,1 0 0,11 7 0,-15-17 0,1 0 0,-2-1 0,1 1 0,0-1 0,1-5 0,-4 3 0,-1 1 0,0 0 0,-1 0 0,-3-11 0,3 14 0,1 1 0,0-1 0,0 0 0,0 0 0,0 1 0,0-1 0,1 0 0,-1 0 0,1 0 0,0 0 0,0 0 0,0 1 0,0-1 0,0 0 0,1 0 0,0 0 0,-1 0 0,1 0 0,0 1 0,0-1 0,0 0 0,1 1 0,-1-1 0,0 1 0,1-1 0,0 1 0,0 0 0,3-4 0,11-8-78,1 1-1,0 0 1,1 2-1,0 0 0,0 1 1,37-14-1,-29 12-736,60-25-6011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30.7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0 24575,'-3'26'0,"2"39"0,3 1 0,3 0 0,13 69 0,-9-74 0,151 743 0,61-9 0,-146-533 0,257 838 0,57-18 0,-115-473 0,29-13 0,-109-219 0,558 1058 0,-343-631 0,-50 24 0,-275-632 0,133 225 0,-133-283 0,6-3 0,134 152 0,-16-60 0,10-9 0,451 347 0,580 250 0,-349-311 0,28-57 0,122-56 0,35-116 0,399-96 0,-1022-149 0,880 51 0,-542-72 0,1-40 0,-328 10 0,180 4 0,-1 42 0,180 53 0,318 27 0,-616-58 0,-5 28 0,-222-18 0,365 65 0,-571-108 0,153 1 0,100-22 0,-134-1 0,-94 9-1365,-12 2-5461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48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625 2 24575,'-4'18'0,"-55"273"0,-31 113 0,-83 57 0,-40-13 0,135-290 0,71-139 0,7-19 0,0 0 0,0 0 0,0 0 0,0-1 0,0 1 0,0 0 0,0 0 0,0 0 0,0 0 0,0 0 0,0 0 0,0 0 0,0 0 0,1 0 0,-1 0 0,0 0 0,0 0 0,0 0 0,0 0 0,0 0 0,0 0 0,0 0 0,0 0 0,0 0 0,0 0 0,0 0 0,1 0 0,-1 0 0,0 0 0,0 0 0,0 0 0,0 0 0,0 0 0,0 0 0,0 0 0,0 0 0,0 0 0,0 0 0,0 1 0,0-1 0,0 0 0,0 0 0,1 0 0,-1 0 0,0 0 0,0 0 0,0 0 0,0 0 0,0 0 0,0 0 0,0 0 0,0 0 0,0 1 0,0-1 0,0 0 0,0 0 0,0 0 0,0 0 0,0 0 0,0 0 0,0 0 0,0 0 0,20-27 0,4-19 0,-2-1 0,31-97 0,13-109 0,-44 163 0,29-121 0,75-288 0,-121 482 0,0 0 0,1 1 0,1 0 0,1 0 0,1 0 0,17-25 0,-18 32 0,0-1 0,0 2 0,0-1 0,1 1 0,1 0 0,0 1 0,0 0 0,0 0 0,0 1 0,22-8 0,-26 12 0,1 0 0,0 1 0,0 0 0,0 0 0,0 1 0,0 0 0,0 0 0,-1 1 0,1-1 0,0 2 0,0-1 0,0 1 0,-1 0 0,1 0 0,-1 1 0,1-1 0,-1 1 0,0 1 0,0 0 0,0-1 0,5 6 0,10 8 0,0 1 0,-2 0 0,0 2 0,17 23 0,5 12 0,-3 0 0,44 88 0,48 130 0,-55-109 0,-55-120 0,3-1 0,36 53 0,-48-82 0,0 0 0,1 0 0,1-1 0,0-1 0,0 0 0,1-1 0,1-1 0,0 0 0,26 13 0,-32-19 0,-1 0 0,0-1 0,1 0 0,0 0 0,0-1 0,0 0 0,13 1 0,-18-3 0,1 0 0,0-1 0,-1 1 0,1-1 0,-1 0 0,0 0 0,1-1 0,-1 1 0,0-1 0,0 0 0,0 0 0,0-1 0,0 1 0,0-1 0,0 0 0,-1 0 0,4-4 0,10-11 0,-1-1 0,0-1 0,-2 0 0,24-43 0,35-98 0,-56 122 0,200-545 0,-70 174 0,-143 399-118,-2 4-60,1 1 0,0-1 0,0 1-1,0 0 1,0 0 0,6-7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50.8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808 92 24575,'0'0'0,"-16"-15"0,3 8 0,0-1 0,0 2 0,-1 0 0,0 0 0,0 1 0,0 1 0,0 0 0,-1 1 0,0 1 0,1 0 0,-26 1 0,22 2 0,0 1 0,0 1 0,0 1 0,1 0 0,-1 1 0,1 1 0,0 0 0,-26 15 0,13-2 0,1 0 0,0 2 0,2 1 0,0 1 0,2 2 0,0 0 0,2 2 0,1 0 0,-26 43 0,27-35 0,1 1 0,2 1 0,1 0 0,-14 49 0,26-68 0,0 1 0,1 0 0,0 0 0,2 0 0,0 1 0,2-1 0,0 1 0,1-1 0,1 0 0,0 0 0,6 20 0,-7-34 0,1 0 0,0 0 0,0 0 0,0-1 0,0 1 0,1-1 0,-1 1 0,1-1 0,1 0 0,-1 0 0,0 0 0,1 0 0,0 0 0,0-1 0,0 0 0,0 0 0,0 0 0,1 0 0,0-1 0,-1 0 0,1 0 0,0 0 0,0 0 0,0-1 0,0 1 0,0-2 0,0 1 0,0 0 0,1-1 0,-1 0 0,0 0 0,10-2 0,1 0 0,0-2 0,0 0 0,0 0 0,-1-1 0,0-1 0,0-1 0,0 0 0,-1-1 0,19-14 0,-11 5 0,-1-2 0,0-1 0,-2 0 0,0-1 0,-1-1 0,-2-1 0,0 0 0,13-27 0,88-211 0,-102 224 0,3-8 0,-3 12 0,15-59 0,-20 114 0,-1 3 0,-2 1 0,-2-1 0,0 1 0,2 32 0,-2 111 0,-5-113 0,0-11 0,-2-24 0,2 0 0,1-1 0,0 1 0,2-1 0,0 0 0,8 28 0,-9-44 0,-1-1 0,1 1 0,0-1 0,0 0 0,0 0 0,0 0 0,1 0 0,-1 0 0,1 0 0,0-1 0,0 1 0,0-1 0,0 0 0,5 3 0,-1-2 0,-1 0 0,1 0 0,-1-1 0,1 0 0,0-1 0,0 1 0,9-1 0,5 0 0,0-1 0,0-2 0,0 0 0,27-6 0,-9-2 0,-1-2 0,0-1 0,0-2 0,-2-2 0,0-1 0,-1-1 0,-1-2 0,-1-2 0,-1-1 0,37-35 0,-17 7 0,-1-2 0,-3-2 0,-3-1 0,65-110 0,-94 205 0,-6 4 0,-2 0 0,-2 0 0,-1 0 0,-2 72 0,-26 172 0,20-262 0,2-6 0,-1 0 0,-1 0 0,-1 0 0,-9 25 0,12-85 0,5 7 0,1 1 0,2 0 0,2 1 0,24-64 0,69-122 0,25-6 0,-103 188 0,1 2 0,3 0 0,56-56 0,-77 84 0,0 1 0,1 0 0,-1 1 0,1-1 0,0 2 0,0-1 0,1 1 0,16-6 0,-21 9 0,0 0 0,0 1 0,0-1 0,-1 1 0,1 0 0,0 0 0,0 0 0,0 0 0,0 1 0,0 0 0,-1-1 0,1 2 0,0-1 0,-1 0 0,1 1 0,-1-1 0,1 1 0,-1 0 0,0 0 0,0 0 0,1 1 0,-2-1 0,6 6 0,2 4 0,0 1 0,-1 0 0,0 0 0,-1 1 0,0 0 0,-1 1 0,-1 0 0,7 24 0,-1 4 0,10 82 0,-16-64 0,-3-1 0,-2 1 0,-10 80 0,-43 178 0,51-311 0,-3 28 0,4-35 0,0 0 0,0 0 0,1 0 0,-1 0 0,0 0 0,1 0 0,-1 0 0,1 0 0,-1-1 0,1 1 0,-1 0 0,1 0 0,-1 0 0,1 0 0,0-1 0,0 1 0,-1 0 0,1-1 0,0 1 0,0 0 0,0-1 0,0 1 0,0-1 0,0 1 0,0-1 0,0 0 0,0 0 0,0 1 0,0-1 0,0 0 0,2 0 0,8 0 0,1-1 0,0 0 0,0-1 0,0 0 0,-1-1 0,1 0 0,-1-1 0,13-6 0,-24 10 0,69-28 39,-2-3 0,68-43 0,114-93-1521,-111 65-5344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2345-143A-C0EF-A8F0-F2DC1E3E8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89A31-E9B5-D300-0473-6BDE2D460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85AF-5780-AE13-C40C-7047B47B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E021-5988-EDA2-13C2-F94B7430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6432-2888-620D-009C-8DF9E453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28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9D54-35FE-B7A9-8ECF-1925DDD6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701C-2EE5-8FBC-6567-4E539DC7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35FD-4B0A-770A-E945-0CFE7936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55FC-15E5-F34D-FBAA-864141FD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3D82-C5BF-AEDB-F23B-99FA278F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63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2580-9938-2C2D-18C5-3483B2EE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4000D-CFDF-BF71-1D25-0A33CFC1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6DE93-D2E5-3D3C-19D0-30A60674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0C36-9D81-048D-0A03-6F628B16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6F31-B64A-B63E-539E-E0EF4C25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9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F6D8-919C-649A-09CB-DE67883A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8001-CE5A-CB2E-9C5E-7E06E6A85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4662B-8E90-FA86-B1B4-741195669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B1F31-2DA8-7EC4-CDAC-5D35915E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A0FB4-D173-02DB-9B4A-752B2AA4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D4AAD-EBC7-6340-5954-E1642721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7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5092-0003-EAEA-D8DA-1BD69405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579D8-CBDC-2E88-8486-CD98A062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D5CF-27F0-5CE9-5396-4731A6569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8E600-5BCC-2C91-DFD8-82F0C76F9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07BDF-2A87-6091-C783-8FD3447BE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8D307-0D4F-FF12-0872-C3E46FA9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59384-8747-E8AD-D56C-1BA1FAD4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88A80-5F13-0B5D-71E7-B4BBBF1A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23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6F4C-C280-E407-1E1C-49545EA6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600EF-640B-92C4-68E6-A9C15172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AD24B-7FAF-9890-BAD8-58FFF80B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2D8F8-66FF-0C8C-D12C-AF03F49E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38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4FB1F-5977-E257-E8F5-50D9D3B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4321E-7EA8-DF8E-DC03-38D177A7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6850C-6A00-D410-C59E-913BE6D9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1672-A375-B4BD-4310-F516FD79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FB70-10D6-AC73-B2CB-4CA9C8BE7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2103A-AD5E-4DAC-3ED1-59E9F9E9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F00DD-64BD-494C-7B85-DF44C94A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9B29-4B68-BBC6-B17D-4F8E69C4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F4EBF-F98D-E660-FAFB-C8FB8C98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79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DB42-B75B-DFBF-D2B2-B98494CF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38F54-5673-20AD-68E2-C420136CC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39743-5187-845C-20AA-9A99FF52E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0D0EA-574D-0D9A-7744-B4CE443D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30499-3AB2-CDAD-BC0E-81AB786C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ADE29-76C3-7D31-CA01-C34F3B99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69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2BB6-20B4-607F-7346-0EB27C8E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2DD9-50C6-2EAE-1B02-789A89C73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4D4F-03CB-09CF-40B7-F3F86D34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645E-DAB3-460F-56B0-AA4DFD41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7FFC0-3D67-744C-F2C7-FBCBE7F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85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686F8-F10B-0444-BCAB-B7F4AF743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D0CFC-ED21-18DE-EE26-A42D2005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1DAFD-4C91-682F-328F-14C44DB3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B90F8-C028-F137-65A0-01B12F54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C281-2118-D3EA-7167-7C7F3D29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82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4DA72-E297-4411-FF28-23827E69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7D38-4F3D-960F-95DB-00B4CC959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1C2F-ECCA-ED92-74BE-CC591C901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EB1AB-EE61-4BA5-A5A2-6A938F338039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8B54-02E5-7B34-5672-06420282E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32824-C020-36A1-B0F0-46A94C058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60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2.xml"/><Relationship Id="rId21" Type="http://schemas.openxmlformats.org/officeDocument/2006/relationships/customXml" Target="../ink/ink13.xml"/><Relationship Id="rId42" Type="http://schemas.openxmlformats.org/officeDocument/2006/relationships/customXml" Target="../ink/ink24.xml"/><Relationship Id="rId63" Type="http://schemas.openxmlformats.org/officeDocument/2006/relationships/customXml" Target="../ink/ink35.xml"/><Relationship Id="rId84" Type="http://schemas.openxmlformats.org/officeDocument/2006/relationships/image" Target="../media/image38.png"/><Relationship Id="rId138" Type="http://schemas.openxmlformats.org/officeDocument/2006/relationships/image" Target="../media/image65.png"/><Relationship Id="rId107" Type="http://schemas.openxmlformats.org/officeDocument/2006/relationships/customXml" Target="../ink/ink57.xml"/><Relationship Id="rId11" Type="http://schemas.openxmlformats.org/officeDocument/2006/relationships/customXml" Target="../ink/ink7.xml"/><Relationship Id="rId32" Type="http://schemas.openxmlformats.org/officeDocument/2006/relationships/customXml" Target="../ink/ink19.xml"/><Relationship Id="rId37" Type="http://schemas.openxmlformats.org/officeDocument/2006/relationships/image" Target="../media/image15.png"/><Relationship Id="rId53" Type="http://schemas.openxmlformats.org/officeDocument/2006/relationships/image" Target="../media/image23.png"/><Relationship Id="rId58" Type="http://schemas.openxmlformats.org/officeDocument/2006/relationships/customXml" Target="../ink/ink32.xml"/><Relationship Id="rId74" Type="http://schemas.openxmlformats.org/officeDocument/2006/relationships/image" Target="../media/image33.png"/><Relationship Id="rId79" Type="http://schemas.openxmlformats.org/officeDocument/2006/relationships/customXml" Target="../ink/ink43.xml"/><Relationship Id="rId102" Type="http://schemas.openxmlformats.org/officeDocument/2006/relationships/image" Target="../media/image47.png"/><Relationship Id="rId123" Type="http://schemas.openxmlformats.org/officeDocument/2006/relationships/customXml" Target="../ink/ink65.xml"/><Relationship Id="rId128" Type="http://schemas.openxmlformats.org/officeDocument/2006/relationships/image" Target="../media/image60.png"/><Relationship Id="rId5" Type="http://schemas.openxmlformats.org/officeDocument/2006/relationships/customXml" Target="../ink/ink3.xml"/><Relationship Id="rId90" Type="http://schemas.openxmlformats.org/officeDocument/2006/relationships/image" Target="../media/image41.png"/><Relationship Id="rId95" Type="http://schemas.openxmlformats.org/officeDocument/2006/relationships/customXml" Target="../ink/ink51.xml"/><Relationship Id="rId22" Type="http://schemas.openxmlformats.org/officeDocument/2006/relationships/image" Target="../media/image8.png"/><Relationship Id="rId27" Type="http://schemas.openxmlformats.org/officeDocument/2006/relationships/image" Target="../media/image10.png"/><Relationship Id="rId43" Type="http://schemas.openxmlformats.org/officeDocument/2006/relationships/image" Target="../media/image18.png"/><Relationship Id="rId48" Type="http://schemas.openxmlformats.org/officeDocument/2006/relationships/customXml" Target="../ink/ink27.xml"/><Relationship Id="rId64" Type="http://schemas.openxmlformats.org/officeDocument/2006/relationships/image" Target="../media/image28.png"/><Relationship Id="rId69" Type="http://schemas.openxmlformats.org/officeDocument/2006/relationships/customXml" Target="../ink/ink38.xml"/><Relationship Id="rId113" Type="http://schemas.openxmlformats.org/officeDocument/2006/relationships/customXml" Target="../ink/ink60.xml"/><Relationship Id="rId118" Type="http://schemas.openxmlformats.org/officeDocument/2006/relationships/image" Target="../media/image55.png"/><Relationship Id="rId134" Type="http://schemas.openxmlformats.org/officeDocument/2006/relationships/image" Target="../media/image63.png"/><Relationship Id="rId139" Type="http://schemas.openxmlformats.org/officeDocument/2006/relationships/customXml" Target="../ink/ink73.xml"/><Relationship Id="rId80" Type="http://schemas.openxmlformats.org/officeDocument/2006/relationships/image" Target="../media/image36.png"/><Relationship Id="rId85" Type="http://schemas.openxmlformats.org/officeDocument/2006/relationships/customXml" Target="../ink/ink46.xml"/><Relationship Id="rId12" Type="http://schemas.openxmlformats.org/officeDocument/2006/relationships/image" Target="../media/image4.png"/><Relationship Id="rId17" Type="http://schemas.openxmlformats.org/officeDocument/2006/relationships/image" Target="../media/image6.png"/><Relationship Id="rId33" Type="http://schemas.openxmlformats.org/officeDocument/2006/relationships/image" Target="../media/image13.png"/><Relationship Id="rId38" Type="http://schemas.openxmlformats.org/officeDocument/2006/relationships/customXml" Target="../ink/ink22.xml"/><Relationship Id="rId59" Type="http://schemas.openxmlformats.org/officeDocument/2006/relationships/image" Target="../media/image26.png"/><Relationship Id="rId103" Type="http://schemas.openxmlformats.org/officeDocument/2006/relationships/customXml" Target="../ink/ink55.xml"/><Relationship Id="rId108" Type="http://schemas.openxmlformats.org/officeDocument/2006/relationships/image" Target="../media/image50.png"/><Relationship Id="rId124" Type="http://schemas.openxmlformats.org/officeDocument/2006/relationships/image" Target="../media/image58.png"/><Relationship Id="rId129" Type="http://schemas.openxmlformats.org/officeDocument/2006/relationships/customXml" Target="../ink/ink68.xml"/><Relationship Id="rId54" Type="http://schemas.openxmlformats.org/officeDocument/2006/relationships/customXml" Target="../ink/ink30.xml"/><Relationship Id="rId70" Type="http://schemas.openxmlformats.org/officeDocument/2006/relationships/image" Target="../media/image31.png"/><Relationship Id="rId75" Type="http://schemas.openxmlformats.org/officeDocument/2006/relationships/customXml" Target="../ink/ink41.xml"/><Relationship Id="rId91" Type="http://schemas.openxmlformats.org/officeDocument/2006/relationships/customXml" Target="../ink/ink49.xml"/><Relationship Id="rId96" Type="http://schemas.openxmlformats.org/officeDocument/2006/relationships/image" Target="../media/image44.png"/><Relationship Id="rId14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23" Type="http://schemas.openxmlformats.org/officeDocument/2006/relationships/customXml" Target="../ink/ink14.xml"/><Relationship Id="rId28" Type="http://schemas.openxmlformats.org/officeDocument/2006/relationships/customXml" Target="../ink/ink17.xml"/><Relationship Id="rId49" Type="http://schemas.openxmlformats.org/officeDocument/2006/relationships/image" Target="../media/image21.png"/><Relationship Id="rId114" Type="http://schemas.openxmlformats.org/officeDocument/2006/relationships/image" Target="../media/image53.png"/><Relationship Id="rId119" Type="http://schemas.openxmlformats.org/officeDocument/2006/relationships/customXml" Target="../ink/ink63.xml"/><Relationship Id="rId44" Type="http://schemas.openxmlformats.org/officeDocument/2006/relationships/customXml" Target="../ink/ink25.xml"/><Relationship Id="rId60" Type="http://schemas.openxmlformats.org/officeDocument/2006/relationships/customXml" Target="../ink/ink33.xml"/><Relationship Id="rId65" Type="http://schemas.openxmlformats.org/officeDocument/2006/relationships/customXml" Target="../ink/ink36.xml"/><Relationship Id="rId81" Type="http://schemas.openxmlformats.org/officeDocument/2006/relationships/customXml" Target="../ink/ink44.xml"/><Relationship Id="rId86" Type="http://schemas.openxmlformats.org/officeDocument/2006/relationships/image" Target="../media/image39.png"/><Relationship Id="rId130" Type="http://schemas.openxmlformats.org/officeDocument/2006/relationships/image" Target="../media/image61.png"/><Relationship Id="rId135" Type="http://schemas.openxmlformats.org/officeDocument/2006/relationships/customXml" Target="../ink/ink71.xml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9" Type="http://schemas.openxmlformats.org/officeDocument/2006/relationships/image" Target="../media/image16.png"/><Relationship Id="rId109" Type="http://schemas.openxmlformats.org/officeDocument/2006/relationships/customXml" Target="../ink/ink58.xml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24.png"/><Relationship Id="rId76" Type="http://schemas.openxmlformats.org/officeDocument/2006/relationships/image" Target="../media/image34.png"/><Relationship Id="rId97" Type="http://schemas.openxmlformats.org/officeDocument/2006/relationships/customXml" Target="../ink/ink52.xml"/><Relationship Id="rId104" Type="http://schemas.openxmlformats.org/officeDocument/2006/relationships/image" Target="../media/image48.png"/><Relationship Id="rId120" Type="http://schemas.openxmlformats.org/officeDocument/2006/relationships/image" Target="../media/image56.png"/><Relationship Id="rId125" Type="http://schemas.openxmlformats.org/officeDocument/2006/relationships/customXml" Target="../ink/ink66.xml"/><Relationship Id="rId141" Type="http://schemas.openxmlformats.org/officeDocument/2006/relationships/customXml" Target="../ink/ink74.xml"/><Relationship Id="rId7" Type="http://schemas.openxmlformats.org/officeDocument/2006/relationships/image" Target="../media/image2.png"/><Relationship Id="rId71" Type="http://schemas.openxmlformats.org/officeDocument/2006/relationships/customXml" Target="../ink/ink39.xml"/><Relationship Id="rId92" Type="http://schemas.openxmlformats.org/officeDocument/2006/relationships/image" Target="../media/image42.png"/><Relationship Id="rId2" Type="http://schemas.openxmlformats.org/officeDocument/2006/relationships/customXml" Target="../ink/ink1.xml"/><Relationship Id="rId29" Type="http://schemas.openxmlformats.org/officeDocument/2006/relationships/image" Target="../media/image11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19.png"/><Relationship Id="rId66" Type="http://schemas.openxmlformats.org/officeDocument/2006/relationships/image" Target="../media/image29.png"/><Relationship Id="rId87" Type="http://schemas.openxmlformats.org/officeDocument/2006/relationships/customXml" Target="../ink/ink47.xml"/><Relationship Id="rId110" Type="http://schemas.openxmlformats.org/officeDocument/2006/relationships/image" Target="../media/image51.png"/><Relationship Id="rId115" Type="http://schemas.openxmlformats.org/officeDocument/2006/relationships/customXml" Target="../ink/ink61.xml"/><Relationship Id="rId131" Type="http://schemas.openxmlformats.org/officeDocument/2006/relationships/customXml" Target="../ink/ink69.xml"/><Relationship Id="rId136" Type="http://schemas.openxmlformats.org/officeDocument/2006/relationships/image" Target="../media/image64.png"/><Relationship Id="rId61" Type="http://schemas.openxmlformats.org/officeDocument/2006/relationships/image" Target="../media/image27.png"/><Relationship Id="rId82" Type="http://schemas.openxmlformats.org/officeDocument/2006/relationships/image" Target="../media/image37.png"/><Relationship Id="rId19" Type="http://schemas.openxmlformats.org/officeDocument/2006/relationships/customXml" Target="../ink/ink12.xml"/><Relationship Id="rId14" Type="http://schemas.openxmlformats.org/officeDocument/2006/relationships/image" Target="../media/image5.png"/><Relationship Id="rId30" Type="http://schemas.openxmlformats.org/officeDocument/2006/relationships/customXml" Target="../ink/ink18.xml"/><Relationship Id="rId35" Type="http://schemas.openxmlformats.org/officeDocument/2006/relationships/image" Target="../media/image14.png"/><Relationship Id="rId56" Type="http://schemas.openxmlformats.org/officeDocument/2006/relationships/customXml" Target="../ink/ink31.xml"/><Relationship Id="rId77" Type="http://schemas.openxmlformats.org/officeDocument/2006/relationships/customXml" Target="../ink/ink42.xml"/><Relationship Id="rId100" Type="http://schemas.openxmlformats.org/officeDocument/2006/relationships/image" Target="../media/image46.png"/><Relationship Id="rId105" Type="http://schemas.openxmlformats.org/officeDocument/2006/relationships/customXml" Target="../ink/ink56.xml"/><Relationship Id="rId126" Type="http://schemas.openxmlformats.org/officeDocument/2006/relationships/image" Target="../media/image59.png"/><Relationship Id="rId8" Type="http://schemas.openxmlformats.org/officeDocument/2006/relationships/customXml" Target="../ink/ink5.xml"/><Relationship Id="rId51" Type="http://schemas.openxmlformats.org/officeDocument/2006/relationships/image" Target="../media/image22.png"/><Relationship Id="rId72" Type="http://schemas.openxmlformats.org/officeDocument/2006/relationships/image" Target="../media/image32.png"/><Relationship Id="rId93" Type="http://schemas.openxmlformats.org/officeDocument/2006/relationships/customXml" Target="../ink/ink50.xml"/><Relationship Id="rId98" Type="http://schemas.openxmlformats.org/officeDocument/2006/relationships/image" Target="../media/image45.png"/><Relationship Id="rId121" Type="http://schemas.openxmlformats.org/officeDocument/2006/relationships/customXml" Target="../ink/ink64.xml"/><Relationship Id="rId142" Type="http://schemas.openxmlformats.org/officeDocument/2006/relationships/image" Target="../media/image67.png"/><Relationship Id="rId3" Type="http://schemas.openxmlformats.org/officeDocument/2006/relationships/image" Target="../media/image1.png"/><Relationship Id="rId25" Type="http://schemas.openxmlformats.org/officeDocument/2006/relationships/image" Target="../media/image9.png"/><Relationship Id="rId46" Type="http://schemas.openxmlformats.org/officeDocument/2006/relationships/customXml" Target="../ink/ink26.xml"/><Relationship Id="rId67" Type="http://schemas.openxmlformats.org/officeDocument/2006/relationships/customXml" Target="../ink/ink37.xml"/><Relationship Id="rId116" Type="http://schemas.openxmlformats.org/officeDocument/2006/relationships/image" Target="../media/image54.png"/><Relationship Id="rId137" Type="http://schemas.openxmlformats.org/officeDocument/2006/relationships/customXml" Target="../ink/ink72.xml"/><Relationship Id="rId20" Type="http://schemas.openxmlformats.org/officeDocument/2006/relationships/image" Target="../media/image7.png"/><Relationship Id="rId41" Type="http://schemas.openxmlformats.org/officeDocument/2006/relationships/image" Target="../media/image17.png"/><Relationship Id="rId62" Type="http://schemas.openxmlformats.org/officeDocument/2006/relationships/customXml" Target="../ink/ink34.xml"/><Relationship Id="rId83" Type="http://schemas.openxmlformats.org/officeDocument/2006/relationships/customXml" Target="../ink/ink45.xml"/><Relationship Id="rId88" Type="http://schemas.openxmlformats.org/officeDocument/2006/relationships/image" Target="../media/image40.png"/><Relationship Id="rId111" Type="http://schemas.openxmlformats.org/officeDocument/2006/relationships/customXml" Target="../ink/ink59.xml"/><Relationship Id="rId132" Type="http://schemas.openxmlformats.org/officeDocument/2006/relationships/image" Target="../media/image62.png"/><Relationship Id="rId15" Type="http://schemas.openxmlformats.org/officeDocument/2006/relationships/customXml" Target="../ink/ink9.xml"/><Relationship Id="rId36" Type="http://schemas.openxmlformats.org/officeDocument/2006/relationships/customXml" Target="../ink/ink21.xml"/><Relationship Id="rId57" Type="http://schemas.openxmlformats.org/officeDocument/2006/relationships/image" Target="../media/image25.png"/><Relationship Id="rId106" Type="http://schemas.openxmlformats.org/officeDocument/2006/relationships/image" Target="../media/image49.png"/><Relationship Id="rId127" Type="http://schemas.openxmlformats.org/officeDocument/2006/relationships/customXml" Target="../ink/ink67.xml"/><Relationship Id="rId10" Type="http://schemas.openxmlformats.org/officeDocument/2006/relationships/customXml" Target="../ink/ink6.xml"/><Relationship Id="rId31" Type="http://schemas.openxmlformats.org/officeDocument/2006/relationships/image" Target="../media/image12.png"/><Relationship Id="rId52" Type="http://schemas.openxmlformats.org/officeDocument/2006/relationships/customXml" Target="../ink/ink29.xml"/><Relationship Id="rId73" Type="http://schemas.openxmlformats.org/officeDocument/2006/relationships/customXml" Target="../ink/ink40.xml"/><Relationship Id="rId78" Type="http://schemas.openxmlformats.org/officeDocument/2006/relationships/image" Target="../media/image35.png"/><Relationship Id="rId94" Type="http://schemas.openxmlformats.org/officeDocument/2006/relationships/image" Target="../media/image43.png"/><Relationship Id="rId99" Type="http://schemas.openxmlformats.org/officeDocument/2006/relationships/customXml" Target="../ink/ink53.xml"/><Relationship Id="rId101" Type="http://schemas.openxmlformats.org/officeDocument/2006/relationships/customXml" Target="../ink/ink54.xml"/><Relationship Id="rId122" Type="http://schemas.openxmlformats.org/officeDocument/2006/relationships/image" Target="../media/image57.png"/><Relationship Id="rId4" Type="http://schemas.openxmlformats.org/officeDocument/2006/relationships/customXml" Target="../ink/ink2.xml"/><Relationship Id="rId9" Type="http://schemas.openxmlformats.org/officeDocument/2006/relationships/image" Target="../media/image3.png"/><Relationship Id="rId26" Type="http://schemas.openxmlformats.org/officeDocument/2006/relationships/customXml" Target="../ink/ink16.xml"/><Relationship Id="rId47" Type="http://schemas.openxmlformats.org/officeDocument/2006/relationships/image" Target="../media/image20.png"/><Relationship Id="rId68" Type="http://schemas.openxmlformats.org/officeDocument/2006/relationships/image" Target="../media/image30.png"/><Relationship Id="rId89" Type="http://schemas.openxmlformats.org/officeDocument/2006/relationships/customXml" Target="../ink/ink48.xml"/><Relationship Id="rId112" Type="http://schemas.openxmlformats.org/officeDocument/2006/relationships/image" Target="../media/image52.png"/><Relationship Id="rId133" Type="http://schemas.openxmlformats.org/officeDocument/2006/relationships/customXml" Target="../ink/ink70.xml"/><Relationship Id="rId16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.xml"/><Relationship Id="rId117" Type="http://schemas.openxmlformats.org/officeDocument/2006/relationships/image" Target="../media/image125.png"/><Relationship Id="rId21" Type="http://schemas.openxmlformats.org/officeDocument/2006/relationships/image" Target="../media/image77.png"/><Relationship Id="rId42" Type="http://schemas.openxmlformats.org/officeDocument/2006/relationships/customXml" Target="../ink/ink95.xml"/><Relationship Id="rId47" Type="http://schemas.openxmlformats.org/officeDocument/2006/relationships/image" Target="../media/image90.png"/><Relationship Id="rId63" Type="http://schemas.openxmlformats.org/officeDocument/2006/relationships/image" Target="../media/image98.png"/><Relationship Id="rId68" Type="http://schemas.openxmlformats.org/officeDocument/2006/relationships/customXml" Target="../ink/ink108.xml"/><Relationship Id="rId84" Type="http://schemas.openxmlformats.org/officeDocument/2006/relationships/customXml" Target="../ink/ink116.xml"/><Relationship Id="rId89" Type="http://schemas.openxmlformats.org/officeDocument/2006/relationships/image" Target="../media/image111.png"/><Relationship Id="rId112" Type="http://schemas.openxmlformats.org/officeDocument/2006/relationships/customXml" Target="../ink/ink130.xml"/><Relationship Id="rId16" Type="http://schemas.openxmlformats.org/officeDocument/2006/relationships/customXml" Target="../ink/ink82.xml"/><Relationship Id="rId107" Type="http://schemas.openxmlformats.org/officeDocument/2006/relationships/image" Target="../media/image120.png"/><Relationship Id="rId11" Type="http://schemas.openxmlformats.org/officeDocument/2006/relationships/image" Target="../media/image72.png"/><Relationship Id="rId32" Type="http://schemas.openxmlformats.org/officeDocument/2006/relationships/customXml" Target="../ink/ink90.xml"/><Relationship Id="rId37" Type="http://schemas.openxmlformats.org/officeDocument/2006/relationships/image" Target="../media/image85.png"/><Relationship Id="rId53" Type="http://schemas.openxmlformats.org/officeDocument/2006/relationships/image" Target="../media/image93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106.png"/><Relationship Id="rId102" Type="http://schemas.openxmlformats.org/officeDocument/2006/relationships/customXml" Target="../ink/ink125.xml"/><Relationship Id="rId5" Type="http://schemas.openxmlformats.org/officeDocument/2006/relationships/image" Target="../media/image69.png"/><Relationship Id="rId90" Type="http://schemas.openxmlformats.org/officeDocument/2006/relationships/customXml" Target="../ink/ink119.xml"/><Relationship Id="rId95" Type="http://schemas.openxmlformats.org/officeDocument/2006/relationships/image" Target="../media/image114.png"/><Relationship Id="rId22" Type="http://schemas.openxmlformats.org/officeDocument/2006/relationships/customXml" Target="../ink/ink85.xml"/><Relationship Id="rId27" Type="http://schemas.openxmlformats.org/officeDocument/2006/relationships/image" Target="../media/image80.png"/><Relationship Id="rId43" Type="http://schemas.openxmlformats.org/officeDocument/2006/relationships/image" Target="../media/image88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101.png"/><Relationship Id="rId113" Type="http://schemas.openxmlformats.org/officeDocument/2006/relationships/image" Target="../media/image123.png"/><Relationship Id="rId80" Type="http://schemas.openxmlformats.org/officeDocument/2006/relationships/customXml" Target="../ink/ink114.xml"/><Relationship Id="rId85" Type="http://schemas.openxmlformats.org/officeDocument/2006/relationships/image" Target="../media/image109.png"/><Relationship Id="rId12" Type="http://schemas.openxmlformats.org/officeDocument/2006/relationships/customXml" Target="../ink/ink80.xml"/><Relationship Id="rId17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customXml" Target="../ink/ink93.xml"/><Relationship Id="rId59" Type="http://schemas.openxmlformats.org/officeDocument/2006/relationships/image" Target="../media/image96.png"/><Relationship Id="rId103" Type="http://schemas.openxmlformats.org/officeDocument/2006/relationships/image" Target="../media/image118.png"/><Relationship Id="rId108" Type="http://schemas.openxmlformats.org/officeDocument/2006/relationships/customXml" Target="../ink/ink128.xml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104.png"/><Relationship Id="rId91" Type="http://schemas.openxmlformats.org/officeDocument/2006/relationships/image" Target="../media/image112.png"/><Relationship Id="rId96" Type="http://schemas.openxmlformats.org/officeDocument/2006/relationships/customXml" Target="../ink/ink1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23" Type="http://schemas.openxmlformats.org/officeDocument/2006/relationships/image" Target="../media/image78.png"/><Relationship Id="rId28" Type="http://schemas.openxmlformats.org/officeDocument/2006/relationships/customXml" Target="../ink/ink88.xml"/><Relationship Id="rId49" Type="http://schemas.openxmlformats.org/officeDocument/2006/relationships/image" Target="../media/image91.png"/><Relationship Id="rId114" Type="http://schemas.openxmlformats.org/officeDocument/2006/relationships/customXml" Target="../ink/ink131.xml"/><Relationship Id="rId10" Type="http://schemas.openxmlformats.org/officeDocument/2006/relationships/customXml" Target="../ink/ink79.xml"/><Relationship Id="rId31" Type="http://schemas.openxmlformats.org/officeDocument/2006/relationships/image" Target="../media/image82.png"/><Relationship Id="rId44" Type="http://schemas.openxmlformats.org/officeDocument/2006/relationships/customXml" Target="../ink/ink96.xml"/><Relationship Id="rId52" Type="http://schemas.openxmlformats.org/officeDocument/2006/relationships/customXml" Target="../ink/ink100.xml"/><Relationship Id="rId60" Type="http://schemas.openxmlformats.org/officeDocument/2006/relationships/customXml" Target="../ink/ink104.xml"/><Relationship Id="rId65" Type="http://schemas.openxmlformats.org/officeDocument/2006/relationships/image" Target="../media/image99.png"/><Relationship Id="rId73" Type="http://schemas.openxmlformats.org/officeDocument/2006/relationships/image" Target="../media/image103.png"/><Relationship Id="rId78" Type="http://schemas.openxmlformats.org/officeDocument/2006/relationships/customXml" Target="../ink/ink113.xml"/><Relationship Id="rId81" Type="http://schemas.openxmlformats.org/officeDocument/2006/relationships/image" Target="../media/image107.png"/><Relationship Id="rId86" Type="http://schemas.openxmlformats.org/officeDocument/2006/relationships/customXml" Target="../ink/ink117.xml"/><Relationship Id="rId94" Type="http://schemas.openxmlformats.org/officeDocument/2006/relationships/customXml" Target="../ink/ink121.xml"/><Relationship Id="rId99" Type="http://schemas.openxmlformats.org/officeDocument/2006/relationships/image" Target="../media/image116.png"/><Relationship Id="rId101" Type="http://schemas.openxmlformats.org/officeDocument/2006/relationships/image" Target="../media/image117.png"/><Relationship Id="rId4" Type="http://schemas.openxmlformats.org/officeDocument/2006/relationships/customXml" Target="../ink/ink76.xml"/><Relationship Id="rId9" Type="http://schemas.openxmlformats.org/officeDocument/2006/relationships/image" Target="../media/image71.png"/><Relationship Id="rId13" Type="http://schemas.openxmlformats.org/officeDocument/2006/relationships/image" Target="../media/image73.png"/><Relationship Id="rId18" Type="http://schemas.openxmlformats.org/officeDocument/2006/relationships/customXml" Target="../ink/ink83.xml"/><Relationship Id="rId39" Type="http://schemas.openxmlformats.org/officeDocument/2006/relationships/image" Target="../media/image86.png"/><Relationship Id="rId109" Type="http://schemas.openxmlformats.org/officeDocument/2006/relationships/image" Target="../media/image121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94.png"/><Relationship Id="rId76" Type="http://schemas.openxmlformats.org/officeDocument/2006/relationships/customXml" Target="../ink/ink112.xml"/><Relationship Id="rId97" Type="http://schemas.openxmlformats.org/officeDocument/2006/relationships/image" Target="../media/image115.png"/><Relationship Id="rId104" Type="http://schemas.openxmlformats.org/officeDocument/2006/relationships/customXml" Target="../ink/ink126.xml"/><Relationship Id="rId7" Type="http://schemas.openxmlformats.org/officeDocument/2006/relationships/image" Target="../media/image70.png"/><Relationship Id="rId71" Type="http://schemas.openxmlformats.org/officeDocument/2006/relationships/image" Target="../media/image102.png"/><Relationship Id="rId92" Type="http://schemas.openxmlformats.org/officeDocument/2006/relationships/customXml" Target="../ink/ink120.xml"/><Relationship Id="rId2" Type="http://schemas.openxmlformats.org/officeDocument/2006/relationships/customXml" Target="../ink/ink75.xml"/><Relationship Id="rId29" Type="http://schemas.openxmlformats.org/officeDocument/2006/relationships/image" Target="../media/image81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89.png"/><Relationship Id="rId66" Type="http://schemas.openxmlformats.org/officeDocument/2006/relationships/customXml" Target="../ink/ink107.xml"/><Relationship Id="rId87" Type="http://schemas.openxmlformats.org/officeDocument/2006/relationships/image" Target="../media/image110.png"/><Relationship Id="rId110" Type="http://schemas.openxmlformats.org/officeDocument/2006/relationships/customXml" Target="../ink/ink129.xml"/><Relationship Id="rId115" Type="http://schemas.openxmlformats.org/officeDocument/2006/relationships/image" Target="../media/image124.png"/><Relationship Id="rId61" Type="http://schemas.openxmlformats.org/officeDocument/2006/relationships/image" Target="../media/image97.png"/><Relationship Id="rId82" Type="http://schemas.openxmlformats.org/officeDocument/2006/relationships/customXml" Target="../ink/ink115.xml"/><Relationship Id="rId19" Type="http://schemas.openxmlformats.org/officeDocument/2006/relationships/image" Target="../media/image76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84.png"/><Relationship Id="rId56" Type="http://schemas.openxmlformats.org/officeDocument/2006/relationships/customXml" Target="../ink/ink102.xml"/><Relationship Id="rId77" Type="http://schemas.openxmlformats.org/officeDocument/2006/relationships/image" Target="../media/image105.png"/><Relationship Id="rId100" Type="http://schemas.openxmlformats.org/officeDocument/2006/relationships/customXml" Target="../ink/ink124.xml"/><Relationship Id="rId105" Type="http://schemas.openxmlformats.org/officeDocument/2006/relationships/image" Target="../media/image119.png"/><Relationship Id="rId8" Type="http://schemas.openxmlformats.org/officeDocument/2006/relationships/customXml" Target="../ink/ink78.xml"/><Relationship Id="rId51" Type="http://schemas.openxmlformats.org/officeDocument/2006/relationships/image" Target="../media/image92.png"/><Relationship Id="rId72" Type="http://schemas.openxmlformats.org/officeDocument/2006/relationships/customXml" Target="../ink/ink110.xml"/><Relationship Id="rId93" Type="http://schemas.openxmlformats.org/officeDocument/2006/relationships/image" Target="../media/image113.png"/><Relationship Id="rId98" Type="http://schemas.openxmlformats.org/officeDocument/2006/relationships/customXml" Target="../ink/ink123.xml"/><Relationship Id="rId3" Type="http://schemas.openxmlformats.org/officeDocument/2006/relationships/image" Target="../media/image68.png"/><Relationship Id="rId25" Type="http://schemas.openxmlformats.org/officeDocument/2006/relationships/image" Target="../media/image79.png"/><Relationship Id="rId46" Type="http://schemas.openxmlformats.org/officeDocument/2006/relationships/customXml" Target="../ink/ink97.xml"/><Relationship Id="rId67" Type="http://schemas.openxmlformats.org/officeDocument/2006/relationships/image" Target="../media/image100.png"/><Relationship Id="rId116" Type="http://schemas.openxmlformats.org/officeDocument/2006/relationships/customXml" Target="../ink/ink132.xml"/><Relationship Id="rId20" Type="http://schemas.openxmlformats.org/officeDocument/2006/relationships/customXml" Target="../ink/ink84.xml"/><Relationship Id="rId41" Type="http://schemas.openxmlformats.org/officeDocument/2006/relationships/image" Target="../media/image87.png"/><Relationship Id="rId62" Type="http://schemas.openxmlformats.org/officeDocument/2006/relationships/customXml" Target="../ink/ink105.xml"/><Relationship Id="rId83" Type="http://schemas.openxmlformats.org/officeDocument/2006/relationships/image" Target="../media/image108.png"/><Relationship Id="rId88" Type="http://schemas.openxmlformats.org/officeDocument/2006/relationships/customXml" Target="../ink/ink118.xml"/><Relationship Id="rId111" Type="http://schemas.openxmlformats.org/officeDocument/2006/relationships/image" Target="../media/image122.png"/><Relationship Id="rId15" Type="http://schemas.openxmlformats.org/officeDocument/2006/relationships/image" Target="../media/image74.png"/><Relationship Id="rId36" Type="http://schemas.openxmlformats.org/officeDocument/2006/relationships/customXml" Target="../ink/ink92.xml"/><Relationship Id="rId57" Type="http://schemas.openxmlformats.org/officeDocument/2006/relationships/image" Target="../media/image95.png"/><Relationship Id="rId106" Type="http://schemas.openxmlformats.org/officeDocument/2006/relationships/customXml" Target="../ink/ink12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5.xml"/><Relationship Id="rId21" Type="http://schemas.openxmlformats.org/officeDocument/2006/relationships/image" Target="../media/image135.png"/><Relationship Id="rId42" Type="http://schemas.openxmlformats.org/officeDocument/2006/relationships/customXml" Target="../ink/ink153.xml"/><Relationship Id="rId47" Type="http://schemas.openxmlformats.org/officeDocument/2006/relationships/image" Target="../media/image148.png"/><Relationship Id="rId63" Type="http://schemas.openxmlformats.org/officeDocument/2006/relationships/image" Target="../media/image156.png"/><Relationship Id="rId68" Type="http://schemas.openxmlformats.org/officeDocument/2006/relationships/customXml" Target="../ink/ink166.xml"/><Relationship Id="rId84" Type="http://schemas.openxmlformats.org/officeDocument/2006/relationships/customXml" Target="../ink/ink174.xml"/><Relationship Id="rId89" Type="http://schemas.openxmlformats.org/officeDocument/2006/relationships/image" Target="../media/image168.png"/><Relationship Id="rId16" Type="http://schemas.openxmlformats.org/officeDocument/2006/relationships/customXml" Target="../ink/ink140.xml"/><Relationship Id="rId11" Type="http://schemas.openxmlformats.org/officeDocument/2006/relationships/image" Target="../media/image130.png"/><Relationship Id="rId32" Type="http://schemas.openxmlformats.org/officeDocument/2006/relationships/customXml" Target="../ink/ink148.xml"/><Relationship Id="rId37" Type="http://schemas.openxmlformats.org/officeDocument/2006/relationships/image" Target="../media/image143.png"/><Relationship Id="rId53" Type="http://schemas.openxmlformats.org/officeDocument/2006/relationships/image" Target="../media/image151.png"/><Relationship Id="rId58" Type="http://schemas.openxmlformats.org/officeDocument/2006/relationships/customXml" Target="../ink/ink161.xml"/><Relationship Id="rId74" Type="http://schemas.openxmlformats.org/officeDocument/2006/relationships/customXml" Target="../ink/ink169.xml"/><Relationship Id="rId79" Type="http://schemas.openxmlformats.org/officeDocument/2006/relationships/image" Target="../media/image163.png"/><Relationship Id="rId102" Type="http://schemas.openxmlformats.org/officeDocument/2006/relationships/customXml" Target="../ink/ink183.xml"/><Relationship Id="rId5" Type="http://schemas.openxmlformats.org/officeDocument/2006/relationships/image" Target="../media/image127.png"/><Relationship Id="rId90" Type="http://schemas.openxmlformats.org/officeDocument/2006/relationships/customXml" Target="../ink/ink177.xml"/><Relationship Id="rId95" Type="http://schemas.openxmlformats.org/officeDocument/2006/relationships/image" Target="../media/image171.png"/><Relationship Id="rId22" Type="http://schemas.openxmlformats.org/officeDocument/2006/relationships/customXml" Target="../ink/ink143.xml"/><Relationship Id="rId27" Type="http://schemas.openxmlformats.org/officeDocument/2006/relationships/image" Target="../media/image138.png"/><Relationship Id="rId43" Type="http://schemas.openxmlformats.org/officeDocument/2006/relationships/image" Target="../media/image146.png"/><Relationship Id="rId48" Type="http://schemas.openxmlformats.org/officeDocument/2006/relationships/customXml" Target="../ink/ink156.xml"/><Relationship Id="rId64" Type="http://schemas.openxmlformats.org/officeDocument/2006/relationships/customXml" Target="../ink/ink164.xml"/><Relationship Id="rId69" Type="http://schemas.openxmlformats.org/officeDocument/2006/relationships/image" Target="../media/image159.png"/><Relationship Id="rId80" Type="http://schemas.openxmlformats.org/officeDocument/2006/relationships/customXml" Target="../ink/ink172.xml"/><Relationship Id="rId85" Type="http://schemas.openxmlformats.org/officeDocument/2006/relationships/image" Target="../media/image166.png"/><Relationship Id="rId12" Type="http://schemas.openxmlformats.org/officeDocument/2006/relationships/customXml" Target="../ink/ink138.xml"/><Relationship Id="rId17" Type="http://schemas.openxmlformats.org/officeDocument/2006/relationships/image" Target="../media/image133.png"/><Relationship Id="rId33" Type="http://schemas.openxmlformats.org/officeDocument/2006/relationships/image" Target="../media/image141.png"/><Relationship Id="rId38" Type="http://schemas.openxmlformats.org/officeDocument/2006/relationships/customXml" Target="../ink/ink151.xml"/><Relationship Id="rId59" Type="http://schemas.openxmlformats.org/officeDocument/2006/relationships/image" Target="../media/image154.png"/><Relationship Id="rId103" Type="http://schemas.openxmlformats.org/officeDocument/2006/relationships/image" Target="../media/image175.png"/><Relationship Id="rId20" Type="http://schemas.openxmlformats.org/officeDocument/2006/relationships/customXml" Target="../ink/ink142.xml"/><Relationship Id="rId41" Type="http://schemas.openxmlformats.org/officeDocument/2006/relationships/image" Target="../media/image145.png"/><Relationship Id="rId54" Type="http://schemas.openxmlformats.org/officeDocument/2006/relationships/customXml" Target="../ink/ink159.xml"/><Relationship Id="rId62" Type="http://schemas.openxmlformats.org/officeDocument/2006/relationships/customXml" Target="../ink/ink163.xml"/><Relationship Id="rId70" Type="http://schemas.openxmlformats.org/officeDocument/2006/relationships/customXml" Target="../ink/ink167.xml"/><Relationship Id="rId75" Type="http://schemas.openxmlformats.org/officeDocument/2006/relationships/image" Target="../media/image87.png"/><Relationship Id="rId83" Type="http://schemas.openxmlformats.org/officeDocument/2006/relationships/image" Target="../media/image165.png"/><Relationship Id="rId88" Type="http://schemas.openxmlformats.org/officeDocument/2006/relationships/customXml" Target="../ink/ink176.xml"/><Relationship Id="rId91" Type="http://schemas.openxmlformats.org/officeDocument/2006/relationships/image" Target="../media/image169.png"/><Relationship Id="rId96" Type="http://schemas.openxmlformats.org/officeDocument/2006/relationships/customXml" Target="../ink/ink1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5.xml"/><Relationship Id="rId15" Type="http://schemas.openxmlformats.org/officeDocument/2006/relationships/image" Target="../media/image132.png"/><Relationship Id="rId23" Type="http://schemas.openxmlformats.org/officeDocument/2006/relationships/image" Target="../media/image136.png"/><Relationship Id="rId28" Type="http://schemas.openxmlformats.org/officeDocument/2006/relationships/customXml" Target="../ink/ink146.xml"/><Relationship Id="rId36" Type="http://schemas.openxmlformats.org/officeDocument/2006/relationships/customXml" Target="../ink/ink150.xml"/><Relationship Id="rId49" Type="http://schemas.openxmlformats.org/officeDocument/2006/relationships/image" Target="../media/image149.png"/><Relationship Id="rId57" Type="http://schemas.openxmlformats.org/officeDocument/2006/relationships/image" Target="../media/image153.png"/><Relationship Id="rId10" Type="http://schemas.openxmlformats.org/officeDocument/2006/relationships/customXml" Target="../ink/ink137.xml"/><Relationship Id="rId31" Type="http://schemas.openxmlformats.org/officeDocument/2006/relationships/image" Target="../media/image140.png"/><Relationship Id="rId44" Type="http://schemas.openxmlformats.org/officeDocument/2006/relationships/customXml" Target="../ink/ink154.xml"/><Relationship Id="rId52" Type="http://schemas.openxmlformats.org/officeDocument/2006/relationships/customXml" Target="../ink/ink158.xml"/><Relationship Id="rId60" Type="http://schemas.openxmlformats.org/officeDocument/2006/relationships/customXml" Target="../ink/ink162.xml"/><Relationship Id="rId65" Type="http://schemas.openxmlformats.org/officeDocument/2006/relationships/image" Target="../media/image157.png"/><Relationship Id="rId73" Type="http://schemas.openxmlformats.org/officeDocument/2006/relationships/image" Target="../media/image161.png"/><Relationship Id="rId78" Type="http://schemas.openxmlformats.org/officeDocument/2006/relationships/customXml" Target="../ink/ink171.xml"/><Relationship Id="rId81" Type="http://schemas.openxmlformats.org/officeDocument/2006/relationships/image" Target="../media/image164.png"/><Relationship Id="rId86" Type="http://schemas.openxmlformats.org/officeDocument/2006/relationships/customXml" Target="../ink/ink175.xml"/><Relationship Id="rId94" Type="http://schemas.openxmlformats.org/officeDocument/2006/relationships/customXml" Target="../ink/ink179.xml"/><Relationship Id="rId99" Type="http://schemas.openxmlformats.org/officeDocument/2006/relationships/image" Target="../media/image173.png"/><Relationship Id="rId101" Type="http://schemas.openxmlformats.org/officeDocument/2006/relationships/image" Target="../media/image174.png"/><Relationship Id="rId4" Type="http://schemas.openxmlformats.org/officeDocument/2006/relationships/customXml" Target="../ink/ink134.xml"/><Relationship Id="rId9" Type="http://schemas.openxmlformats.org/officeDocument/2006/relationships/image" Target="../media/image129.png"/><Relationship Id="rId13" Type="http://schemas.openxmlformats.org/officeDocument/2006/relationships/image" Target="../media/image131.png"/><Relationship Id="rId18" Type="http://schemas.openxmlformats.org/officeDocument/2006/relationships/customXml" Target="../ink/ink141.xml"/><Relationship Id="rId39" Type="http://schemas.openxmlformats.org/officeDocument/2006/relationships/image" Target="../media/image144.png"/><Relationship Id="rId34" Type="http://schemas.openxmlformats.org/officeDocument/2006/relationships/customXml" Target="../ink/ink149.xml"/><Relationship Id="rId50" Type="http://schemas.openxmlformats.org/officeDocument/2006/relationships/customXml" Target="../ink/ink157.xml"/><Relationship Id="rId55" Type="http://schemas.openxmlformats.org/officeDocument/2006/relationships/image" Target="../media/image152.png"/><Relationship Id="rId76" Type="http://schemas.openxmlformats.org/officeDocument/2006/relationships/customXml" Target="../ink/ink170.xml"/><Relationship Id="rId97" Type="http://schemas.openxmlformats.org/officeDocument/2006/relationships/image" Target="../media/image172.png"/><Relationship Id="rId104" Type="http://schemas.openxmlformats.org/officeDocument/2006/relationships/customXml" Target="../ink/ink184.xml"/><Relationship Id="rId7" Type="http://schemas.openxmlformats.org/officeDocument/2006/relationships/image" Target="../media/image128.png"/><Relationship Id="rId71" Type="http://schemas.openxmlformats.org/officeDocument/2006/relationships/image" Target="../media/image160.png"/><Relationship Id="rId92" Type="http://schemas.openxmlformats.org/officeDocument/2006/relationships/customXml" Target="../ink/ink178.xml"/><Relationship Id="rId2" Type="http://schemas.openxmlformats.org/officeDocument/2006/relationships/customXml" Target="../ink/ink133.xml"/><Relationship Id="rId29" Type="http://schemas.openxmlformats.org/officeDocument/2006/relationships/image" Target="../media/image139.png"/><Relationship Id="rId24" Type="http://schemas.openxmlformats.org/officeDocument/2006/relationships/customXml" Target="../ink/ink144.xml"/><Relationship Id="rId40" Type="http://schemas.openxmlformats.org/officeDocument/2006/relationships/customXml" Target="../ink/ink152.xml"/><Relationship Id="rId45" Type="http://schemas.openxmlformats.org/officeDocument/2006/relationships/image" Target="../media/image147.png"/><Relationship Id="rId66" Type="http://schemas.openxmlformats.org/officeDocument/2006/relationships/customXml" Target="../ink/ink165.xml"/><Relationship Id="rId87" Type="http://schemas.openxmlformats.org/officeDocument/2006/relationships/image" Target="../media/image167.png"/><Relationship Id="rId61" Type="http://schemas.openxmlformats.org/officeDocument/2006/relationships/image" Target="../media/image155.png"/><Relationship Id="rId82" Type="http://schemas.openxmlformats.org/officeDocument/2006/relationships/customXml" Target="../ink/ink173.xml"/><Relationship Id="rId19" Type="http://schemas.openxmlformats.org/officeDocument/2006/relationships/image" Target="../media/image134.png"/><Relationship Id="rId14" Type="http://schemas.openxmlformats.org/officeDocument/2006/relationships/customXml" Target="../ink/ink139.xml"/><Relationship Id="rId30" Type="http://schemas.openxmlformats.org/officeDocument/2006/relationships/customXml" Target="../ink/ink147.xml"/><Relationship Id="rId35" Type="http://schemas.openxmlformats.org/officeDocument/2006/relationships/image" Target="../media/image142.png"/><Relationship Id="rId56" Type="http://schemas.openxmlformats.org/officeDocument/2006/relationships/customXml" Target="../ink/ink160.xml"/><Relationship Id="rId77" Type="http://schemas.openxmlformats.org/officeDocument/2006/relationships/image" Target="../media/image162.png"/><Relationship Id="rId100" Type="http://schemas.openxmlformats.org/officeDocument/2006/relationships/customXml" Target="../ink/ink182.xml"/><Relationship Id="rId105" Type="http://schemas.openxmlformats.org/officeDocument/2006/relationships/image" Target="../media/image176.png"/><Relationship Id="rId8" Type="http://schemas.openxmlformats.org/officeDocument/2006/relationships/customXml" Target="../ink/ink136.xml"/><Relationship Id="rId51" Type="http://schemas.openxmlformats.org/officeDocument/2006/relationships/image" Target="../media/image150.png"/><Relationship Id="rId72" Type="http://schemas.openxmlformats.org/officeDocument/2006/relationships/customXml" Target="../ink/ink168.xml"/><Relationship Id="rId93" Type="http://schemas.openxmlformats.org/officeDocument/2006/relationships/image" Target="../media/image170.png"/><Relationship Id="rId98" Type="http://schemas.openxmlformats.org/officeDocument/2006/relationships/customXml" Target="../ink/ink181.xml"/><Relationship Id="rId3" Type="http://schemas.openxmlformats.org/officeDocument/2006/relationships/image" Target="../media/image126.png"/><Relationship Id="rId25" Type="http://schemas.openxmlformats.org/officeDocument/2006/relationships/image" Target="../media/image137.png"/><Relationship Id="rId46" Type="http://schemas.openxmlformats.org/officeDocument/2006/relationships/customXml" Target="../ink/ink155.xml"/><Relationship Id="rId67" Type="http://schemas.openxmlformats.org/officeDocument/2006/relationships/image" Target="../media/image15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4.png"/><Relationship Id="rId21" Type="http://schemas.openxmlformats.org/officeDocument/2006/relationships/image" Target="../media/image186.png"/><Relationship Id="rId42" Type="http://schemas.openxmlformats.org/officeDocument/2006/relationships/customXml" Target="../ink/ink205.xml"/><Relationship Id="rId63" Type="http://schemas.openxmlformats.org/officeDocument/2006/relationships/image" Target="../media/image207.png"/><Relationship Id="rId84" Type="http://schemas.openxmlformats.org/officeDocument/2006/relationships/customXml" Target="../ink/ink226.xml"/><Relationship Id="rId138" Type="http://schemas.openxmlformats.org/officeDocument/2006/relationships/customXml" Target="../ink/ink253.xml"/><Relationship Id="rId159" Type="http://schemas.openxmlformats.org/officeDocument/2006/relationships/image" Target="../media/image255.png"/><Relationship Id="rId170" Type="http://schemas.openxmlformats.org/officeDocument/2006/relationships/customXml" Target="../ink/ink269.xml"/><Relationship Id="rId191" Type="http://schemas.openxmlformats.org/officeDocument/2006/relationships/image" Target="../media/image271.png"/><Relationship Id="rId205" Type="http://schemas.openxmlformats.org/officeDocument/2006/relationships/image" Target="../media/image278.png"/><Relationship Id="rId226" Type="http://schemas.openxmlformats.org/officeDocument/2006/relationships/customXml" Target="../ink/ink297.xml"/><Relationship Id="rId107" Type="http://schemas.openxmlformats.org/officeDocument/2006/relationships/image" Target="../media/image229.png"/><Relationship Id="rId11" Type="http://schemas.openxmlformats.org/officeDocument/2006/relationships/image" Target="../media/image181.png"/><Relationship Id="rId32" Type="http://schemas.openxmlformats.org/officeDocument/2006/relationships/customXml" Target="../ink/ink200.xml"/><Relationship Id="rId53" Type="http://schemas.openxmlformats.org/officeDocument/2006/relationships/image" Target="../media/image202.png"/><Relationship Id="rId74" Type="http://schemas.openxmlformats.org/officeDocument/2006/relationships/customXml" Target="../ink/ink221.xml"/><Relationship Id="rId128" Type="http://schemas.openxmlformats.org/officeDocument/2006/relationships/customXml" Target="../ink/ink248.xml"/><Relationship Id="rId149" Type="http://schemas.openxmlformats.org/officeDocument/2006/relationships/image" Target="../media/image250.png"/><Relationship Id="rId5" Type="http://schemas.openxmlformats.org/officeDocument/2006/relationships/image" Target="../media/image178.png"/><Relationship Id="rId95" Type="http://schemas.openxmlformats.org/officeDocument/2006/relationships/image" Target="../media/image223.png"/><Relationship Id="rId160" Type="http://schemas.openxmlformats.org/officeDocument/2006/relationships/customXml" Target="../ink/ink264.xml"/><Relationship Id="rId181" Type="http://schemas.openxmlformats.org/officeDocument/2006/relationships/image" Target="../media/image266.png"/><Relationship Id="rId216" Type="http://schemas.openxmlformats.org/officeDocument/2006/relationships/customXml" Target="../ink/ink292.xml"/><Relationship Id="rId237" Type="http://schemas.openxmlformats.org/officeDocument/2006/relationships/image" Target="../media/image294.png"/><Relationship Id="rId22" Type="http://schemas.openxmlformats.org/officeDocument/2006/relationships/customXml" Target="../ink/ink195.xml"/><Relationship Id="rId43" Type="http://schemas.openxmlformats.org/officeDocument/2006/relationships/image" Target="../media/image197.png"/><Relationship Id="rId64" Type="http://schemas.openxmlformats.org/officeDocument/2006/relationships/customXml" Target="../ink/ink216.xml"/><Relationship Id="rId118" Type="http://schemas.openxmlformats.org/officeDocument/2006/relationships/customXml" Target="../ink/ink243.xml"/><Relationship Id="rId139" Type="http://schemas.openxmlformats.org/officeDocument/2006/relationships/image" Target="../media/image245.png"/><Relationship Id="rId85" Type="http://schemas.openxmlformats.org/officeDocument/2006/relationships/image" Target="../media/image218.png"/><Relationship Id="rId150" Type="http://schemas.openxmlformats.org/officeDocument/2006/relationships/customXml" Target="../ink/ink259.xml"/><Relationship Id="rId171" Type="http://schemas.openxmlformats.org/officeDocument/2006/relationships/image" Target="../media/image261.png"/><Relationship Id="rId192" Type="http://schemas.openxmlformats.org/officeDocument/2006/relationships/customXml" Target="../ink/ink280.xml"/><Relationship Id="rId206" Type="http://schemas.openxmlformats.org/officeDocument/2006/relationships/customXml" Target="../ink/ink287.xml"/><Relationship Id="rId227" Type="http://schemas.openxmlformats.org/officeDocument/2006/relationships/image" Target="../media/image289.png"/><Relationship Id="rId12" Type="http://schemas.openxmlformats.org/officeDocument/2006/relationships/customXml" Target="../ink/ink190.xml"/><Relationship Id="rId33" Type="http://schemas.openxmlformats.org/officeDocument/2006/relationships/image" Target="../media/image192.png"/><Relationship Id="rId108" Type="http://schemas.openxmlformats.org/officeDocument/2006/relationships/customXml" Target="../ink/ink238.xml"/><Relationship Id="rId129" Type="http://schemas.openxmlformats.org/officeDocument/2006/relationships/image" Target="../media/image240.png"/><Relationship Id="rId54" Type="http://schemas.openxmlformats.org/officeDocument/2006/relationships/customXml" Target="../ink/ink211.xml"/><Relationship Id="rId75" Type="http://schemas.openxmlformats.org/officeDocument/2006/relationships/image" Target="../media/image213.png"/><Relationship Id="rId96" Type="http://schemas.openxmlformats.org/officeDocument/2006/relationships/customXml" Target="../ink/ink232.xml"/><Relationship Id="rId140" Type="http://schemas.openxmlformats.org/officeDocument/2006/relationships/customXml" Target="../ink/ink254.xml"/><Relationship Id="rId161" Type="http://schemas.openxmlformats.org/officeDocument/2006/relationships/image" Target="../media/image256.png"/><Relationship Id="rId182" Type="http://schemas.openxmlformats.org/officeDocument/2006/relationships/customXml" Target="../ink/ink275.xml"/><Relationship Id="rId217" Type="http://schemas.openxmlformats.org/officeDocument/2006/relationships/image" Target="../media/image284.png"/><Relationship Id="rId6" Type="http://schemas.openxmlformats.org/officeDocument/2006/relationships/customXml" Target="../ink/ink187.xml"/><Relationship Id="rId238" Type="http://schemas.openxmlformats.org/officeDocument/2006/relationships/customXml" Target="../ink/ink303.xml"/><Relationship Id="rId23" Type="http://schemas.openxmlformats.org/officeDocument/2006/relationships/image" Target="../media/image187.png"/><Relationship Id="rId119" Type="http://schemas.openxmlformats.org/officeDocument/2006/relationships/image" Target="../media/image235.png"/><Relationship Id="rId44" Type="http://schemas.openxmlformats.org/officeDocument/2006/relationships/customXml" Target="../ink/ink206.xml"/><Relationship Id="rId65" Type="http://schemas.openxmlformats.org/officeDocument/2006/relationships/image" Target="../media/image208.png"/><Relationship Id="rId86" Type="http://schemas.openxmlformats.org/officeDocument/2006/relationships/customXml" Target="../ink/ink227.xml"/><Relationship Id="rId130" Type="http://schemas.openxmlformats.org/officeDocument/2006/relationships/customXml" Target="../ink/ink249.xml"/><Relationship Id="rId151" Type="http://schemas.openxmlformats.org/officeDocument/2006/relationships/image" Target="../media/image251.png"/><Relationship Id="rId172" Type="http://schemas.openxmlformats.org/officeDocument/2006/relationships/customXml" Target="../ink/ink270.xml"/><Relationship Id="rId193" Type="http://schemas.openxmlformats.org/officeDocument/2006/relationships/image" Target="../media/image272.png"/><Relationship Id="rId207" Type="http://schemas.openxmlformats.org/officeDocument/2006/relationships/image" Target="../media/image279.png"/><Relationship Id="rId228" Type="http://schemas.openxmlformats.org/officeDocument/2006/relationships/customXml" Target="../ink/ink298.xml"/><Relationship Id="rId13" Type="http://schemas.openxmlformats.org/officeDocument/2006/relationships/image" Target="../media/image182.png"/><Relationship Id="rId109" Type="http://schemas.openxmlformats.org/officeDocument/2006/relationships/image" Target="../media/image230.png"/><Relationship Id="rId34" Type="http://schemas.openxmlformats.org/officeDocument/2006/relationships/customXml" Target="../ink/ink201.xml"/><Relationship Id="rId55" Type="http://schemas.openxmlformats.org/officeDocument/2006/relationships/image" Target="../media/image203.png"/><Relationship Id="rId76" Type="http://schemas.openxmlformats.org/officeDocument/2006/relationships/customXml" Target="../ink/ink222.xml"/><Relationship Id="rId97" Type="http://schemas.openxmlformats.org/officeDocument/2006/relationships/image" Target="../media/image224.png"/><Relationship Id="rId120" Type="http://schemas.openxmlformats.org/officeDocument/2006/relationships/customXml" Target="../ink/ink244.xml"/><Relationship Id="rId141" Type="http://schemas.openxmlformats.org/officeDocument/2006/relationships/image" Target="../media/image246.png"/><Relationship Id="rId7" Type="http://schemas.openxmlformats.org/officeDocument/2006/relationships/image" Target="../media/image179.png"/><Relationship Id="rId162" Type="http://schemas.openxmlformats.org/officeDocument/2006/relationships/customXml" Target="../ink/ink265.xml"/><Relationship Id="rId183" Type="http://schemas.openxmlformats.org/officeDocument/2006/relationships/image" Target="../media/image267.png"/><Relationship Id="rId218" Type="http://schemas.openxmlformats.org/officeDocument/2006/relationships/customXml" Target="../ink/ink293.xml"/><Relationship Id="rId239" Type="http://schemas.openxmlformats.org/officeDocument/2006/relationships/image" Target="../media/image295.png"/><Relationship Id="rId24" Type="http://schemas.openxmlformats.org/officeDocument/2006/relationships/customXml" Target="../ink/ink196.xml"/><Relationship Id="rId45" Type="http://schemas.openxmlformats.org/officeDocument/2006/relationships/image" Target="../media/image198.png"/><Relationship Id="rId66" Type="http://schemas.openxmlformats.org/officeDocument/2006/relationships/customXml" Target="../ink/ink217.xml"/><Relationship Id="rId87" Type="http://schemas.openxmlformats.org/officeDocument/2006/relationships/image" Target="../media/image219.png"/><Relationship Id="rId110" Type="http://schemas.openxmlformats.org/officeDocument/2006/relationships/customXml" Target="../ink/ink239.xml"/><Relationship Id="rId131" Type="http://schemas.openxmlformats.org/officeDocument/2006/relationships/image" Target="../media/image241.png"/><Relationship Id="rId152" Type="http://schemas.openxmlformats.org/officeDocument/2006/relationships/customXml" Target="../ink/ink260.xml"/><Relationship Id="rId173" Type="http://schemas.openxmlformats.org/officeDocument/2006/relationships/image" Target="../media/image262.png"/><Relationship Id="rId194" Type="http://schemas.openxmlformats.org/officeDocument/2006/relationships/customXml" Target="../ink/ink281.xml"/><Relationship Id="rId208" Type="http://schemas.openxmlformats.org/officeDocument/2006/relationships/customXml" Target="../ink/ink288.xml"/><Relationship Id="rId229" Type="http://schemas.openxmlformats.org/officeDocument/2006/relationships/image" Target="../media/image290.png"/><Relationship Id="rId14" Type="http://schemas.openxmlformats.org/officeDocument/2006/relationships/customXml" Target="../ink/ink191.xml"/><Relationship Id="rId35" Type="http://schemas.openxmlformats.org/officeDocument/2006/relationships/image" Target="../media/image193.png"/><Relationship Id="rId56" Type="http://schemas.openxmlformats.org/officeDocument/2006/relationships/customXml" Target="../ink/ink212.xml"/><Relationship Id="rId77" Type="http://schemas.openxmlformats.org/officeDocument/2006/relationships/image" Target="../media/image214.png"/><Relationship Id="rId100" Type="http://schemas.openxmlformats.org/officeDocument/2006/relationships/customXml" Target="../ink/ink234.xml"/><Relationship Id="rId8" Type="http://schemas.openxmlformats.org/officeDocument/2006/relationships/customXml" Target="../ink/ink188.xml"/><Relationship Id="rId98" Type="http://schemas.openxmlformats.org/officeDocument/2006/relationships/customXml" Target="../ink/ink233.xml"/><Relationship Id="rId121" Type="http://schemas.openxmlformats.org/officeDocument/2006/relationships/image" Target="../media/image236.png"/><Relationship Id="rId142" Type="http://schemas.openxmlformats.org/officeDocument/2006/relationships/customXml" Target="../ink/ink255.xml"/><Relationship Id="rId163" Type="http://schemas.openxmlformats.org/officeDocument/2006/relationships/image" Target="../media/image257.png"/><Relationship Id="rId184" Type="http://schemas.openxmlformats.org/officeDocument/2006/relationships/customXml" Target="../ink/ink276.xml"/><Relationship Id="rId219" Type="http://schemas.openxmlformats.org/officeDocument/2006/relationships/image" Target="../media/image285.png"/><Relationship Id="rId230" Type="http://schemas.openxmlformats.org/officeDocument/2006/relationships/customXml" Target="../ink/ink299.xml"/><Relationship Id="rId25" Type="http://schemas.openxmlformats.org/officeDocument/2006/relationships/image" Target="../media/image188.png"/><Relationship Id="rId46" Type="http://schemas.openxmlformats.org/officeDocument/2006/relationships/customXml" Target="../ink/ink207.xml"/><Relationship Id="rId67" Type="http://schemas.openxmlformats.org/officeDocument/2006/relationships/image" Target="../media/image209.png"/><Relationship Id="rId88" Type="http://schemas.openxmlformats.org/officeDocument/2006/relationships/customXml" Target="../ink/ink228.xml"/><Relationship Id="rId111" Type="http://schemas.openxmlformats.org/officeDocument/2006/relationships/image" Target="../media/image231.png"/><Relationship Id="rId132" Type="http://schemas.openxmlformats.org/officeDocument/2006/relationships/customXml" Target="../ink/ink250.xml"/><Relationship Id="rId153" Type="http://schemas.openxmlformats.org/officeDocument/2006/relationships/image" Target="../media/image252.png"/><Relationship Id="rId174" Type="http://schemas.openxmlformats.org/officeDocument/2006/relationships/customXml" Target="../ink/ink271.xml"/><Relationship Id="rId195" Type="http://schemas.openxmlformats.org/officeDocument/2006/relationships/image" Target="../media/image273.png"/><Relationship Id="rId209" Type="http://schemas.openxmlformats.org/officeDocument/2006/relationships/image" Target="../media/image280.png"/><Relationship Id="rId190" Type="http://schemas.openxmlformats.org/officeDocument/2006/relationships/customXml" Target="../ink/ink279.xml"/><Relationship Id="rId204" Type="http://schemas.openxmlformats.org/officeDocument/2006/relationships/customXml" Target="../ink/ink286.xml"/><Relationship Id="rId220" Type="http://schemas.openxmlformats.org/officeDocument/2006/relationships/customXml" Target="../ink/ink294.xml"/><Relationship Id="rId225" Type="http://schemas.openxmlformats.org/officeDocument/2006/relationships/image" Target="../media/image288.png"/><Relationship Id="rId15" Type="http://schemas.openxmlformats.org/officeDocument/2006/relationships/image" Target="../media/image183.png"/><Relationship Id="rId36" Type="http://schemas.openxmlformats.org/officeDocument/2006/relationships/customXml" Target="../ink/ink202.xml"/><Relationship Id="rId57" Type="http://schemas.openxmlformats.org/officeDocument/2006/relationships/image" Target="../media/image204.png"/><Relationship Id="rId106" Type="http://schemas.openxmlformats.org/officeDocument/2006/relationships/customXml" Target="../ink/ink237.xml"/><Relationship Id="rId127" Type="http://schemas.openxmlformats.org/officeDocument/2006/relationships/image" Target="../media/image239.png"/><Relationship Id="rId10" Type="http://schemas.openxmlformats.org/officeDocument/2006/relationships/customXml" Target="../ink/ink189.xml"/><Relationship Id="rId31" Type="http://schemas.openxmlformats.org/officeDocument/2006/relationships/image" Target="../media/image191.png"/><Relationship Id="rId52" Type="http://schemas.openxmlformats.org/officeDocument/2006/relationships/customXml" Target="../ink/ink210.xml"/><Relationship Id="rId73" Type="http://schemas.openxmlformats.org/officeDocument/2006/relationships/image" Target="../media/image212.png"/><Relationship Id="rId78" Type="http://schemas.openxmlformats.org/officeDocument/2006/relationships/customXml" Target="../ink/ink223.xml"/><Relationship Id="rId94" Type="http://schemas.openxmlformats.org/officeDocument/2006/relationships/customXml" Target="../ink/ink231.xml"/><Relationship Id="rId99" Type="http://schemas.openxmlformats.org/officeDocument/2006/relationships/image" Target="../media/image225.png"/><Relationship Id="rId101" Type="http://schemas.openxmlformats.org/officeDocument/2006/relationships/image" Target="../media/image226.png"/><Relationship Id="rId122" Type="http://schemas.openxmlformats.org/officeDocument/2006/relationships/customXml" Target="../ink/ink245.xml"/><Relationship Id="rId143" Type="http://schemas.openxmlformats.org/officeDocument/2006/relationships/image" Target="../media/image247.png"/><Relationship Id="rId148" Type="http://schemas.openxmlformats.org/officeDocument/2006/relationships/customXml" Target="../ink/ink258.xml"/><Relationship Id="rId164" Type="http://schemas.openxmlformats.org/officeDocument/2006/relationships/customXml" Target="../ink/ink266.xml"/><Relationship Id="rId169" Type="http://schemas.openxmlformats.org/officeDocument/2006/relationships/image" Target="../media/image260.png"/><Relationship Id="rId185" Type="http://schemas.openxmlformats.org/officeDocument/2006/relationships/image" Target="../media/image268.png"/><Relationship Id="rId4" Type="http://schemas.openxmlformats.org/officeDocument/2006/relationships/customXml" Target="../ink/ink186.xml"/><Relationship Id="rId9" Type="http://schemas.openxmlformats.org/officeDocument/2006/relationships/image" Target="../media/image180.png"/><Relationship Id="rId180" Type="http://schemas.openxmlformats.org/officeDocument/2006/relationships/customXml" Target="../ink/ink274.xml"/><Relationship Id="rId210" Type="http://schemas.openxmlformats.org/officeDocument/2006/relationships/customXml" Target="../ink/ink289.xml"/><Relationship Id="rId215" Type="http://schemas.openxmlformats.org/officeDocument/2006/relationships/image" Target="../media/image283.png"/><Relationship Id="rId236" Type="http://schemas.openxmlformats.org/officeDocument/2006/relationships/customXml" Target="../ink/ink302.xml"/><Relationship Id="rId26" Type="http://schemas.openxmlformats.org/officeDocument/2006/relationships/customXml" Target="../ink/ink197.xml"/><Relationship Id="rId231" Type="http://schemas.openxmlformats.org/officeDocument/2006/relationships/image" Target="../media/image291.png"/><Relationship Id="rId47" Type="http://schemas.openxmlformats.org/officeDocument/2006/relationships/image" Target="../media/image199.png"/><Relationship Id="rId68" Type="http://schemas.openxmlformats.org/officeDocument/2006/relationships/customXml" Target="../ink/ink218.xml"/><Relationship Id="rId89" Type="http://schemas.openxmlformats.org/officeDocument/2006/relationships/image" Target="../media/image220.png"/><Relationship Id="rId112" Type="http://schemas.openxmlformats.org/officeDocument/2006/relationships/customXml" Target="../ink/ink240.xml"/><Relationship Id="rId133" Type="http://schemas.openxmlformats.org/officeDocument/2006/relationships/image" Target="../media/image242.png"/><Relationship Id="rId154" Type="http://schemas.openxmlformats.org/officeDocument/2006/relationships/customXml" Target="../ink/ink261.xml"/><Relationship Id="rId175" Type="http://schemas.openxmlformats.org/officeDocument/2006/relationships/image" Target="../media/image263.png"/><Relationship Id="rId196" Type="http://schemas.openxmlformats.org/officeDocument/2006/relationships/customXml" Target="../ink/ink282.xml"/><Relationship Id="rId200" Type="http://schemas.openxmlformats.org/officeDocument/2006/relationships/customXml" Target="../ink/ink284.xml"/><Relationship Id="rId16" Type="http://schemas.openxmlformats.org/officeDocument/2006/relationships/customXml" Target="../ink/ink192.xml"/><Relationship Id="rId221" Type="http://schemas.openxmlformats.org/officeDocument/2006/relationships/image" Target="../media/image286.png"/><Relationship Id="rId37" Type="http://schemas.openxmlformats.org/officeDocument/2006/relationships/image" Target="../media/image194.png"/><Relationship Id="rId58" Type="http://schemas.openxmlformats.org/officeDocument/2006/relationships/customXml" Target="../ink/ink213.xml"/><Relationship Id="rId79" Type="http://schemas.openxmlformats.org/officeDocument/2006/relationships/image" Target="../media/image215.png"/><Relationship Id="rId102" Type="http://schemas.openxmlformats.org/officeDocument/2006/relationships/customXml" Target="../ink/ink235.xml"/><Relationship Id="rId123" Type="http://schemas.openxmlformats.org/officeDocument/2006/relationships/image" Target="../media/image237.png"/><Relationship Id="rId144" Type="http://schemas.openxmlformats.org/officeDocument/2006/relationships/customXml" Target="../ink/ink256.xml"/><Relationship Id="rId90" Type="http://schemas.openxmlformats.org/officeDocument/2006/relationships/customXml" Target="../ink/ink229.xml"/><Relationship Id="rId165" Type="http://schemas.openxmlformats.org/officeDocument/2006/relationships/image" Target="../media/image258.png"/><Relationship Id="rId186" Type="http://schemas.openxmlformats.org/officeDocument/2006/relationships/customXml" Target="../ink/ink277.xml"/><Relationship Id="rId211" Type="http://schemas.openxmlformats.org/officeDocument/2006/relationships/image" Target="../media/image281.png"/><Relationship Id="rId232" Type="http://schemas.openxmlformats.org/officeDocument/2006/relationships/customXml" Target="../ink/ink300.xml"/><Relationship Id="rId27" Type="http://schemas.openxmlformats.org/officeDocument/2006/relationships/image" Target="../media/image189.png"/><Relationship Id="rId48" Type="http://schemas.openxmlformats.org/officeDocument/2006/relationships/customXml" Target="../ink/ink208.xml"/><Relationship Id="rId69" Type="http://schemas.openxmlformats.org/officeDocument/2006/relationships/image" Target="../media/image210.png"/><Relationship Id="rId113" Type="http://schemas.openxmlformats.org/officeDocument/2006/relationships/image" Target="../media/image232.png"/><Relationship Id="rId134" Type="http://schemas.openxmlformats.org/officeDocument/2006/relationships/customXml" Target="../ink/ink251.xml"/><Relationship Id="rId80" Type="http://schemas.openxmlformats.org/officeDocument/2006/relationships/customXml" Target="../ink/ink224.xml"/><Relationship Id="rId155" Type="http://schemas.openxmlformats.org/officeDocument/2006/relationships/image" Target="../media/image253.png"/><Relationship Id="rId176" Type="http://schemas.openxmlformats.org/officeDocument/2006/relationships/customXml" Target="../ink/ink272.xml"/><Relationship Id="rId197" Type="http://schemas.openxmlformats.org/officeDocument/2006/relationships/image" Target="../media/image274.png"/><Relationship Id="rId201" Type="http://schemas.openxmlformats.org/officeDocument/2006/relationships/image" Target="../media/image276.png"/><Relationship Id="rId222" Type="http://schemas.openxmlformats.org/officeDocument/2006/relationships/customXml" Target="../ink/ink295.xml"/><Relationship Id="rId17" Type="http://schemas.openxmlformats.org/officeDocument/2006/relationships/image" Target="../media/image184.png"/><Relationship Id="rId38" Type="http://schemas.openxmlformats.org/officeDocument/2006/relationships/customXml" Target="../ink/ink203.xml"/><Relationship Id="rId59" Type="http://schemas.openxmlformats.org/officeDocument/2006/relationships/image" Target="../media/image205.png"/><Relationship Id="rId103" Type="http://schemas.openxmlformats.org/officeDocument/2006/relationships/image" Target="../media/image227.png"/><Relationship Id="rId124" Type="http://schemas.openxmlformats.org/officeDocument/2006/relationships/customXml" Target="../ink/ink246.xml"/><Relationship Id="rId70" Type="http://schemas.openxmlformats.org/officeDocument/2006/relationships/customXml" Target="../ink/ink219.xml"/><Relationship Id="rId91" Type="http://schemas.openxmlformats.org/officeDocument/2006/relationships/image" Target="../media/image221.png"/><Relationship Id="rId145" Type="http://schemas.openxmlformats.org/officeDocument/2006/relationships/image" Target="../media/image248.png"/><Relationship Id="rId166" Type="http://schemas.openxmlformats.org/officeDocument/2006/relationships/customXml" Target="../ink/ink267.xml"/><Relationship Id="rId187" Type="http://schemas.openxmlformats.org/officeDocument/2006/relationships/image" Target="../media/image26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90.xml"/><Relationship Id="rId233" Type="http://schemas.openxmlformats.org/officeDocument/2006/relationships/image" Target="../media/image292.png"/><Relationship Id="rId28" Type="http://schemas.openxmlformats.org/officeDocument/2006/relationships/customXml" Target="../ink/ink198.xml"/><Relationship Id="rId49" Type="http://schemas.openxmlformats.org/officeDocument/2006/relationships/image" Target="../media/image200.png"/><Relationship Id="rId114" Type="http://schemas.openxmlformats.org/officeDocument/2006/relationships/customXml" Target="../ink/ink241.xml"/><Relationship Id="rId60" Type="http://schemas.openxmlformats.org/officeDocument/2006/relationships/customXml" Target="../ink/ink214.xml"/><Relationship Id="rId81" Type="http://schemas.openxmlformats.org/officeDocument/2006/relationships/image" Target="../media/image216.png"/><Relationship Id="rId135" Type="http://schemas.openxmlformats.org/officeDocument/2006/relationships/image" Target="../media/image243.png"/><Relationship Id="rId156" Type="http://schemas.openxmlformats.org/officeDocument/2006/relationships/customXml" Target="../ink/ink262.xml"/><Relationship Id="rId177" Type="http://schemas.openxmlformats.org/officeDocument/2006/relationships/image" Target="../media/image264.png"/><Relationship Id="rId198" Type="http://schemas.openxmlformats.org/officeDocument/2006/relationships/customXml" Target="../ink/ink283.xml"/><Relationship Id="rId202" Type="http://schemas.openxmlformats.org/officeDocument/2006/relationships/customXml" Target="../ink/ink285.xml"/><Relationship Id="rId223" Type="http://schemas.openxmlformats.org/officeDocument/2006/relationships/image" Target="../media/image287.png"/><Relationship Id="rId18" Type="http://schemas.openxmlformats.org/officeDocument/2006/relationships/customXml" Target="../ink/ink193.xml"/><Relationship Id="rId39" Type="http://schemas.openxmlformats.org/officeDocument/2006/relationships/image" Target="../media/image195.png"/><Relationship Id="rId50" Type="http://schemas.openxmlformats.org/officeDocument/2006/relationships/customXml" Target="../ink/ink209.xml"/><Relationship Id="rId104" Type="http://schemas.openxmlformats.org/officeDocument/2006/relationships/customXml" Target="../ink/ink236.xml"/><Relationship Id="rId125" Type="http://schemas.openxmlformats.org/officeDocument/2006/relationships/image" Target="../media/image238.png"/><Relationship Id="rId146" Type="http://schemas.openxmlformats.org/officeDocument/2006/relationships/customXml" Target="../ink/ink257.xml"/><Relationship Id="rId167" Type="http://schemas.openxmlformats.org/officeDocument/2006/relationships/image" Target="../media/image259.png"/><Relationship Id="rId188" Type="http://schemas.openxmlformats.org/officeDocument/2006/relationships/customXml" Target="../ink/ink278.xml"/><Relationship Id="rId71" Type="http://schemas.openxmlformats.org/officeDocument/2006/relationships/image" Target="../media/image211.png"/><Relationship Id="rId92" Type="http://schemas.openxmlformats.org/officeDocument/2006/relationships/customXml" Target="../ink/ink230.xml"/><Relationship Id="rId213" Type="http://schemas.openxmlformats.org/officeDocument/2006/relationships/image" Target="../media/image282.png"/><Relationship Id="rId234" Type="http://schemas.openxmlformats.org/officeDocument/2006/relationships/customXml" Target="../ink/ink301.xml"/><Relationship Id="rId2" Type="http://schemas.openxmlformats.org/officeDocument/2006/relationships/customXml" Target="../ink/ink185.xml"/><Relationship Id="rId29" Type="http://schemas.openxmlformats.org/officeDocument/2006/relationships/image" Target="../media/image190.png"/><Relationship Id="rId40" Type="http://schemas.openxmlformats.org/officeDocument/2006/relationships/customXml" Target="../ink/ink204.xml"/><Relationship Id="rId115" Type="http://schemas.openxmlformats.org/officeDocument/2006/relationships/image" Target="../media/image233.png"/><Relationship Id="rId136" Type="http://schemas.openxmlformats.org/officeDocument/2006/relationships/customXml" Target="../ink/ink252.xml"/><Relationship Id="rId157" Type="http://schemas.openxmlformats.org/officeDocument/2006/relationships/image" Target="../media/image254.png"/><Relationship Id="rId178" Type="http://schemas.openxmlformats.org/officeDocument/2006/relationships/customXml" Target="../ink/ink273.xml"/><Relationship Id="rId61" Type="http://schemas.openxmlformats.org/officeDocument/2006/relationships/image" Target="../media/image206.png"/><Relationship Id="rId82" Type="http://schemas.openxmlformats.org/officeDocument/2006/relationships/customXml" Target="../ink/ink225.xml"/><Relationship Id="rId199" Type="http://schemas.openxmlformats.org/officeDocument/2006/relationships/image" Target="../media/image275.png"/><Relationship Id="rId203" Type="http://schemas.openxmlformats.org/officeDocument/2006/relationships/image" Target="../media/image277.png"/><Relationship Id="rId19" Type="http://schemas.openxmlformats.org/officeDocument/2006/relationships/image" Target="../media/image185.png"/><Relationship Id="rId224" Type="http://schemas.openxmlformats.org/officeDocument/2006/relationships/customXml" Target="../ink/ink296.xml"/><Relationship Id="rId30" Type="http://schemas.openxmlformats.org/officeDocument/2006/relationships/customXml" Target="../ink/ink199.xml"/><Relationship Id="rId105" Type="http://schemas.openxmlformats.org/officeDocument/2006/relationships/image" Target="../media/image228.png"/><Relationship Id="rId126" Type="http://schemas.openxmlformats.org/officeDocument/2006/relationships/customXml" Target="../ink/ink247.xml"/><Relationship Id="rId147" Type="http://schemas.openxmlformats.org/officeDocument/2006/relationships/image" Target="../media/image249.png"/><Relationship Id="rId168" Type="http://schemas.openxmlformats.org/officeDocument/2006/relationships/customXml" Target="../ink/ink268.xml"/><Relationship Id="rId51" Type="http://schemas.openxmlformats.org/officeDocument/2006/relationships/image" Target="../media/image201.png"/><Relationship Id="rId72" Type="http://schemas.openxmlformats.org/officeDocument/2006/relationships/customXml" Target="../ink/ink220.xml"/><Relationship Id="rId93" Type="http://schemas.openxmlformats.org/officeDocument/2006/relationships/image" Target="../media/image222.png"/><Relationship Id="rId189" Type="http://schemas.openxmlformats.org/officeDocument/2006/relationships/image" Target="../media/image270.png"/><Relationship Id="rId3" Type="http://schemas.openxmlformats.org/officeDocument/2006/relationships/image" Target="../media/image177.png"/><Relationship Id="rId214" Type="http://schemas.openxmlformats.org/officeDocument/2006/relationships/customXml" Target="../ink/ink291.xml"/><Relationship Id="rId235" Type="http://schemas.openxmlformats.org/officeDocument/2006/relationships/image" Target="../media/image293.png"/><Relationship Id="rId116" Type="http://schemas.openxmlformats.org/officeDocument/2006/relationships/customXml" Target="../ink/ink242.xml"/><Relationship Id="rId137" Type="http://schemas.openxmlformats.org/officeDocument/2006/relationships/image" Target="../media/image244.png"/><Relationship Id="rId158" Type="http://schemas.openxmlformats.org/officeDocument/2006/relationships/customXml" Target="../ink/ink263.xml"/><Relationship Id="rId20" Type="http://schemas.openxmlformats.org/officeDocument/2006/relationships/customXml" Target="../ink/ink194.xml"/><Relationship Id="rId41" Type="http://schemas.openxmlformats.org/officeDocument/2006/relationships/image" Target="../media/image196.png"/><Relationship Id="rId62" Type="http://schemas.openxmlformats.org/officeDocument/2006/relationships/customXml" Target="../ink/ink215.xml"/><Relationship Id="rId83" Type="http://schemas.openxmlformats.org/officeDocument/2006/relationships/image" Target="../media/image217.png"/><Relationship Id="rId179" Type="http://schemas.openxmlformats.org/officeDocument/2006/relationships/image" Target="../media/image265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2.png"/><Relationship Id="rId21" Type="http://schemas.openxmlformats.org/officeDocument/2006/relationships/image" Target="../media/image305.png"/><Relationship Id="rId42" Type="http://schemas.openxmlformats.org/officeDocument/2006/relationships/customXml" Target="../ink/ink324.xml"/><Relationship Id="rId63" Type="http://schemas.openxmlformats.org/officeDocument/2006/relationships/image" Target="../media/image325.png"/><Relationship Id="rId84" Type="http://schemas.openxmlformats.org/officeDocument/2006/relationships/customXml" Target="../ink/ink345.xml"/><Relationship Id="rId138" Type="http://schemas.openxmlformats.org/officeDocument/2006/relationships/customXml" Target="../ink/ink372.xml"/><Relationship Id="rId107" Type="http://schemas.openxmlformats.org/officeDocument/2006/relationships/image" Target="../media/image347.png"/><Relationship Id="rId11" Type="http://schemas.openxmlformats.org/officeDocument/2006/relationships/image" Target="../media/image300.png"/><Relationship Id="rId32" Type="http://schemas.openxmlformats.org/officeDocument/2006/relationships/customXml" Target="../ink/ink319.xml"/><Relationship Id="rId37" Type="http://schemas.openxmlformats.org/officeDocument/2006/relationships/image" Target="../media/image313.png"/><Relationship Id="rId53" Type="http://schemas.openxmlformats.org/officeDocument/2006/relationships/image" Target="../media/image320.png"/><Relationship Id="rId58" Type="http://schemas.openxmlformats.org/officeDocument/2006/relationships/customXml" Target="../ink/ink332.xml"/><Relationship Id="rId74" Type="http://schemas.openxmlformats.org/officeDocument/2006/relationships/customXml" Target="../ink/ink340.xml"/><Relationship Id="rId79" Type="http://schemas.openxmlformats.org/officeDocument/2006/relationships/image" Target="../media/image333.png"/><Relationship Id="rId102" Type="http://schemas.openxmlformats.org/officeDocument/2006/relationships/customXml" Target="../ink/ink354.xml"/><Relationship Id="rId123" Type="http://schemas.openxmlformats.org/officeDocument/2006/relationships/image" Target="../media/image355.png"/><Relationship Id="rId128" Type="http://schemas.openxmlformats.org/officeDocument/2006/relationships/customXml" Target="../ink/ink367.xml"/><Relationship Id="rId5" Type="http://schemas.openxmlformats.org/officeDocument/2006/relationships/image" Target="../media/image297.png"/><Relationship Id="rId90" Type="http://schemas.openxmlformats.org/officeDocument/2006/relationships/customXml" Target="../ink/ink348.xml"/><Relationship Id="rId95" Type="http://schemas.openxmlformats.org/officeDocument/2006/relationships/image" Target="../media/image341.png"/><Relationship Id="rId22" Type="http://schemas.openxmlformats.org/officeDocument/2006/relationships/customXml" Target="../ink/ink314.xml"/><Relationship Id="rId27" Type="http://schemas.openxmlformats.org/officeDocument/2006/relationships/image" Target="../media/image308.png"/><Relationship Id="rId43" Type="http://schemas.openxmlformats.org/officeDocument/2006/relationships/image" Target="../media/image316.png"/><Relationship Id="rId48" Type="http://schemas.openxmlformats.org/officeDocument/2006/relationships/customXml" Target="../ink/ink327.xml"/><Relationship Id="rId64" Type="http://schemas.openxmlformats.org/officeDocument/2006/relationships/customXml" Target="../ink/ink335.xml"/><Relationship Id="rId69" Type="http://schemas.openxmlformats.org/officeDocument/2006/relationships/image" Target="../media/image328.png"/><Relationship Id="rId113" Type="http://schemas.openxmlformats.org/officeDocument/2006/relationships/image" Target="../media/image350.png"/><Relationship Id="rId118" Type="http://schemas.openxmlformats.org/officeDocument/2006/relationships/customXml" Target="../ink/ink362.xml"/><Relationship Id="rId134" Type="http://schemas.openxmlformats.org/officeDocument/2006/relationships/customXml" Target="../ink/ink370.xml"/><Relationship Id="rId139" Type="http://schemas.openxmlformats.org/officeDocument/2006/relationships/image" Target="../media/image362.png"/><Relationship Id="rId80" Type="http://schemas.openxmlformats.org/officeDocument/2006/relationships/customXml" Target="../ink/ink343.xml"/><Relationship Id="rId85" Type="http://schemas.openxmlformats.org/officeDocument/2006/relationships/image" Target="../media/image336.png"/><Relationship Id="rId12" Type="http://schemas.openxmlformats.org/officeDocument/2006/relationships/customXml" Target="../ink/ink309.xml"/><Relationship Id="rId17" Type="http://schemas.openxmlformats.org/officeDocument/2006/relationships/image" Target="../media/image303.png"/><Relationship Id="rId33" Type="http://schemas.openxmlformats.org/officeDocument/2006/relationships/image" Target="../media/image311.png"/><Relationship Id="rId38" Type="http://schemas.openxmlformats.org/officeDocument/2006/relationships/customXml" Target="../ink/ink322.xml"/><Relationship Id="rId59" Type="http://schemas.openxmlformats.org/officeDocument/2006/relationships/image" Target="../media/image323.png"/><Relationship Id="rId103" Type="http://schemas.openxmlformats.org/officeDocument/2006/relationships/image" Target="../media/image345.png"/><Relationship Id="rId108" Type="http://schemas.openxmlformats.org/officeDocument/2006/relationships/customXml" Target="../ink/ink357.xml"/><Relationship Id="rId124" Type="http://schemas.openxmlformats.org/officeDocument/2006/relationships/customXml" Target="../ink/ink365.xml"/><Relationship Id="rId129" Type="http://schemas.openxmlformats.org/officeDocument/2006/relationships/image" Target="../media/image358.png"/><Relationship Id="rId54" Type="http://schemas.openxmlformats.org/officeDocument/2006/relationships/customXml" Target="../ink/ink330.xml"/><Relationship Id="rId70" Type="http://schemas.openxmlformats.org/officeDocument/2006/relationships/customXml" Target="../ink/ink338.xml"/><Relationship Id="rId75" Type="http://schemas.openxmlformats.org/officeDocument/2006/relationships/image" Target="../media/image331.png"/><Relationship Id="rId91" Type="http://schemas.openxmlformats.org/officeDocument/2006/relationships/image" Target="../media/image339.png"/><Relationship Id="rId96" Type="http://schemas.openxmlformats.org/officeDocument/2006/relationships/customXml" Target="../ink/ink351.xml"/><Relationship Id="rId140" Type="http://schemas.openxmlformats.org/officeDocument/2006/relationships/customXml" Target="../ink/ink3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6.xml"/><Relationship Id="rId23" Type="http://schemas.openxmlformats.org/officeDocument/2006/relationships/image" Target="../media/image306.png"/><Relationship Id="rId28" Type="http://schemas.openxmlformats.org/officeDocument/2006/relationships/customXml" Target="../ink/ink317.xml"/><Relationship Id="rId49" Type="http://schemas.openxmlformats.org/officeDocument/2006/relationships/image" Target="../media/image269.png"/><Relationship Id="rId114" Type="http://schemas.openxmlformats.org/officeDocument/2006/relationships/customXml" Target="../ink/ink360.xml"/><Relationship Id="rId119" Type="http://schemas.openxmlformats.org/officeDocument/2006/relationships/image" Target="../media/image353.png"/><Relationship Id="rId44" Type="http://schemas.openxmlformats.org/officeDocument/2006/relationships/customXml" Target="../ink/ink325.xml"/><Relationship Id="rId60" Type="http://schemas.openxmlformats.org/officeDocument/2006/relationships/customXml" Target="../ink/ink333.xml"/><Relationship Id="rId65" Type="http://schemas.openxmlformats.org/officeDocument/2006/relationships/image" Target="../media/image326.png"/><Relationship Id="rId81" Type="http://schemas.openxmlformats.org/officeDocument/2006/relationships/image" Target="../media/image334.png"/><Relationship Id="rId86" Type="http://schemas.openxmlformats.org/officeDocument/2006/relationships/customXml" Target="../ink/ink346.xml"/><Relationship Id="rId130" Type="http://schemas.openxmlformats.org/officeDocument/2006/relationships/customXml" Target="../ink/ink368.xml"/><Relationship Id="rId135" Type="http://schemas.openxmlformats.org/officeDocument/2006/relationships/image" Target="../media/image360.png"/><Relationship Id="rId13" Type="http://schemas.openxmlformats.org/officeDocument/2006/relationships/image" Target="../media/image301.png"/><Relationship Id="rId18" Type="http://schemas.openxmlformats.org/officeDocument/2006/relationships/customXml" Target="../ink/ink312.xml"/><Relationship Id="rId39" Type="http://schemas.openxmlformats.org/officeDocument/2006/relationships/image" Target="../media/image314.png"/><Relationship Id="rId109" Type="http://schemas.openxmlformats.org/officeDocument/2006/relationships/image" Target="../media/image348.png"/><Relationship Id="rId34" Type="http://schemas.openxmlformats.org/officeDocument/2006/relationships/customXml" Target="../ink/ink320.xml"/><Relationship Id="rId50" Type="http://schemas.openxmlformats.org/officeDocument/2006/relationships/customXml" Target="../ink/ink328.xml"/><Relationship Id="rId55" Type="http://schemas.openxmlformats.org/officeDocument/2006/relationships/image" Target="../media/image321.png"/><Relationship Id="rId76" Type="http://schemas.openxmlformats.org/officeDocument/2006/relationships/customXml" Target="../ink/ink341.xml"/><Relationship Id="rId97" Type="http://schemas.openxmlformats.org/officeDocument/2006/relationships/image" Target="../media/image342.png"/><Relationship Id="rId104" Type="http://schemas.openxmlformats.org/officeDocument/2006/relationships/customXml" Target="../ink/ink355.xml"/><Relationship Id="rId120" Type="http://schemas.openxmlformats.org/officeDocument/2006/relationships/customXml" Target="../ink/ink363.xml"/><Relationship Id="rId125" Type="http://schemas.openxmlformats.org/officeDocument/2006/relationships/image" Target="../media/image356.png"/><Relationship Id="rId141" Type="http://schemas.openxmlformats.org/officeDocument/2006/relationships/image" Target="../media/image363.png"/><Relationship Id="rId7" Type="http://schemas.openxmlformats.org/officeDocument/2006/relationships/image" Target="../media/image298.png"/><Relationship Id="rId71" Type="http://schemas.openxmlformats.org/officeDocument/2006/relationships/image" Target="../media/image329.png"/><Relationship Id="rId92" Type="http://schemas.openxmlformats.org/officeDocument/2006/relationships/customXml" Target="../ink/ink349.xml"/><Relationship Id="rId2" Type="http://schemas.openxmlformats.org/officeDocument/2006/relationships/customXml" Target="../ink/ink304.xml"/><Relationship Id="rId29" Type="http://schemas.openxmlformats.org/officeDocument/2006/relationships/image" Target="../media/image309.png"/><Relationship Id="rId24" Type="http://schemas.openxmlformats.org/officeDocument/2006/relationships/customXml" Target="../ink/ink315.xml"/><Relationship Id="rId40" Type="http://schemas.openxmlformats.org/officeDocument/2006/relationships/customXml" Target="../ink/ink323.xml"/><Relationship Id="rId45" Type="http://schemas.openxmlformats.org/officeDocument/2006/relationships/image" Target="../media/image317.png"/><Relationship Id="rId66" Type="http://schemas.openxmlformats.org/officeDocument/2006/relationships/customXml" Target="../ink/ink336.xml"/><Relationship Id="rId87" Type="http://schemas.openxmlformats.org/officeDocument/2006/relationships/image" Target="../media/image337.png"/><Relationship Id="rId110" Type="http://schemas.openxmlformats.org/officeDocument/2006/relationships/customXml" Target="../ink/ink358.xml"/><Relationship Id="rId115" Type="http://schemas.openxmlformats.org/officeDocument/2006/relationships/image" Target="../media/image351.png"/><Relationship Id="rId131" Type="http://schemas.openxmlformats.org/officeDocument/2006/relationships/image" Target="../media/image87.png"/><Relationship Id="rId136" Type="http://schemas.openxmlformats.org/officeDocument/2006/relationships/customXml" Target="../ink/ink371.xml"/><Relationship Id="rId61" Type="http://schemas.openxmlformats.org/officeDocument/2006/relationships/image" Target="../media/image324.png"/><Relationship Id="rId82" Type="http://schemas.openxmlformats.org/officeDocument/2006/relationships/customXml" Target="../ink/ink344.xml"/><Relationship Id="rId19" Type="http://schemas.openxmlformats.org/officeDocument/2006/relationships/image" Target="../media/image304.png"/><Relationship Id="rId14" Type="http://schemas.openxmlformats.org/officeDocument/2006/relationships/customXml" Target="../ink/ink310.xml"/><Relationship Id="rId30" Type="http://schemas.openxmlformats.org/officeDocument/2006/relationships/customXml" Target="../ink/ink318.xml"/><Relationship Id="rId35" Type="http://schemas.openxmlformats.org/officeDocument/2006/relationships/image" Target="../media/image312.png"/><Relationship Id="rId56" Type="http://schemas.openxmlformats.org/officeDocument/2006/relationships/customXml" Target="../ink/ink331.xml"/><Relationship Id="rId77" Type="http://schemas.openxmlformats.org/officeDocument/2006/relationships/image" Target="../media/image332.png"/><Relationship Id="rId100" Type="http://schemas.openxmlformats.org/officeDocument/2006/relationships/customXml" Target="../ink/ink353.xml"/><Relationship Id="rId105" Type="http://schemas.openxmlformats.org/officeDocument/2006/relationships/image" Target="../media/image346.png"/><Relationship Id="rId126" Type="http://schemas.openxmlformats.org/officeDocument/2006/relationships/customXml" Target="../ink/ink366.xml"/><Relationship Id="rId8" Type="http://schemas.openxmlformats.org/officeDocument/2006/relationships/customXml" Target="../ink/ink307.xml"/><Relationship Id="rId51" Type="http://schemas.openxmlformats.org/officeDocument/2006/relationships/image" Target="../media/image319.png"/><Relationship Id="rId72" Type="http://schemas.openxmlformats.org/officeDocument/2006/relationships/customXml" Target="../ink/ink339.xml"/><Relationship Id="rId93" Type="http://schemas.openxmlformats.org/officeDocument/2006/relationships/image" Target="../media/image340.png"/><Relationship Id="rId98" Type="http://schemas.openxmlformats.org/officeDocument/2006/relationships/customXml" Target="../ink/ink352.xml"/><Relationship Id="rId121" Type="http://schemas.openxmlformats.org/officeDocument/2006/relationships/image" Target="../media/image354.png"/><Relationship Id="rId142" Type="http://schemas.openxmlformats.org/officeDocument/2006/relationships/customXml" Target="../ink/ink374.xml"/><Relationship Id="rId3" Type="http://schemas.openxmlformats.org/officeDocument/2006/relationships/image" Target="../media/image296.png"/><Relationship Id="rId25" Type="http://schemas.openxmlformats.org/officeDocument/2006/relationships/image" Target="../media/image307.png"/><Relationship Id="rId46" Type="http://schemas.openxmlformats.org/officeDocument/2006/relationships/customXml" Target="../ink/ink326.xml"/><Relationship Id="rId67" Type="http://schemas.openxmlformats.org/officeDocument/2006/relationships/image" Target="../media/image327.png"/><Relationship Id="rId116" Type="http://schemas.openxmlformats.org/officeDocument/2006/relationships/customXml" Target="../ink/ink361.xml"/><Relationship Id="rId137" Type="http://schemas.openxmlformats.org/officeDocument/2006/relationships/image" Target="../media/image361.png"/><Relationship Id="rId20" Type="http://schemas.openxmlformats.org/officeDocument/2006/relationships/customXml" Target="../ink/ink313.xml"/><Relationship Id="rId41" Type="http://schemas.openxmlformats.org/officeDocument/2006/relationships/image" Target="../media/image315.png"/><Relationship Id="rId62" Type="http://schemas.openxmlformats.org/officeDocument/2006/relationships/customXml" Target="../ink/ink334.xml"/><Relationship Id="rId83" Type="http://schemas.openxmlformats.org/officeDocument/2006/relationships/image" Target="../media/image335.png"/><Relationship Id="rId88" Type="http://schemas.openxmlformats.org/officeDocument/2006/relationships/customXml" Target="../ink/ink347.xml"/><Relationship Id="rId111" Type="http://schemas.openxmlformats.org/officeDocument/2006/relationships/image" Target="../media/image349.png"/><Relationship Id="rId132" Type="http://schemas.openxmlformats.org/officeDocument/2006/relationships/customXml" Target="../ink/ink369.xml"/><Relationship Id="rId15" Type="http://schemas.openxmlformats.org/officeDocument/2006/relationships/image" Target="../media/image302.png"/><Relationship Id="rId36" Type="http://schemas.openxmlformats.org/officeDocument/2006/relationships/customXml" Target="../ink/ink321.xml"/><Relationship Id="rId57" Type="http://schemas.openxmlformats.org/officeDocument/2006/relationships/image" Target="../media/image322.png"/><Relationship Id="rId106" Type="http://schemas.openxmlformats.org/officeDocument/2006/relationships/customXml" Target="../ink/ink356.xml"/><Relationship Id="rId127" Type="http://schemas.openxmlformats.org/officeDocument/2006/relationships/image" Target="../media/image357.png"/><Relationship Id="rId10" Type="http://schemas.openxmlformats.org/officeDocument/2006/relationships/customXml" Target="../ink/ink308.xml"/><Relationship Id="rId31" Type="http://schemas.openxmlformats.org/officeDocument/2006/relationships/image" Target="../media/image310.png"/><Relationship Id="rId52" Type="http://schemas.openxmlformats.org/officeDocument/2006/relationships/customXml" Target="../ink/ink329.xml"/><Relationship Id="rId73" Type="http://schemas.openxmlformats.org/officeDocument/2006/relationships/image" Target="../media/image330.png"/><Relationship Id="rId78" Type="http://schemas.openxmlformats.org/officeDocument/2006/relationships/customXml" Target="../ink/ink342.xml"/><Relationship Id="rId94" Type="http://schemas.openxmlformats.org/officeDocument/2006/relationships/customXml" Target="../ink/ink350.xml"/><Relationship Id="rId99" Type="http://schemas.openxmlformats.org/officeDocument/2006/relationships/image" Target="../media/image343.png"/><Relationship Id="rId101" Type="http://schemas.openxmlformats.org/officeDocument/2006/relationships/image" Target="../media/image344.png"/><Relationship Id="rId122" Type="http://schemas.openxmlformats.org/officeDocument/2006/relationships/customXml" Target="../ink/ink364.xml"/><Relationship Id="rId143" Type="http://schemas.openxmlformats.org/officeDocument/2006/relationships/image" Target="../media/image1.png"/><Relationship Id="rId4" Type="http://schemas.openxmlformats.org/officeDocument/2006/relationships/customXml" Target="../ink/ink305.xml"/><Relationship Id="rId9" Type="http://schemas.openxmlformats.org/officeDocument/2006/relationships/image" Target="../media/image299.png"/><Relationship Id="rId26" Type="http://schemas.openxmlformats.org/officeDocument/2006/relationships/customXml" Target="../ink/ink316.xml"/><Relationship Id="rId47" Type="http://schemas.openxmlformats.org/officeDocument/2006/relationships/image" Target="../media/image318.png"/><Relationship Id="rId68" Type="http://schemas.openxmlformats.org/officeDocument/2006/relationships/customXml" Target="../ink/ink337.xml"/><Relationship Id="rId89" Type="http://schemas.openxmlformats.org/officeDocument/2006/relationships/image" Target="../media/image338.png"/><Relationship Id="rId112" Type="http://schemas.openxmlformats.org/officeDocument/2006/relationships/customXml" Target="../ink/ink359.xml"/><Relationship Id="rId133" Type="http://schemas.openxmlformats.org/officeDocument/2006/relationships/image" Target="../media/image359.png"/><Relationship Id="rId16" Type="http://schemas.openxmlformats.org/officeDocument/2006/relationships/customXml" Target="../ink/ink31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png"/><Relationship Id="rId18" Type="http://schemas.openxmlformats.org/officeDocument/2006/relationships/customXml" Target="../ink/ink383.xml"/><Relationship Id="rId26" Type="http://schemas.openxmlformats.org/officeDocument/2006/relationships/customXml" Target="../ink/ink387.xml"/><Relationship Id="rId39" Type="http://schemas.openxmlformats.org/officeDocument/2006/relationships/image" Target="../media/image382.png"/><Relationship Id="rId21" Type="http://schemas.openxmlformats.org/officeDocument/2006/relationships/image" Target="../media/image373.png"/><Relationship Id="rId34" Type="http://schemas.openxmlformats.org/officeDocument/2006/relationships/customXml" Target="../ink/ink391.xml"/><Relationship Id="rId42" Type="http://schemas.openxmlformats.org/officeDocument/2006/relationships/customXml" Target="../ink/ink395.xml"/><Relationship Id="rId7" Type="http://schemas.openxmlformats.org/officeDocument/2006/relationships/image" Target="../media/image366.png"/><Relationship Id="rId2" Type="http://schemas.openxmlformats.org/officeDocument/2006/relationships/customXml" Target="../ink/ink375.xml"/><Relationship Id="rId16" Type="http://schemas.openxmlformats.org/officeDocument/2006/relationships/customXml" Target="../ink/ink382.xml"/><Relationship Id="rId20" Type="http://schemas.openxmlformats.org/officeDocument/2006/relationships/customXml" Target="../ink/ink384.xml"/><Relationship Id="rId29" Type="http://schemas.openxmlformats.org/officeDocument/2006/relationships/image" Target="../media/image377.png"/><Relationship Id="rId41" Type="http://schemas.openxmlformats.org/officeDocument/2006/relationships/image" Target="../media/image3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7.xml"/><Relationship Id="rId11" Type="http://schemas.openxmlformats.org/officeDocument/2006/relationships/image" Target="../media/image368.png"/><Relationship Id="rId24" Type="http://schemas.openxmlformats.org/officeDocument/2006/relationships/customXml" Target="../ink/ink386.xml"/><Relationship Id="rId32" Type="http://schemas.openxmlformats.org/officeDocument/2006/relationships/customXml" Target="../ink/ink390.xml"/><Relationship Id="rId37" Type="http://schemas.openxmlformats.org/officeDocument/2006/relationships/image" Target="../media/image381.png"/><Relationship Id="rId40" Type="http://schemas.openxmlformats.org/officeDocument/2006/relationships/customXml" Target="../ink/ink394.xml"/><Relationship Id="rId5" Type="http://schemas.openxmlformats.org/officeDocument/2006/relationships/image" Target="../media/image365.png"/><Relationship Id="rId15" Type="http://schemas.openxmlformats.org/officeDocument/2006/relationships/image" Target="../media/image370.png"/><Relationship Id="rId23" Type="http://schemas.openxmlformats.org/officeDocument/2006/relationships/image" Target="../media/image374.png"/><Relationship Id="rId28" Type="http://schemas.openxmlformats.org/officeDocument/2006/relationships/customXml" Target="../ink/ink388.xml"/><Relationship Id="rId36" Type="http://schemas.openxmlformats.org/officeDocument/2006/relationships/customXml" Target="../ink/ink392.xml"/><Relationship Id="rId10" Type="http://schemas.openxmlformats.org/officeDocument/2006/relationships/customXml" Target="../ink/ink379.xml"/><Relationship Id="rId19" Type="http://schemas.openxmlformats.org/officeDocument/2006/relationships/image" Target="../media/image372.png"/><Relationship Id="rId31" Type="http://schemas.openxmlformats.org/officeDocument/2006/relationships/image" Target="../media/image378.png"/><Relationship Id="rId4" Type="http://schemas.openxmlformats.org/officeDocument/2006/relationships/customXml" Target="../ink/ink376.xml"/><Relationship Id="rId9" Type="http://schemas.openxmlformats.org/officeDocument/2006/relationships/image" Target="../media/image367.png"/><Relationship Id="rId14" Type="http://schemas.openxmlformats.org/officeDocument/2006/relationships/customXml" Target="../ink/ink381.xml"/><Relationship Id="rId22" Type="http://schemas.openxmlformats.org/officeDocument/2006/relationships/customXml" Target="../ink/ink385.xml"/><Relationship Id="rId27" Type="http://schemas.openxmlformats.org/officeDocument/2006/relationships/image" Target="../media/image376.png"/><Relationship Id="rId30" Type="http://schemas.openxmlformats.org/officeDocument/2006/relationships/customXml" Target="../ink/ink389.xml"/><Relationship Id="rId35" Type="http://schemas.openxmlformats.org/officeDocument/2006/relationships/image" Target="../media/image380.png"/><Relationship Id="rId43" Type="http://schemas.openxmlformats.org/officeDocument/2006/relationships/image" Target="../media/image384.png"/><Relationship Id="rId8" Type="http://schemas.openxmlformats.org/officeDocument/2006/relationships/customXml" Target="../ink/ink378.xml"/><Relationship Id="rId3" Type="http://schemas.openxmlformats.org/officeDocument/2006/relationships/image" Target="../media/image364.png"/><Relationship Id="rId12" Type="http://schemas.openxmlformats.org/officeDocument/2006/relationships/customXml" Target="../ink/ink380.xml"/><Relationship Id="rId17" Type="http://schemas.openxmlformats.org/officeDocument/2006/relationships/image" Target="../media/image371.png"/><Relationship Id="rId25" Type="http://schemas.openxmlformats.org/officeDocument/2006/relationships/image" Target="../media/image375.png"/><Relationship Id="rId33" Type="http://schemas.openxmlformats.org/officeDocument/2006/relationships/image" Target="../media/image379.png"/><Relationship Id="rId38" Type="http://schemas.openxmlformats.org/officeDocument/2006/relationships/customXml" Target="../ink/ink39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9.xml"/><Relationship Id="rId13" Type="http://schemas.openxmlformats.org/officeDocument/2006/relationships/image" Target="../media/image390.png"/><Relationship Id="rId18" Type="http://schemas.openxmlformats.org/officeDocument/2006/relationships/customXml" Target="../ink/ink404.xml"/><Relationship Id="rId3" Type="http://schemas.openxmlformats.org/officeDocument/2006/relationships/image" Target="../media/image385.png"/><Relationship Id="rId21" Type="http://schemas.openxmlformats.org/officeDocument/2006/relationships/image" Target="../media/image394.png"/><Relationship Id="rId7" Type="http://schemas.openxmlformats.org/officeDocument/2006/relationships/image" Target="../media/image387.png"/><Relationship Id="rId12" Type="http://schemas.openxmlformats.org/officeDocument/2006/relationships/customXml" Target="../ink/ink401.xml"/><Relationship Id="rId17" Type="http://schemas.openxmlformats.org/officeDocument/2006/relationships/image" Target="../media/image392.png"/><Relationship Id="rId2" Type="http://schemas.openxmlformats.org/officeDocument/2006/relationships/customXml" Target="../ink/ink396.xml"/><Relationship Id="rId16" Type="http://schemas.openxmlformats.org/officeDocument/2006/relationships/customXml" Target="../ink/ink403.xml"/><Relationship Id="rId20" Type="http://schemas.openxmlformats.org/officeDocument/2006/relationships/customXml" Target="../ink/ink4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8.xml"/><Relationship Id="rId11" Type="http://schemas.openxmlformats.org/officeDocument/2006/relationships/image" Target="../media/image389.png"/><Relationship Id="rId5" Type="http://schemas.openxmlformats.org/officeDocument/2006/relationships/image" Target="../media/image386.png"/><Relationship Id="rId15" Type="http://schemas.openxmlformats.org/officeDocument/2006/relationships/image" Target="../media/image391.png"/><Relationship Id="rId23" Type="http://schemas.openxmlformats.org/officeDocument/2006/relationships/image" Target="../media/image395.png"/><Relationship Id="rId10" Type="http://schemas.openxmlformats.org/officeDocument/2006/relationships/customXml" Target="../ink/ink400.xml"/><Relationship Id="rId19" Type="http://schemas.openxmlformats.org/officeDocument/2006/relationships/image" Target="../media/image393.png"/><Relationship Id="rId4" Type="http://schemas.openxmlformats.org/officeDocument/2006/relationships/customXml" Target="../ink/ink397.xml"/><Relationship Id="rId9" Type="http://schemas.openxmlformats.org/officeDocument/2006/relationships/image" Target="../media/image388.png"/><Relationship Id="rId14" Type="http://schemas.openxmlformats.org/officeDocument/2006/relationships/customXml" Target="../ink/ink402.xml"/><Relationship Id="rId22" Type="http://schemas.openxmlformats.org/officeDocument/2006/relationships/customXml" Target="../ink/ink40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C785-E879-BA22-B0AF-8924E130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39D8-0A4E-49E7-308C-2BE1717E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5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ED32E-8919-D105-4D38-9AF17F5A41B5}"/>
              </a:ext>
            </a:extLst>
          </p:cNvPr>
          <p:cNvSpPr txBox="1"/>
          <p:nvPr/>
        </p:nvSpPr>
        <p:spPr>
          <a:xfrm>
            <a:off x="830424" y="979713"/>
            <a:ext cx="91626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How or why we need  DL ?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SOLVE PROBLEM </a:t>
            </a:r>
            <a:r>
              <a:rPr lang="en-GB" dirty="0">
                <a:sym typeface="Wingdings" panose="05000000000000000000" pitchFamily="2" charset="2"/>
              </a:rPr>
              <a:t> write rules  its ok if its very countable in no…  human used to write rules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PROBLEMS  maintenance of rules difficult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Writing exhaustive or awareness of exhaustive rules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Can we use computer to write exhaustive rules for us 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ALGO (Classical ML (STATS), Modern ML (LR, Logistic Regression, DT, SVM)  This Algo not sufficient because of its low accuracy or high error rate because of less complexity in algo  it will not be able to capture all possible rules/patterns and hence we need more complex (which can capture more patterns/rules) algo   DL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DL (HUMAN BRAIN)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3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7BAF0-DA17-262D-A7BB-209F797D3085}"/>
              </a:ext>
            </a:extLst>
          </p:cNvPr>
          <p:cNvSpPr txBox="1"/>
          <p:nvPr/>
        </p:nvSpPr>
        <p:spPr>
          <a:xfrm>
            <a:off x="1138335" y="1147665"/>
            <a:ext cx="81362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DEEP L </a:t>
            </a:r>
            <a:r>
              <a:rPr lang="en-GB" b="1" dirty="0">
                <a:sym typeface="Wingdings" panose="05000000000000000000" pitchFamily="2" charset="2"/>
              </a:rPr>
              <a:t> Complex Mechanical system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Machine == C1 + C2 + …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 = {C1, C2, …}  specific function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C1+C2   desired output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NN (Neural network) = Multiple Layers  Each layer process info step by step. Just like stages in machine.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Input  Feature of Raw Material</a:t>
            </a:r>
          </a:p>
          <a:p>
            <a:r>
              <a:rPr lang="en-GB" dirty="0">
                <a:sym typeface="Wingdings" panose="05000000000000000000" pitchFamily="2" charset="2"/>
              </a:rPr>
              <a:t>Layers  Mechanical Subsystems</a:t>
            </a:r>
          </a:p>
          <a:p>
            <a:r>
              <a:rPr lang="en-GB" dirty="0">
                <a:sym typeface="Wingdings" panose="05000000000000000000" pitchFamily="2" charset="2"/>
              </a:rPr>
              <a:t>Output  Final Product or performance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DL  design + Tuning System performs optimal …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48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BA88-691F-B5F4-0079-13A799A2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4FAF5-63DA-7FFC-AB52-1E95A99542D0}"/>
              </a:ext>
            </a:extLst>
          </p:cNvPr>
          <p:cNvSpPr txBox="1"/>
          <p:nvPr/>
        </p:nvSpPr>
        <p:spPr>
          <a:xfrm>
            <a:off x="1138335" y="1147665"/>
            <a:ext cx="81362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BIG PICTURE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 </a:t>
            </a:r>
            <a:r>
              <a:rPr lang="en-GB" dirty="0">
                <a:sym typeface="Wingdings" panose="05000000000000000000" pitchFamily="2" charset="2"/>
              </a:rPr>
              <a:t> Entire Vehicle/ overall goal  machines intelligent  WHAT TO DO ?</a:t>
            </a:r>
            <a:endParaRPr lang="en-GB" dirty="0"/>
          </a:p>
          <a:p>
            <a:endParaRPr lang="en-GB" dirty="0"/>
          </a:p>
          <a:p>
            <a:r>
              <a:rPr lang="en-GB" dirty="0"/>
              <a:t>ML </a:t>
            </a:r>
            <a:r>
              <a:rPr lang="en-GB" dirty="0">
                <a:sym typeface="Wingdings" panose="05000000000000000000" pitchFamily="2" charset="2"/>
              </a:rPr>
              <a:t> Engine  how machine is learning from your machine data  improves accuracy</a:t>
            </a:r>
            <a:endParaRPr lang="en-GB" dirty="0"/>
          </a:p>
          <a:p>
            <a:endParaRPr lang="en-GB" dirty="0"/>
          </a:p>
          <a:p>
            <a:r>
              <a:rPr lang="en-GB" dirty="0"/>
              <a:t>DL </a:t>
            </a:r>
            <a:r>
              <a:rPr lang="en-GB" dirty="0">
                <a:sym typeface="Wingdings" panose="05000000000000000000" pitchFamily="2" charset="2"/>
              </a:rPr>
              <a:t> Turbocharger OR Advanced Engine control   Type of ML where Data is LARGE &amp; COMPLEX (many patterns, rules exhaustive)  handles vision or detecting defects or alignment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85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8E00-D77B-06F9-5598-A12DDA28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2EDEA-B6DC-6C11-4CFE-427F3D0BF8F2}"/>
              </a:ext>
            </a:extLst>
          </p:cNvPr>
          <p:cNvSpPr txBox="1"/>
          <p:nvPr/>
        </p:nvSpPr>
        <p:spPr>
          <a:xfrm>
            <a:off x="783771" y="363894"/>
            <a:ext cx="989977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BIG PICTURE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 </a:t>
            </a:r>
            <a:r>
              <a:rPr lang="en-GB" dirty="0">
                <a:sym typeface="Wingdings" panose="05000000000000000000" pitchFamily="2" charset="2"/>
              </a:rPr>
              <a:t> Entire Vehicle/ overall goal  machines intelligent  WHAT TO DO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Automated Inspection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Driver Monitoring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Intelligent manufacturing lines</a:t>
            </a:r>
            <a:endParaRPr lang="en-GB" dirty="0"/>
          </a:p>
          <a:p>
            <a:endParaRPr lang="en-GB" dirty="0"/>
          </a:p>
          <a:p>
            <a:r>
              <a:rPr lang="en-GB" dirty="0"/>
              <a:t>ML </a:t>
            </a:r>
            <a:r>
              <a:rPr lang="en-GB" dirty="0">
                <a:sym typeface="Wingdings" panose="05000000000000000000" pitchFamily="2" charset="2"/>
              </a:rPr>
              <a:t> Engine  how machine is learning from your machine data  improves accuracy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Predict Machine Failure from past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Fuel Efficiency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Warranty claim prediction</a:t>
            </a:r>
          </a:p>
          <a:p>
            <a:endParaRPr lang="en-GB" dirty="0"/>
          </a:p>
          <a:p>
            <a:r>
              <a:rPr lang="en-GB" dirty="0"/>
              <a:t>DL </a:t>
            </a:r>
            <a:r>
              <a:rPr lang="en-GB" dirty="0">
                <a:sym typeface="Wingdings" panose="05000000000000000000" pitchFamily="2" charset="2"/>
              </a:rPr>
              <a:t> Turbocharger OR Advanced Engine control   Type of ML where Data is LARGE &amp; COMPLEX (many patterns, rules exhaustive)  handles vision or detecting defects or alignment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Image based defect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Vibration Signals –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ym typeface="Wingdings" panose="05000000000000000000" pitchFamily="2" charset="2"/>
              </a:rPr>
              <a:t>Evs</a:t>
            </a:r>
            <a:r>
              <a:rPr lang="en-GB" dirty="0">
                <a:sym typeface="Wingdings" panose="05000000000000000000" pitchFamily="2" charset="2"/>
              </a:rPr>
              <a:t> – Battery health Estimation</a:t>
            </a:r>
          </a:p>
          <a:p>
            <a:endParaRPr lang="en-GB" dirty="0"/>
          </a:p>
          <a:p>
            <a:r>
              <a:rPr lang="en-GB" dirty="0"/>
              <a:t>CHOOSE DL OVER ML WHEN </a:t>
            </a:r>
            <a:r>
              <a:rPr lang="en-GB" dirty="0">
                <a:sym typeface="Wingdings" panose="05000000000000000000" pitchFamily="2" charset="2"/>
              </a:rPr>
              <a:t> Traditional ML Model fails because of complexity..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OVERFITTING/UNDERFIT .. 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0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90A6F85-A011-7F56-0244-43E795343280}"/>
              </a:ext>
            </a:extLst>
          </p:cNvPr>
          <p:cNvGrpSpPr/>
          <p:nvPr/>
        </p:nvGrpSpPr>
        <p:grpSpPr>
          <a:xfrm>
            <a:off x="1996832" y="2258963"/>
            <a:ext cx="51840" cy="12600"/>
            <a:chOff x="1996832" y="2258963"/>
            <a:chExt cx="51840" cy="1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DD6428C-5AB6-8D0C-3C80-CFCAEC6AC6E9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DD6428C-5AB6-8D0C-3C80-CFCAEC6AC6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3F9ABE-B468-2384-58E3-38C77E8F9FF5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3F9ABE-B468-2384-58E3-38C77E8F9F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C2DCAC-E227-FFF0-C317-CAF4FEC0423A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C2DCAC-E227-FFF0-C317-CAF4FEC042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5E90D1F-AD17-E64C-4285-A022DDC0B934}"/>
                    </a:ext>
                  </a:extLst>
                </p14:cNvPr>
                <p14:cNvContentPartPr/>
                <p14:nvPr/>
              </p14:nvContentPartPr>
              <p14:xfrm>
                <a:off x="1996832" y="2258963"/>
                <a:ext cx="51840" cy="12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5E90D1F-AD17-E64C-4285-A022DDC0B9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0712" y="2252843"/>
                  <a:ext cx="6408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01BD1B6-2B42-F53B-EDE5-1BA7A31E2CB0}"/>
                  </a:ext>
                </a:extLst>
              </p14:cNvPr>
              <p14:cNvContentPartPr/>
              <p14:nvPr/>
            </p14:nvContentPartPr>
            <p14:xfrm>
              <a:off x="2191592" y="1835243"/>
              <a:ext cx="21240" cy="87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01BD1B6-2B42-F53B-EDE5-1BA7A31E2C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5472" y="1829123"/>
                <a:ext cx="33480" cy="10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CE99526-DDD2-CC12-44DD-EDFF4B727E20}"/>
              </a:ext>
            </a:extLst>
          </p:cNvPr>
          <p:cNvGrpSpPr/>
          <p:nvPr/>
        </p:nvGrpSpPr>
        <p:grpSpPr>
          <a:xfrm>
            <a:off x="2392112" y="1658483"/>
            <a:ext cx="21960" cy="58680"/>
            <a:chOff x="2392112" y="1658483"/>
            <a:chExt cx="21960" cy="5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89A436-E213-9B78-A31E-A74F9913BEE8}"/>
                    </a:ext>
                  </a:extLst>
                </p14:cNvPr>
                <p14:cNvContentPartPr/>
                <p14:nvPr/>
              </p14:nvContentPartPr>
              <p14:xfrm>
                <a:off x="2397872" y="1716803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89A436-E213-9B78-A31E-A74F9913BE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91752" y="17106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6301FB-89CD-E27F-48D4-6E03F1789051}"/>
                    </a:ext>
                  </a:extLst>
                </p14:cNvPr>
                <p14:cNvContentPartPr/>
                <p14:nvPr/>
              </p14:nvContentPartPr>
              <p14:xfrm>
                <a:off x="2392112" y="1658483"/>
                <a:ext cx="21960" cy="58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6301FB-89CD-E27F-48D4-6E03F17890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85992" y="1652363"/>
                  <a:ext cx="34200" cy="7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659240-4800-20A8-B792-82112EC8574E}"/>
                  </a:ext>
                </a:extLst>
              </p14:cNvPr>
              <p14:cNvContentPartPr/>
              <p14:nvPr/>
            </p14:nvContentPartPr>
            <p14:xfrm>
              <a:off x="2686952" y="1744523"/>
              <a:ext cx="10800" cy="19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659240-4800-20A8-B792-82112EC8574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80832" y="1738403"/>
                <a:ext cx="2304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0618968-8992-0D66-3E65-99E3DF4D2500}"/>
              </a:ext>
            </a:extLst>
          </p:cNvPr>
          <p:cNvGrpSpPr/>
          <p:nvPr/>
        </p:nvGrpSpPr>
        <p:grpSpPr>
          <a:xfrm>
            <a:off x="3032192" y="2035763"/>
            <a:ext cx="95400" cy="64080"/>
            <a:chOff x="3032192" y="2035763"/>
            <a:chExt cx="95400" cy="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AE7BF0-BCB3-043A-CCED-5F7BD22E182E}"/>
                    </a:ext>
                  </a:extLst>
                </p14:cNvPr>
                <p14:cNvContentPartPr/>
                <p14:nvPr/>
              </p14:nvContentPartPr>
              <p14:xfrm>
                <a:off x="3032192" y="2099483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AE7BF0-BCB3-043A-CCED-5F7BD22E18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6072" y="209336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5466C8-9EC8-7EB8-3ACC-47A4ED41AB9D}"/>
                    </a:ext>
                  </a:extLst>
                </p14:cNvPr>
                <p14:cNvContentPartPr/>
                <p14:nvPr/>
              </p14:nvContentPartPr>
              <p14:xfrm>
                <a:off x="3032192" y="2035763"/>
                <a:ext cx="95400" cy="64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5466C8-9EC8-7EB8-3ACC-47A4ED41AB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26072" y="2029643"/>
                  <a:ext cx="1076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0AE081-AB97-6D33-3240-842411292EC1}"/>
              </a:ext>
            </a:extLst>
          </p:cNvPr>
          <p:cNvGrpSpPr/>
          <p:nvPr/>
        </p:nvGrpSpPr>
        <p:grpSpPr>
          <a:xfrm>
            <a:off x="3256472" y="2314043"/>
            <a:ext cx="19440" cy="65880"/>
            <a:chOff x="3256472" y="2314043"/>
            <a:chExt cx="19440" cy="6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974FC7-A8E5-383A-C07A-3FCB15B961DA}"/>
                    </a:ext>
                  </a:extLst>
                </p14:cNvPr>
                <p14:cNvContentPartPr/>
                <p14:nvPr/>
              </p14:nvContentPartPr>
              <p14:xfrm>
                <a:off x="3265472" y="2314043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974FC7-A8E5-383A-C07A-3FCB15B961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59352" y="23079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E0DD27-88AF-4F2D-7BF9-67B9023CC9E0}"/>
                    </a:ext>
                  </a:extLst>
                </p14:cNvPr>
                <p14:cNvContentPartPr/>
                <p14:nvPr/>
              </p14:nvContentPartPr>
              <p14:xfrm>
                <a:off x="3256472" y="2314043"/>
                <a:ext cx="19440" cy="6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E0DD27-88AF-4F2D-7BF9-67B9023CC9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50352" y="2307923"/>
                  <a:ext cx="316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5075AB1-3CE9-B265-61B4-91DCBAC440EE}"/>
                  </a:ext>
                </a:extLst>
              </p14:cNvPr>
              <p14:cNvContentPartPr/>
              <p14:nvPr/>
            </p14:nvContentPartPr>
            <p14:xfrm>
              <a:off x="3442952" y="2257163"/>
              <a:ext cx="19440" cy="75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5075AB1-3CE9-B265-61B4-91DCBAC440E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36832" y="2251043"/>
                <a:ext cx="316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E732596-E227-0C8C-A67A-8D25D0788F51}"/>
              </a:ext>
            </a:extLst>
          </p:cNvPr>
          <p:cNvGrpSpPr/>
          <p:nvPr/>
        </p:nvGrpSpPr>
        <p:grpSpPr>
          <a:xfrm>
            <a:off x="3573632" y="1903283"/>
            <a:ext cx="48600" cy="84600"/>
            <a:chOff x="3573632" y="1903283"/>
            <a:chExt cx="48600" cy="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6898B3-046E-4D20-9A97-6D598B014A61}"/>
                    </a:ext>
                  </a:extLst>
                </p14:cNvPr>
                <p14:cNvContentPartPr/>
                <p14:nvPr/>
              </p14:nvContentPartPr>
              <p14:xfrm>
                <a:off x="3573632" y="1987523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6898B3-046E-4D20-9A97-6D598B014A6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67512" y="19814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42F0A6-9576-0CD5-FE31-C43F506D51D0}"/>
                    </a:ext>
                  </a:extLst>
                </p14:cNvPr>
                <p14:cNvContentPartPr/>
                <p14:nvPr/>
              </p14:nvContentPartPr>
              <p14:xfrm>
                <a:off x="3573632" y="1903283"/>
                <a:ext cx="48600" cy="8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42F0A6-9576-0CD5-FE31-C43F506D51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7512" y="1897163"/>
                  <a:ext cx="6084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CFD8A1-37EF-CB99-65B6-DF7AFFC589F3}"/>
                  </a:ext>
                </a:extLst>
              </p14:cNvPr>
              <p14:cNvContentPartPr/>
              <p14:nvPr/>
            </p14:nvContentPartPr>
            <p14:xfrm>
              <a:off x="3729152" y="1512683"/>
              <a:ext cx="45720" cy="45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CFD8A1-37EF-CB99-65B6-DF7AFFC589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23032" y="1506563"/>
                <a:ext cx="5796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6532F6E-AE2F-8B95-E7D8-CA1AE36CAECF}"/>
              </a:ext>
            </a:extLst>
          </p:cNvPr>
          <p:cNvGrpSpPr/>
          <p:nvPr/>
        </p:nvGrpSpPr>
        <p:grpSpPr>
          <a:xfrm>
            <a:off x="5759912" y="1456883"/>
            <a:ext cx="744120" cy="354960"/>
            <a:chOff x="5759912" y="1456883"/>
            <a:chExt cx="74412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B22037-311A-D6AC-2DCF-BD836982DB13}"/>
                    </a:ext>
                  </a:extLst>
                </p14:cNvPr>
                <p14:cNvContentPartPr/>
                <p14:nvPr/>
              </p14:nvContentPartPr>
              <p14:xfrm>
                <a:off x="5759912" y="1539323"/>
                <a:ext cx="344160" cy="272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B22037-311A-D6AC-2DCF-BD836982DB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53792" y="1533203"/>
                  <a:ext cx="356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CEB75D-4953-09F4-3FA7-253EE705F53E}"/>
                    </a:ext>
                  </a:extLst>
                </p14:cNvPr>
                <p14:cNvContentPartPr/>
                <p14:nvPr/>
              </p14:nvContentPartPr>
              <p14:xfrm>
                <a:off x="6232592" y="1456883"/>
                <a:ext cx="271440" cy="28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CEB75D-4953-09F4-3FA7-253EE705F5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26472" y="1450763"/>
                  <a:ext cx="2836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9532F9F-52C0-5A2A-D780-64BDD5794E73}"/>
                  </a:ext>
                </a:extLst>
              </p14:cNvPr>
              <p14:cNvContentPartPr/>
              <p14:nvPr/>
            </p14:nvContentPartPr>
            <p14:xfrm>
              <a:off x="3828152" y="1001483"/>
              <a:ext cx="55800" cy="82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9532F9F-52C0-5A2A-D780-64BDD5794E7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22032" y="995363"/>
                <a:ext cx="6804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FCDA10B-F74D-37BC-A033-E6F8BC061B09}"/>
              </a:ext>
            </a:extLst>
          </p:cNvPr>
          <p:cNvGrpSpPr/>
          <p:nvPr/>
        </p:nvGrpSpPr>
        <p:grpSpPr>
          <a:xfrm>
            <a:off x="1987112" y="924083"/>
            <a:ext cx="3878640" cy="1479600"/>
            <a:chOff x="1987112" y="924083"/>
            <a:chExt cx="3878640" cy="14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B88ED4-4C72-E778-04E3-EFF9B61C32B2}"/>
                    </a:ext>
                  </a:extLst>
                </p14:cNvPr>
                <p14:cNvContentPartPr/>
                <p14:nvPr/>
              </p14:nvContentPartPr>
              <p14:xfrm>
                <a:off x="1987112" y="1352843"/>
                <a:ext cx="1873080" cy="1050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B88ED4-4C72-E778-04E3-EFF9B61C32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0992" y="1346723"/>
                  <a:ext cx="18853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9171B3-38FD-0519-3DE3-AE2022C44DE8}"/>
                    </a:ext>
                  </a:extLst>
                </p14:cNvPr>
                <p14:cNvContentPartPr/>
                <p14:nvPr/>
              </p14:nvContentPartPr>
              <p14:xfrm>
                <a:off x="4301552" y="924083"/>
                <a:ext cx="1564200" cy="112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9171B3-38FD-0519-3DE3-AE2022C44D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5432" y="917963"/>
                  <a:ext cx="1576440" cy="11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97A6DA-49E3-C595-577B-A0435CB012FE}"/>
                    </a:ext>
                  </a:extLst>
                </p14:cNvPr>
                <p14:cNvContentPartPr/>
                <p14:nvPr/>
              </p14:nvContentPartPr>
              <p14:xfrm>
                <a:off x="3872072" y="1315043"/>
                <a:ext cx="1068120" cy="892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97A6DA-49E3-C595-577B-A0435CB012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5952" y="1308923"/>
                  <a:ext cx="1080360" cy="90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71A8E21-7D1A-7AD3-592C-E341CC4C2D15}"/>
                  </a:ext>
                </a:extLst>
              </p14:cNvPr>
              <p14:cNvContentPartPr/>
              <p14:nvPr/>
            </p14:nvContentPartPr>
            <p14:xfrm>
              <a:off x="3815552" y="432683"/>
              <a:ext cx="168840" cy="929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71A8E21-7D1A-7AD3-592C-E341CC4C2D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09432" y="426563"/>
                <a:ext cx="18108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95A4034-590E-09F1-5B07-564A294C9D48}"/>
                  </a:ext>
                </a:extLst>
              </p14:cNvPr>
              <p14:cNvContentPartPr/>
              <p14:nvPr/>
            </p14:nvContentPartPr>
            <p14:xfrm>
              <a:off x="7016312" y="945683"/>
              <a:ext cx="708480" cy="613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95A4034-590E-09F1-5B07-564A294C9D4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10192" y="939563"/>
                <a:ext cx="72072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1C2FA48-530F-3E3F-BDF2-87E8BE2BEF04}"/>
                  </a:ext>
                </a:extLst>
              </p14:cNvPr>
              <p14:cNvContentPartPr/>
              <p14:nvPr/>
            </p14:nvContentPartPr>
            <p14:xfrm>
              <a:off x="7809032" y="405323"/>
              <a:ext cx="2573280" cy="1589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1C2FA48-530F-3E3F-BDF2-87E8BE2BEF0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02912" y="399203"/>
                <a:ext cx="2585520" cy="16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E4967C9-EC6F-B5DA-5ACD-7BCB0FE5A5E0}"/>
                  </a:ext>
                </a:extLst>
              </p14:cNvPr>
              <p14:cNvContentPartPr/>
              <p14:nvPr/>
            </p14:nvContentPartPr>
            <p14:xfrm>
              <a:off x="7448672" y="69443"/>
              <a:ext cx="3310200" cy="1427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E4967C9-EC6F-B5DA-5ACD-7BCB0FE5A5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42552" y="62963"/>
                <a:ext cx="332244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A169247-E288-3B46-09D1-57C9ACCB0F9A}"/>
                  </a:ext>
                </a:extLst>
              </p14:cNvPr>
              <p14:cNvContentPartPr/>
              <p14:nvPr/>
            </p14:nvContentPartPr>
            <p14:xfrm>
              <a:off x="2437832" y="3831443"/>
              <a:ext cx="45000" cy="73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A169247-E288-3B46-09D1-57C9ACCB0F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31712" y="3825323"/>
                <a:ext cx="572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2E28070-0B19-0832-2F75-0EBCB752FAB6}"/>
                  </a:ext>
                </a:extLst>
              </p14:cNvPr>
              <p14:cNvContentPartPr/>
              <p14:nvPr/>
            </p14:nvContentPartPr>
            <p14:xfrm>
              <a:off x="3040832" y="2843243"/>
              <a:ext cx="34920" cy="190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2E28070-0B19-0832-2F75-0EBCB752FA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34712" y="2837123"/>
                <a:ext cx="47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4AFA592-9758-EE54-F781-30FE82BE1BFE}"/>
                  </a:ext>
                </a:extLst>
              </p14:cNvPr>
              <p14:cNvContentPartPr/>
              <p14:nvPr/>
            </p14:nvContentPartPr>
            <p14:xfrm>
              <a:off x="2731232" y="3268763"/>
              <a:ext cx="68760" cy="148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4AFA592-9758-EE54-F781-30FE82BE1B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25112" y="3262643"/>
                <a:ext cx="810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37E019-F0C7-437D-0090-E12790A4255B}"/>
                  </a:ext>
                </a:extLst>
              </p14:cNvPr>
              <p14:cNvContentPartPr/>
              <p14:nvPr/>
            </p14:nvContentPartPr>
            <p14:xfrm>
              <a:off x="3582992" y="2901563"/>
              <a:ext cx="113040" cy="120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37E019-F0C7-437D-0090-E12790A425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76872" y="2895443"/>
                <a:ext cx="1252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9A064BF-32E9-7BA9-071F-9DB01420E3C6}"/>
                  </a:ext>
                </a:extLst>
              </p14:cNvPr>
              <p14:cNvContentPartPr/>
              <p14:nvPr/>
            </p14:nvContentPartPr>
            <p14:xfrm>
              <a:off x="3863072" y="3804803"/>
              <a:ext cx="122760" cy="177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9A064BF-32E9-7BA9-071F-9DB01420E3C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56952" y="3798683"/>
                <a:ext cx="135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A40122B-D307-62F7-46AA-800C47D9DEAF}"/>
                  </a:ext>
                </a:extLst>
              </p14:cNvPr>
              <p14:cNvContentPartPr/>
              <p14:nvPr/>
            </p14:nvContentPartPr>
            <p14:xfrm>
              <a:off x="4381112" y="3705083"/>
              <a:ext cx="127440" cy="166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A40122B-D307-62F7-46AA-800C47D9DE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74992" y="3698963"/>
                <a:ext cx="13968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7BCF32B-2776-A98B-3FC8-8C09E5379000}"/>
              </a:ext>
            </a:extLst>
          </p:cNvPr>
          <p:cNvGrpSpPr/>
          <p:nvPr/>
        </p:nvGrpSpPr>
        <p:grpSpPr>
          <a:xfrm>
            <a:off x="4555712" y="3097763"/>
            <a:ext cx="176760" cy="279360"/>
            <a:chOff x="4555712" y="3097763"/>
            <a:chExt cx="17676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94DFD3-195C-E712-3FB2-7B6F7619DF9C}"/>
                    </a:ext>
                  </a:extLst>
                </p14:cNvPr>
                <p14:cNvContentPartPr/>
                <p14:nvPr/>
              </p14:nvContentPartPr>
              <p14:xfrm>
                <a:off x="4555712" y="3106763"/>
                <a:ext cx="176760" cy="270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94DFD3-195C-E712-3FB2-7B6F7619DF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49592" y="3100643"/>
                  <a:ext cx="189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A1D94D-B191-3DDC-F2BA-353EF485254B}"/>
                    </a:ext>
                  </a:extLst>
                </p14:cNvPr>
                <p14:cNvContentPartPr/>
                <p14:nvPr/>
              </p14:nvContentPartPr>
              <p14:xfrm>
                <a:off x="4702592" y="3097763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A1D94D-B191-3DDC-F2BA-353EF48525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96472" y="309164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81605BE-6C97-85AA-6279-AB6F4C828733}"/>
                  </a:ext>
                </a:extLst>
              </p14:cNvPr>
              <p14:cNvContentPartPr/>
              <p14:nvPr/>
            </p14:nvContentPartPr>
            <p14:xfrm>
              <a:off x="1408592" y="3362003"/>
              <a:ext cx="4917600" cy="72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81605BE-6C97-85AA-6279-AB6F4C82873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02472" y="3355883"/>
                <a:ext cx="492984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7365C12-8212-FECD-9C82-B5221D7B01D4}"/>
              </a:ext>
            </a:extLst>
          </p:cNvPr>
          <p:cNvGrpSpPr/>
          <p:nvPr/>
        </p:nvGrpSpPr>
        <p:grpSpPr>
          <a:xfrm>
            <a:off x="6941792" y="2701043"/>
            <a:ext cx="1934280" cy="968400"/>
            <a:chOff x="6941792" y="2701043"/>
            <a:chExt cx="1934280" cy="9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99E96B-7931-C2A7-9E28-8BA8F54B7C0E}"/>
                    </a:ext>
                  </a:extLst>
                </p14:cNvPr>
                <p14:cNvContentPartPr/>
                <p14:nvPr/>
              </p14:nvContentPartPr>
              <p14:xfrm>
                <a:off x="6941792" y="2701043"/>
                <a:ext cx="1111320" cy="65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99E96B-7931-C2A7-9E28-8BA8F54B7C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35672" y="2694923"/>
                  <a:ext cx="112356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983001-3C4C-7F78-BF74-038C4B0AF6D8}"/>
                    </a:ext>
                  </a:extLst>
                </p14:cNvPr>
                <p14:cNvContentPartPr/>
                <p14:nvPr/>
              </p14:nvContentPartPr>
              <p14:xfrm>
                <a:off x="8359832" y="2901563"/>
                <a:ext cx="516240" cy="767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983001-3C4C-7F78-BF74-038C4B0AF6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53712" y="2895443"/>
                  <a:ext cx="528480" cy="78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DF593F5-0A88-5850-2C61-541E5565E727}"/>
                  </a:ext>
                </a:extLst>
              </p14:cNvPr>
              <p14:cNvContentPartPr/>
              <p14:nvPr/>
            </p14:nvContentPartPr>
            <p14:xfrm>
              <a:off x="2220752" y="2572163"/>
              <a:ext cx="1973160" cy="1828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DF593F5-0A88-5850-2C61-541E5565E72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214632" y="2566043"/>
                <a:ext cx="1985400" cy="18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3F02F1A-BD9D-4D73-111A-FDAE9A1F9D67}"/>
                  </a:ext>
                </a:extLst>
              </p14:cNvPr>
              <p14:cNvContentPartPr/>
              <p14:nvPr/>
            </p14:nvContentPartPr>
            <p14:xfrm>
              <a:off x="307712" y="4388723"/>
              <a:ext cx="11252160" cy="397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3F02F1A-BD9D-4D73-111A-FDAE9A1F9D6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01592" y="4382603"/>
                <a:ext cx="11264400" cy="41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EF2C4EA-8A27-BDF2-BC95-1A9D7D85D710}"/>
              </a:ext>
            </a:extLst>
          </p:cNvPr>
          <p:cNvGrpSpPr/>
          <p:nvPr/>
        </p:nvGrpSpPr>
        <p:grpSpPr>
          <a:xfrm>
            <a:off x="553592" y="4489163"/>
            <a:ext cx="3068280" cy="699120"/>
            <a:chOff x="553592" y="4489163"/>
            <a:chExt cx="3068280" cy="69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C24D33-2DDD-2090-3DA3-0511E631383D}"/>
                    </a:ext>
                  </a:extLst>
                </p14:cNvPr>
                <p14:cNvContentPartPr/>
                <p14:nvPr/>
              </p14:nvContentPartPr>
              <p14:xfrm>
                <a:off x="553592" y="4921883"/>
                <a:ext cx="1341720" cy="266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C24D33-2DDD-2090-3DA3-0511E631383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7472" y="4915763"/>
                  <a:ext cx="1353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DEE744-2BEE-BB41-E4F7-235D9C266AE3}"/>
                    </a:ext>
                  </a:extLst>
                </p14:cNvPr>
                <p14:cNvContentPartPr/>
                <p14:nvPr/>
              </p14:nvContentPartPr>
              <p14:xfrm>
                <a:off x="1782272" y="4703003"/>
                <a:ext cx="1009080" cy="431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DEE744-2BEE-BB41-E4F7-235D9C266A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76152" y="4696883"/>
                  <a:ext cx="1021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168665-3331-024C-05CB-C7B39F1C216E}"/>
                    </a:ext>
                  </a:extLst>
                </p14:cNvPr>
                <p14:cNvContentPartPr/>
                <p14:nvPr/>
              </p14:nvContentPartPr>
              <p14:xfrm>
                <a:off x="3144152" y="4489163"/>
                <a:ext cx="477720" cy="469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168665-3331-024C-05CB-C7B39F1C216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38032" y="4483043"/>
                  <a:ext cx="489960" cy="48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0631335-2EA0-DD25-F421-3EA4A942A5A4}"/>
                  </a:ext>
                </a:extLst>
              </p14:cNvPr>
              <p14:cNvContentPartPr/>
              <p14:nvPr/>
            </p14:nvContentPartPr>
            <p14:xfrm>
              <a:off x="1818992" y="5299523"/>
              <a:ext cx="1459440" cy="449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0631335-2EA0-DD25-F421-3EA4A942A5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12872" y="5293403"/>
                <a:ext cx="14716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F419E9B-4A15-2BAE-1B8C-C43C7ED68908}"/>
                  </a:ext>
                </a:extLst>
              </p14:cNvPr>
              <p14:cNvContentPartPr/>
              <p14:nvPr/>
            </p14:nvContentPartPr>
            <p14:xfrm>
              <a:off x="3498752" y="5457563"/>
              <a:ext cx="374400" cy="5911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F419E9B-4A15-2BAE-1B8C-C43C7ED6890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492632" y="5451443"/>
                <a:ext cx="38664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447BA67-3A31-A850-66C7-B292F945FE6C}"/>
                  </a:ext>
                </a:extLst>
              </p14:cNvPr>
              <p14:cNvContentPartPr/>
              <p14:nvPr/>
            </p14:nvContentPartPr>
            <p14:xfrm>
              <a:off x="3924632" y="4659803"/>
              <a:ext cx="375120" cy="1243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447BA67-3A31-A850-66C7-B292F945FE6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918512" y="4653683"/>
                <a:ext cx="387360" cy="12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F6C9F758-31E4-7B43-7B22-8F86555C9256}"/>
              </a:ext>
            </a:extLst>
          </p:cNvPr>
          <p:cNvGrpSpPr/>
          <p:nvPr/>
        </p:nvGrpSpPr>
        <p:grpSpPr>
          <a:xfrm>
            <a:off x="5148992" y="4592483"/>
            <a:ext cx="1481400" cy="725400"/>
            <a:chOff x="5148992" y="4592483"/>
            <a:chExt cx="148140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FB19E9-3FAB-8495-0A59-E55F6750BC6D}"/>
                    </a:ext>
                  </a:extLst>
                </p14:cNvPr>
                <p14:cNvContentPartPr/>
                <p14:nvPr/>
              </p14:nvContentPartPr>
              <p14:xfrm>
                <a:off x="5148992" y="4721363"/>
                <a:ext cx="451440" cy="36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FB19E9-3FAB-8495-0A59-E55F6750BC6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142872" y="4715243"/>
                  <a:ext cx="4636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D3C0AC-843C-14DB-7589-6C6C8E2B7FF6}"/>
                    </a:ext>
                  </a:extLst>
                </p14:cNvPr>
                <p14:cNvContentPartPr/>
                <p14:nvPr/>
              </p14:nvContentPartPr>
              <p14:xfrm>
                <a:off x="5598272" y="4777163"/>
                <a:ext cx="591120" cy="132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D3C0AC-843C-14DB-7589-6C6C8E2B7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92152" y="4771043"/>
                  <a:ext cx="603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78A056-94FA-AC64-B4E2-CA54F07F8827}"/>
                    </a:ext>
                  </a:extLst>
                </p14:cNvPr>
                <p14:cNvContentPartPr/>
                <p14:nvPr/>
              </p14:nvContentPartPr>
              <p14:xfrm>
                <a:off x="6353192" y="4592483"/>
                <a:ext cx="277200" cy="24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78A056-94FA-AC64-B4E2-CA54F07F882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47072" y="4586363"/>
                  <a:ext cx="289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880900-37B8-8F8E-77B3-246B2547D021}"/>
                    </a:ext>
                  </a:extLst>
                </p14:cNvPr>
                <p14:cNvContentPartPr/>
                <p14:nvPr/>
              </p14:nvContentPartPr>
              <p14:xfrm>
                <a:off x="5980952" y="5028083"/>
                <a:ext cx="309960" cy="18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880900-37B8-8F8E-77B3-246B2547D0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974832" y="5021963"/>
                  <a:ext cx="322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C040654-7ABF-2155-5161-849173FD8ACF}"/>
                    </a:ext>
                  </a:extLst>
                </p14:cNvPr>
                <p14:cNvContentPartPr/>
                <p14:nvPr/>
              </p14:nvContentPartPr>
              <p14:xfrm>
                <a:off x="6199832" y="4886963"/>
                <a:ext cx="408600" cy="430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C040654-7ABF-2155-5161-849173FD8AC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93712" y="4880843"/>
                  <a:ext cx="42084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415DB22-656D-1DAA-382A-91C31FB6DB55}"/>
              </a:ext>
            </a:extLst>
          </p:cNvPr>
          <p:cNvGrpSpPr/>
          <p:nvPr/>
        </p:nvGrpSpPr>
        <p:grpSpPr>
          <a:xfrm>
            <a:off x="6064472" y="5617043"/>
            <a:ext cx="1260720" cy="1076400"/>
            <a:chOff x="6064472" y="5617043"/>
            <a:chExt cx="1260720" cy="10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BF42044-458B-23F1-B36D-31B50CED0DA9}"/>
                    </a:ext>
                  </a:extLst>
                </p14:cNvPr>
                <p14:cNvContentPartPr/>
                <p14:nvPr/>
              </p14:nvContentPartPr>
              <p14:xfrm>
                <a:off x="6064472" y="5878763"/>
                <a:ext cx="515880" cy="214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BF42044-458B-23F1-B36D-31B50CED0D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058352" y="5872643"/>
                  <a:ext cx="528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6A043C-C346-D3CB-C85B-F3C0CCEAAB24}"/>
                    </a:ext>
                  </a:extLst>
                </p14:cNvPr>
                <p14:cNvContentPartPr/>
                <p14:nvPr/>
              </p14:nvContentPartPr>
              <p14:xfrm>
                <a:off x="6849632" y="5617043"/>
                <a:ext cx="475560" cy="1076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6A043C-C346-D3CB-C85B-F3C0CCEAAB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843512" y="5610923"/>
                  <a:ext cx="487800" cy="10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215E419-25AE-10D4-C5E7-700F317576DF}"/>
                  </a:ext>
                </a:extLst>
              </p14:cNvPr>
              <p14:cNvContentPartPr/>
              <p14:nvPr/>
            </p14:nvContentPartPr>
            <p14:xfrm>
              <a:off x="7203152" y="4636403"/>
              <a:ext cx="843840" cy="18025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215E419-25AE-10D4-C5E7-700F317576D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97032" y="4630283"/>
                <a:ext cx="856080" cy="18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9E26DBA-556C-DD59-BE35-B58B720827FC}"/>
                  </a:ext>
                </a:extLst>
              </p14:cNvPr>
              <p14:cNvContentPartPr/>
              <p14:nvPr/>
            </p14:nvContentPartPr>
            <p14:xfrm>
              <a:off x="9923672" y="6046523"/>
              <a:ext cx="18000" cy="302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9E26DBA-556C-DD59-BE35-B58B720827F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917552" y="6040403"/>
                <a:ext cx="30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98D61E3-8B35-97E4-CF5F-21B65ACD40AF}"/>
                  </a:ext>
                </a:extLst>
              </p14:cNvPr>
              <p14:cNvContentPartPr/>
              <p14:nvPr/>
            </p14:nvContentPartPr>
            <p14:xfrm>
              <a:off x="10143992" y="5327603"/>
              <a:ext cx="36000" cy="140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98D61E3-8B35-97E4-CF5F-21B65ACD40A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137872" y="5321483"/>
                <a:ext cx="482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0F128C17-E976-FEDE-75BC-AEF5ACE2A010}"/>
              </a:ext>
            </a:extLst>
          </p:cNvPr>
          <p:cNvGrpSpPr/>
          <p:nvPr/>
        </p:nvGrpSpPr>
        <p:grpSpPr>
          <a:xfrm>
            <a:off x="8490872" y="4599323"/>
            <a:ext cx="3201480" cy="2372760"/>
            <a:chOff x="8490872" y="4599323"/>
            <a:chExt cx="3201480" cy="23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12C579E-929D-31FB-4B2B-B0501638602F}"/>
                    </a:ext>
                  </a:extLst>
                </p14:cNvPr>
                <p14:cNvContentPartPr/>
                <p14:nvPr/>
              </p14:nvContentPartPr>
              <p14:xfrm>
                <a:off x="8490872" y="5077403"/>
                <a:ext cx="467640" cy="442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12C579E-929D-31FB-4B2B-B0501638602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84752" y="5071283"/>
                  <a:ext cx="4798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CDEF62-1F2E-D000-9B9D-74A6A51E4F3F}"/>
                    </a:ext>
                  </a:extLst>
                </p14:cNvPr>
                <p14:cNvContentPartPr/>
                <p14:nvPr/>
              </p14:nvContentPartPr>
              <p14:xfrm>
                <a:off x="9152912" y="5199443"/>
                <a:ext cx="373680" cy="8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CDEF62-1F2E-D000-9B9D-74A6A51E4F3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146792" y="5193323"/>
                  <a:ext cx="385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39AD2F-3179-5F76-D0FB-1C6D44F28499}"/>
                    </a:ext>
                  </a:extLst>
                </p14:cNvPr>
                <p14:cNvContentPartPr/>
                <p14:nvPr/>
              </p14:nvContentPartPr>
              <p14:xfrm>
                <a:off x="9777152" y="4989203"/>
                <a:ext cx="219240" cy="502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39AD2F-3179-5F76-D0FB-1C6D44F2849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71032" y="4983083"/>
                  <a:ext cx="2314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C99404B-B51F-4D29-8051-A98A1B5BEAE3}"/>
                    </a:ext>
                  </a:extLst>
                </p14:cNvPr>
                <p14:cNvContentPartPr/>
                <p14:nvPr/>
              </p14:nvContentPartPr>
              <p14:xfrm>
                <a:off x="9824672" y="5221043"/>
                <a:ext cx="164160" cy="13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C99404B-B51F-4D29-8051-A98A1B5BEAE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18552" y="5214923"/>
                  <a:ext cx="176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755589-5C30-89E1-F816-3D8F765A0A3B}"/>
                    </a:ext>
                  </a:extLst>
                </p14:cNvPr>
                <p14:cNvContentPartPr/>
                <p14:nvPr/>
              </p14:nvContentPartPr>
              <p14:xfrm>
                <a:off x="9218792" y="5539643"/>
                <a:ext cx="365040" cy="174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755589-5C30-89E1-F816-3D8F765A0A3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12672" y="5533523"/>
                  <a:ext cx="377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F61DC0-B12D-D654-F013-8A6FEC4A9E7C}"/>
                    </a:ext>
                  </a:extLst>
                </p14:cNvPr>
                <p14:cNvContentPartPr/>
                <p14:nvPr/>
              </p14:nvContentPartPr>
              <p14:xfrm>
                <a:off x="9823592" y="5568803"/>
                <a:ext cx="378000" cy="390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F61DC0-B12D-D654-F013-8A6FEC4A9E7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17472" y="5562683"/>
                  <a:ext cx="390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269089-7C51-E8F4-7971-840D89F4DFF5}"/>
                    </a:ext>
                  </a:extLst>
                </p14:cNvPr>
                <p14:cNvContentPartPr/>
                <p14:nvPr/>
              </p14:nvContentPartPr>
              <p14:xfrm>
                <a:off x="9395912" y="6085043"/>
                <a:ext cx="316800" cy="175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269089-7C51-E8F4-7971-840D89F4DFF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89792" y="6078923"/>
                  <a:ext cx="329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2E1994-BD54-93A4-BB74-09F25FAD5EBF}"/>
                    </a:ext>
                  </a:extLst>
                </p14:cNvPr>
                <p14:cNvContentPartPr/>
                <p14:nvPr/>
              </p14:nvContentPartPr>
              <p14:xfrm>
                <a:off x="9943832" y="6024923"/>
                <a:ext cx="282240" cy="236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2E1994-BD54-93A4-BB74-09F25FAD5E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37712" y="6018803"/>
                  <a:ext cx="294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FFEF34-60AE-3E3E-BF07-23E7ABFF0449}"/>
                    </a:ext>
                  </a:extLst>
                </p14:cNvPr>
                <p14:cNvContentPartPr/>
                <p14:nvPr/>
              </p14:nvContentPartPr>
              <p14:xfrm>
                <a:off x="9367832" y="6363683"/>
                <a:ext cx="383400" cy="236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FFEF34-60AE-3E3E-BF07-23E7ABFF044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1712" y="6357563"/>
                  <a:ext cx="395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8A867C-C6F6-6ABD-A32D-C0D2F72FBCBD}"/>
                    </a:ext>
                  </a:extLst>
                </p14:cNvPr>
                <p14:cNvContentPartPr/>
                <p14:nvPr/>
              </p14:nvContentPartPr>
              <p14:xfrm>
                <a:off x="9908912" y="6456923"/>
                <a:ext cx="281160" cy="418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8A867C-C6F6-6ABD-A32D-C0D2F72FBCB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02792" y="6450803"/>
                  <a:ext cx="2934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192442B-C655-6B8F-3813-F92C225AFDDF}"/>
                    </a:ext>
                  </a:extLst>
                </p14:cNvPr>
                <p14:cNvContentPartPr/>
                <p14:nvPr/>
              </p14:nvContentPartPr>
              <p14:xfrm>
                <a:off x="10356752" y="4904603"/>
                <a:ext cx="352800" cy="38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192442B-C655-6B8F-3813-F92C225AFD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350632" y="4898483"/>
                  <a:ext cx="365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DF4066-BE7A-95A7-AE32-DC2A92E637F5}"/>
                    </a:ext>
                  </a:extLst>
                </p14:cNvPr>
                <p14:cNvContentPartPr/>
                <p14:nvPr/>
              </p14:nvContentPartPr>
              <p14:xfrm>
                <a:off x="10328312" y="5840963"/>
                <a:ext cx="19440" cy="48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DF4066-BE7A-95A7-AE32-DC2A92E637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22192" y="5834843"/>
                  <a:ext cx="3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020620-12C9-5272-6674-A380936EEA65}"/>
                    </a:ext>
                  </a:extLst>
                </p14:cNvPr>
                <p14:cNvContentPartPr/>
                <p14:nvPr/>
              </p14:nvContentPartPr>
              <p14:xfrm>
                <a:off x="10467632" y="5530643"/>
                <a:ext cx="329400" cy="306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020620-12C9-5272-6674-A380936EEA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461512" y="5524523"/>
                  <a:ext cx="3416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7872CF-2D1C-99E7-50E8-217447E9AA42}"/>
                    </a:ext>
                  </a:extLst>
                </p14:cNvPr>
                <p14:cNvContentPartPr/>
                <p14:nvPr/>
              </p14:nvContentPartPr>
              <p14:xfrm>
                <a:off x="10907552" y="5738363"/>
                <a:ext cx="13680" cy="69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7872CF-2D1C-99E7-50E8-217447E9AA4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01432" y="5732243"/>
                  <a:ext cx="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7113FE7-3A13-6A79-11B7-1BF846FE3BFC}"/>
                    </a:ext>
                  </a:extLst>
                </p14:cNvPr>
                <p14:cNvContentPartPr/>
                <p14:nvPr/>
              </p14:nvContentPartPr>
              <p14:xfrm>
                <a:off x="11056592" y="5546843"/>
                <a:ext cx="318240" cy="264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7113FE7-3A13-6A79-11B7-1BF846FE3BF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50472" y="5540723"/>
                  <a:ext cx="330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D9E15E-2A92-03D9-61A3-C76941E58FAE}"/>
                    </a:ext>
                  </a:extLst>
                </p14:cNvPr>
                <p14:cNvContentPartPr/>
                <p14:nvPr/>
              </p14:nvContentPartPr>
              <p14:xfrm>
                <a:off x="9507152" y="4599323"/>
                <a:ext cx="2185200" cy="2372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D9E15E-2A92-03D9-61A3-C76941E58FA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501032" y="4593203"/>
                  <a:ext cx="2197440" cy="238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C024904-3E70-674B-EAE1-4948528166FF}"/>
              </a:ext>
            </a:extLst>
          </p:cNvPr>
          <p:cNvGrpSpPr/>
          <p:nvPr/>
        </p:nvGrpSpPr>
        <p:grpSpPr>
          <a:xfrm>
            <a:off x="9143192" y="3693923"/>
            <a:ext cx="774360" cy="371880"/>
            <a:chOff x="9143192" y="3693923"/>
            <a:chExt cx="77436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1295ADE-E3EB-BA0E-1E7C-773DD68FF956}"/>
                    </a:ext>
                  </a:extLst>
                </p14:cNvPr>
                <p14:cNvContentPartPr/>
                <p14:nvPr/>
              </p14:nvContentPartPr>
              <p14:xfrm>
                <a:off x="9143192" y="3734243"/>
                <a:ext cx="363600" cy="331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1295ADE-E3EB-BA0E-1E7C-773DD68FF9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37072" y="3728123"/>
                  <a:ext cx="375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05580E-BBAE-2522-98A7-2F6CD6FC7022}"/>
                    </a:ext>
                  </a:extLst>
                </p14:cNvPr>
                <p14:cNvContentPartPr/>
                <p14:nvPr/>
              </p14:nvContentPartPr>
              <p14:xfrm>
                <a:off x="9675992" y="3693923"/>
                <a:ext cx="241560" cy="91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05580E-BBAE-2522-98A7-2F6CD6FC702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69512" y="3687803"/>
                  <a:ext cx="25380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55CD0A3-95D7-71F6-8683-A43C26D37379}"/>
                  </a:ext>
                </a:extLst>
              </p14:cNvPr>
              <p14:cNvContentPartPr/>
              <p14:nvPr/>
            </p14:nvContentPartPr>
            <p14:xfrm>
              <a:off x="9619832" y="5225363"/>
              <a:ext cx="1222920" cy="1490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55CD0A3-95D7-71F6-8683-A43C26D3737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613712" y="5218883"/>
                <a:ext cx="1235160" cy="1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09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FB4D31F-B576-146A-3C10-C2FC39B2D986}"/>
              </a:ext>
            </a:extLst>
          </p:cNvPr>
          <p:cNvGrpSpPr/>
          <p:nvPr/>
        </p:nvGrpSpPr>
        <p:grpSpPr>
          <a:xfrm>
            <a:off x="6543272" y="3642803"/>
            <a:ext cx="1223280" cy="918000"/>
            <a:chOff x="6543272" y="3642803"/>
            <a:chExt cx="1223280" cy="91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5BBBFF-F76E-7902-EE2D-74F423B79CED}"/>
                    </a:ext>
                  </a:extLst>
                </p14:cNvPr>
                <p14:cNvContentPartPr/>
                <p14:nvPr/>
              </p14:nvContentPartPr>
              <p14:xfrm>
                <a:off x="6543272" y="3642803"/>
                <a:ext cx="372960" cy="91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5BBBFF-F76E-7902-EE2D-74F423B79CE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37152" y="3636683"/>
                  <a:ext cx="38520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00C774-775B-E174-0B5B-6DD835FD2211}"/>
                    </a:ext>
                  </a:extLst>
                </p14:cNvPr>
                <p14:cNvContentPartPr/>
                <p14:nvPr/>
              </p14:nvContentPartPr>
              <p14:xfrm>
                <a:off x="7059872" y="3740363"/>
                <a:ext cx="485640" cy="599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00C774-775B-E174-0B5B-6DD835FD22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3752" y="3734243"/>
                  <a:ext cx="49788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72CB5A-0B01-75D6-E340-77D5CFC8E52C}"/>
                    </a:ext>
                  </a:extLst>
                </p14:cNvPr>
                <p14:cNvContentPartPr/>
                <p14:nvPr/>
              </p14:nvContentPartPr>
              <p14:xfrm>
                <a:off x="7750352" y="3709763"/>
                <a:ext cx="16200" cy="528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72CB5A-0B01-75D6-E340-77D5CFC8E5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44232" y="3703643"/>
                  <a:ext cx="28440" cy="54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F82676F-7BB2-3B03-7534-381BE450970F}"/>
              </a:ext>
            </a:extLst>
          </p:cNvPr>
          <p:cNvGrpSpPr/>
          <p:nvPr/>
        </p:nvGrpSpPr>
        <p:grpSpPr>
          <a:xfrm>
            <a:off x="7078952" y="4929443"/>
            <a:ext cx="1018080" cy="647280"/>
            <a:chOff x="7078952" y="4929443"/>
            <a:chExt cx="101808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803424-B96C-1F99-F0F7-B46C922940BB}"/>
                    </a:ext>
                  </a:extLst>
                </p14:cNvPr>
                <p14:cNvContentPartPr/>
                <p14:nvPr/>
              </p14:nvContentPartPr>
              <p14:xfrm>
                <a:off x="7078952" y="4995683"/>
                <a:ext cx="442080" cy="509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803424-B96C-1F99-F0F7-B46C922940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72832" y="4989563"/>
                  <a:ext cx="4543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9E691D-CAC1-2AEA-68BC-B78E80D50667}"/>
                    </a:ext>
                  </a:extLst>
                </p14:cNvPr>
                <p14:cNvContentPartPr/>
                <p14:nvPr/>
              </p14:nvContentPartPr>
              <p14:xfrm>
                <a:off x="7564592" y="5187923"/>
                <a:ext cx="29160" cy="70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9E691D-CAC1-2AEA-68BC-B78E80D506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58472" y="5181803"/>
                  <a:ext cx="41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CC919FB-AE12-6B94-5EA1-21ECAEC21A26}"/>
                    </a:ext>
                  </a:extLst>
                </p14:cNvPr>
                <p14:cNvContentPartPr/>
                <p14:nvPr/>
              </p14:nvContentPartPr>
              <p14:xfrm>
                <a:off x="7791752" y="4929443"/>
                <a:ext cx="305280" cy="647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CC919FB-AE12-6B94-5EA1-21ECAEC21A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85632" y="4923323"/>
                  <a:ext cx="317520" cy="65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E3CD66-60B8-E812-6FA1-B29A1648937C}"/>
              </a:ext>
            </a:extLst>
          </p:cNvPr>
          <p:cNvGrpSpPr/>
          <p:nvPr/>
        </p:nvGrpSpPr>
        <p:grpSpPr>
          <a:xfrm>
            <a:off x="8677712" y="5024123"/>
            <a:ext cx="1261080" cy="485280"/>
            <a:chOff x="8677712" y="5024123"/>
            <a:chExt cx="126108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0FE9B3-CA16-1BBB-5FF4-A90284C4ADE7}"/>
                    </a:ext>
                  </a:extLst>
                </p14:cNvPr>
                <p14:cNvContentPartPr/>
                <p14:nvPr/>
              </p14:nvContentPartPr>
              <p14:xfrm>
                <a:off x="8677712" y="5041763"/>
                <a:ext cx="451080" cy="447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0FE9B3-CA16-1BBB-5FF4-A90284C4AD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71592" y="5035643"/>
                  <a:ext cx="4633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21DE96-1C83-C152-7234-46591C66E63D}"/>
                    </a:ext>
                  </a:extLst>
                </p14:cNvPr>
                <p14:cNvContentPartPr/>
                <p14:nvPr/>
              </p14:nvContentPartPr>
              <p14:xfrm>
                <a:off x="9267032" y="5325083"/>
                <a:ext cx="94680" cy="3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21DE96-1C83-C152-7234-46591C66E6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60912" y="5318963"/>
                  <a:ext cx="106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C81C42-E20C-7C6D-37F9-39203FC89653}"/>
                    </a:ext>
                  </a:extLst>
                </p14:cNvPr>
                <p14:cNvContentPartPr/>
                <p14:nvPr/>
              </p14:nvContentPartPr>
              <p14:xfrm>
                <a:off x="9542792" y="5024123"/>
                <a:ext cx="396000" cy="48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C81C42-E20C-7C6D-37F9-39203FC896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36672" y="5018003"/>
                  <a:ext cx="40824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ABE6D36-5F34-BD99-25BC-2D3E8D230293}"/>
                  </a:ext>
                </a:extLst>
              </p14:cNvPr>
              <p14:cNvContentPartPr/>
              <p14:nvPr/>
            </p14:nvContentPartPr>
            <p14:xfrm>
              <a:off x="8718752" y="3722723"/>
              <a:ext cx="343800" cy="6094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ABE6D36-5F34-BD99-25BC-2D3E8D2302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2632" y="3716603"/>
                <a:ext cx="3560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C378B73-69BB-B5E1-6D5B-B45A82843BAB}"/>
                  </a:ext>
                </a:extLst>
              </p14:cNvPr>
              <p14:cNvContentPartPr/>
              <p14:nvPr/>
            </p14:nvContentPartPr>
            <p14:xfrm>
              <a:off x="9328232" y="3834323"/>
              <a:ext cx="416880" cy="429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C378B73-69BB-B5E1-6D5B-B45A82843B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22112" y="3828203"/>
                <a:ext cx="42912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819A7C1-C242-5CB4-7B10-7095646834C9}"/>
              </a:ext>
            </a:extLst>
          </p:cNvPr>
          <p:cNvGrpSpPr/>
          <p:nvPr/>
        </p:nvGrpSpPr>
        <p:grpSpPr>
          <a:xfrm>
            <a:off x="10350632" y="3704723"/>
            <a:ext cx="1823760" cy="1923120"/>
            <a:chOff x="10350632" y="3704723"/>
            <a:chExt cx="1823760" cy="192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D23655-CEB4-C651-8E9E-2521E39D2103}"/>
                    </a:ext>
                  </a:extLst>
                </p14:cNvPr>
                <p14:cNvContentPartPr/>
                <p14:nvPr/>
              </p14:nvContentPartPr>
              <p14:xfrm>
                <a:off x="10350632" y="3789683"/>
                <a:ext cx="453960" cy="522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D23655-CEB4-C651-8E9E-2521E39D21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44512" y="3783563"/>
                  <a:ext cx="4662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BC1E8A-5983-1711-523D-47E75C081689}"/>
                    </a:ext>
                  </a:extLst>
                </p14:cNvPr>
                <p14:cNvContentPartPr/>
                <p14:nvPr/>
              </p14:nvContentPartPr>
              <p14:xfrm>
                <a:off x="10845992" y="3983003"/>
                <a:ext cx="361800" cy="495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BC1E8A-5983-1711-523D-47E75C0816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39872" y="3976883"/>
                  <a:ext cx="3740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9548F6-D059-2E26-6E8C-352688033F8F}"/>
                    </a:ext>
                  </a:extLst>
                </p14:cNvPr>
                <p14:cNvContentPartPr/>
                <p14:nvPr/>
              </p14:nvContentPartPr>
              <p14:xfrm>
                <a:off x="10452512" y="5173163"/>
                <a:ext cx="280080" cy="408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9548F6-D059-2E26-6E8C-352688033F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46392" y="5167043"/>
                  <a:ext cx="292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F75CECC-7E47-725D-74BB-8474833145CE}"/>
                    </a:ext>
                  </a:extLst>
                </p14:cNvPr>
                <p14:cNvContentPartPr/>
                <p14:nvPr/>
              </p14:nvContentPartPr>
              <p14:xfrm>
                <a:off x="10889912" y="5422283"/>
                <a:ext cx="2160" cy="5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F75CECC-7E47-725D-74BB-8474833145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83792" y="5416163"/>
                  <a:ext cx="144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7AAEBB-5FD7-7948-2DB4-121BE20683C1}"/>
                    </a:ext>
                  </a:extLst>
                </p14:cNvPr>
                <p14:cNvContentPartPr/>
                <p14:nvPr/>
              </p14:nvContentPartPr>
              <p14:xfrm>
                <a:off x="11092952" y="5075243"/>
                <a:ext cx="45360" cy="456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7AAEBB-5FD7-7948-2DB4-121BE20683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86832" y="5069123"/>
                  <a:ext cx="576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75B0CFC-2530-E679-E74A-3A9D226EABE4}"/>
                    </a:ext>
                  </a:extLst>
                </p14:cNvPr>
                <p14:cNvContentPartPr/>
                <p14:nvPr/>
              </p14:nvContentPartPr>
              <p14:xfrm>
                <a:off x="11559872" y="3863483"/>
                <a:ext cx="168840" cy="471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75B0CFC-2530-E679-E74A-3A9D226EAB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53752" y="3857363"/>
                  <a:ext cx="18108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70B02B-91DB-E0C4-6C0A-BB58E3E025DB}"/>
                    </a:ext>
                  </a:extLst>
                </p14:cNvPr>
                <p14:cNvContentPartPr/>
                <p14:nvPr/>
              </p14:nvContentPartPr>
              <p14:xfrm>
                <a:off x="11810792" y="4016123"/>
                <a:ext cx="167760" cy="414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70B02B-91DB-E0C4-6C0A-BB58E3E025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04672" y="4010003"/>
                  <a:ext cx="1800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BDD123D-3EFC-3E21-D658-BD9202C144FF}"/>
                    </a:ext>
                  </a:extLst>
                </p14:cNvPr>
                <p14:cNvContentPartPr/>
                <p14:nvPr/>
              </p14:nvContentPartPr>
              <p14:xfrm>
                <a:off x="11333432" y="5190083"/>
                <a:ext cx="201960" cy="28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BDD123D-3EFC-3E21-D658-BD9202C144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27312" y="5183963"/>
                  <a:ext cx="214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5621EE-89F0-6919-CF4F-C03ECDF20762}"/>
                    </a:ext>
                  </a:extLst>
                </p14:cNvPr>
                <p14:cNvContentPartPr/>
                <p14:nvPr/>
              </p14:nvContentPartPr>
              <p14:xfrm>
                <a:off x="11639792" y="5328323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5621EE-89F0-6919-CF4F-C03ECDF207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633672" y="53222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9FAA6F-9578-3BDA-C5AB-D7332426694F}"/>
                    </a:ext>
                  </a:extLst>
                </p14:cNvPr>
                <p14:cNvContentPartPr/>
                <p14:nvPr/>
              </p14:nvContentPartPr>
              <p14:xfrm>
                <a:off x="11738072" y="5122403"/>
                <a:ext cx="28800" cy="198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9FAA6F-9578-3BDA-C5AB-D733242669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31952" y="5116283"/>
                  <a:ext cx="41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70B544-656A-0692-BAEA-F8DC1204AF4D}"/>
                    </a:ext>
                  </a:extLst>
                </p14:cNvPr>
                <p14:cNvContentPartPr/>
                <p14:nvPr/>
              </p14:nvContentPartPr>
              <p14:xfrm>
                <a:off x="11634032" y="3704723"/>
                <a:ext cx="540360" cy="1923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70B544-656A-0692-BAEA-F8DC1204AF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27912" y="3698603"/>
                  <a:ext cx="552600" cy="19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45E9682-BC6D-804A-D094-75108D63D5B0}"/>
                  </a:ext>
                </a:extLst>
              </p14:cNvPr>
              <p14:cNvContentPartPr/>
              <p14:nvPr/>
            </p14:nvContentPartPr>
            <p14:xfrm>
              <a:off x="7116752" y="5894243"/>
              <a:ext cx="2379960" cy="2120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45E9682-BC6D-804A-D094-75108D63D5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10632" y="5887763"/>
                <a:ext cx="2392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EF95282-C4F3-9FFC-55D2-920117A06C19}"/>
                  </a:ext>
                </a:extLst>
              </p14:cNvPr>
              <p14:cNvContentPartPr/>
              <p14:nvPr/>
            </p14:nvContentPartPr>
            <p14:xfrm>
              <a:off x="10465832" y="5999363"/>
              <a:ext cx="691560" cy="684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EF95282-C4F3-9FFC-55D2-920117A06C1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459352" y="5992883"/>
                <a:ext cx="7038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B859910-A544-94D4-D9C9-E9416F6F7E57}"/>
                  </a:ext>
                </a:extLst>
              </p14:cNvPr>
              <p14:cNvContentPartPr/>
              <p14:nvPr/>
            </p14:nvContentPartPr>
            <p14:xfrm>
              <a:off x="11379512" y="5939963"/>
              <a:ext cx="492840" cy="4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B859910-A544-94D4-D9C9-E9416F6F7E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373392" y="5933843"/>
                <a:ext cx="5050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36F4961-047F-15C2-A220-2412E5901E08}"/>
                  </a:ext>
                </a:extLst>
              </p14:cNvPr>
              <p14:cNvContentPartPr/>
              <p14:nvPr/>
            </p14:nvContentPartPr>
            <p14:xfrm>
              <a:off x="10372592" y="6249563"/>
              <a:ext cx="29520" cy="365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36F4961-047F-15C2-A220-2412E5901E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66472" y="6243443"/>
                <a:ext cx="4176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F0F0CB91-5BC7-EA98-8B9F-8C50F815B0DB}"/>
              </a:ext>
            </a:extLst>
          </p:cNvPr>
          <p:cNvGrpSpPr/>
          <p:nvPr/>
        </p:nvGrpSpPr>
        <p:grpSpPr>
          <a:xfrm>
            <a:off x="-127168" y="74843"/>
            <a:ext cx="6395760" cy="7372440"/>
            <a:chOff x="-127168" y="74843"/>
            <a:chExt cx="6395760" cy="73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E89B6B-9389-7DC1-A5C7-8E8D5D59F00D}"/>
                    </a:ext>
                  </a:extLst>
                </p14:cNvPr>
                <p14:cNvContentPartPr/>
                <p14:nvPr/>
              </p14:nvContentPartPr>
              <p14:xfrm>
                <a:off x="3666512" y="134243"/>
                <a:ext cx="514440" cy="540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E89B6B-9389-7DC1-A5C7-8E8D5D59F0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60392" y="128123"/>
                  <a:ext cx="5266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6A81D4A-AEEF-C947-1C95-435500DF4B82}"/>
                    </a:ext>
                  </a:extLst>
                </p14:cNvPr>
                <p14:cNvContentPartPr/>
                <p14:nvPr/>
              </p14:nvContentPartPr>
              <p14:xfrm>
                <a:off x="4207952" y="74843"/>
                <a:ext cx="38160" cy="632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6A81D4A-AEEF-C947-1C95-435500DF4B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1832" y="68723"/>
                  <a:ext cx="504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2EB70E-0AD9-B22A-E97F-6E9D66294ECE}"/>
                    </a:ext>
                  </a:extLst>
                </p14:cNvPr>
                <p14:cNvContentPartPr/>
                <p14:nvPr/>
              </p14:nvContentPartPr>
              <p14:xfrm>
                <a:off x="4287512" y="250883"/>
                <a:ext cx="341280" cy="34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2EB70E-0AD9-B22A-E97F-6E9D66294E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81392" y="244763"/>
                  <a:ext cx="353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523F00-2BB0-FD16-FC80-53FCC86DDD72}"/>
                    </a:ext>
                  </a:extLst>
                </p14:cNvPr>
                <p14:cNvContentPartPr/>
                <p14:nvPr/>
              </p14:nvContentPartPr>
              <p14:xfrm>
                <a:off x="2815832" y="717443"/>
                <a:ext cx="3072960" cy="6729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523F00-2BB0-FD16-FC80-53FCC86DDD7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09712" y="711323"/>
                  <a:ext cx="3085200" cy="67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0BD8415-6F90-8B4D-2DA7-FA153E7022C2}"/>
                    </a:ext>
                  </a:extLst>
                </p14:cNvPr>
                <p14:cNvContentPartPr/>
                <p14:nvPr/>
              </p14:nvContentPartPr>
              <p14:xfrm>
                <a:off x="4112552" y="1025243"/>
                <a:ext cx="711360" cy="877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0BD8415-6F90-8B4D-2DA7-FA153E7022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06432" y="1019123"/>
                  <a:ext cx="72360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F65873-BE95-3B45-9BBF-EC5A1FBA1520}"/>
                    </a:ext>
                  </a:extLst>
                </p14:cNvPr>
                <p14:cNvContentPartPr/>
                <p14:nvPr/>
              </p14:nvContentPartPr>
              <p14:xfrm>
                <a:off x="4048472" y="2647763"/>
                <a:ext cx="738720" cy="1135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F65873-BE95-3B45-9BBF-EC5A1FBA15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42352" y="2641643"/>
                  <a:ext cx="750960" cy="11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7C3C53-714F-6ACA-25A0-FB0E28D2EE8C}"/>
                    </a:ext>
                  </a:extLst>
                </p14:cNvPr>
                <p14:cNvContentPartPr/>
                <p14:nvPr/>
              </p14:nvContentPartPr>
              <p14:xfrm>
                <a:off x="712712" y="1026323"/>
                <a:ext cx="239400" cy="243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7C3C53-714F-6ACA-25A0-FB0E28D2EE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592" y="1020203"/>
                  <a:ext cx="251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986742-8FAD-F1EB-BC1D-C5DB28C29DB4}"/>
                    </a:ext>
                  </a:extLst>
                </p14:cNvPr>
                <p14:cNvContentPartPr/>
                <p14:nvPr/>
              </p14:nvContentPartPr>
              <p14:xfrm>
                <a:off x="970112" y="1259603"/>
                <a:ext cx="9360" cy="54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986742-8FAD-F1EB-BC1D-C5DB28C29DB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3992" y="1253483"/>
                  <a:ext cx="21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B68D8CD-4051-EF51-EC67-5555F088A7D2}"/>
                    </a:ext>
                  </a:extLst>
                </p14:cNvPr>
                <p14:cNvContentPartPr/>
                <p14:nvPr/>
              </p14:nvContentPartPr>
              <p14:xfrm>
                <a:off x="803792" y="4247603"/>
                <a:ext cx="221760" cy="46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B68D8CD-4051-EF51-EC67-5555F088A7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7672" y="4241483"/>
                  <a:ext cx="2340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137C3A-1340-4B49-B3C3-56C7E7655E6E}"/>
                    </a:ext>
                  </a:extLst>
                </p14:cNvPr>
                <p14:cNvContentPartPr/>
                <p14:nvPr/>
              </p14:nvContentPartPr>
              <p14:xfrm>
                <a:off x="1157312" y="4609043"/>
                <a:ext cx="263520" cy="621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137C3A-1340-4B49-B3C3-56C7E7655E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1192" y="4602923"/>
                  <a:ext cx="27576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FCC695-6D6D-363B-5EAE-9CC0A49BF98E}"/>
                    </a:ext>
                  </a:extLst>
                </p14:cNvPr>
                <p14:cNvContentPartPr/>
                <p14:nvPr/>
              </p14:nvContentPartPr>
              <p14:xfrm>
                <a:off x="4112552" y="4309883"/>
                <a:ext cx="558720" cy="552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FCC695-6D6D-363B-5EAE-9CC0A49BF9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06432" y="4303763"/>
                  <a:ext cx="57096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042F45-07BD-A885-0243-414D623A55BB}"/>
                    </a:ext>
                  </a:extLst>
                </p14:cNvPr>
                <p14:cNvContentPartPr/>
                <p14:nvPr/>
              </p14:nvContentPartPr>
              <p14:xfrm>
                <a:off x="4008512" y="5473763"/>
                <a:ext cx="735120" cy="780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042F45-07BD-A885-0243-414D623A55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02392" y="5467643"/>
                  <a:ext cx="74736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7B65EE-5A79-3E98-7F5E-CBFBF2374CC6}"/>
                    </a:ext>
                  </a:extLst>
                </p14:cNvPr>
                <p14:cNvContentPartPr/>
                <p14:nvPr/>
              </p14:nvContentPartPr>
              <p14:xfrm>
                <a:off x="650432" y="1679363"/>
                <a:ext cx="208080" cy="25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7B65EE-5A79-3E98-7F5E-CBFBF2374C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4312" y="1673243"/>
                  <a:ext cx="220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D3B19E-8DE4-4FAB-9986-612DBF0F23F8}"/>
                    </a:ext>
                  </a:extLst>
                </p14:cNvPr>
                <p14:cNvContentPartPr/>
                <p14:nvPr/>
              </p14:nvContentPartPr>
              <p14:xfrm>
                <a:off x="886232" y="1893923"/>
                <a:ext cx="411840" cy="28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D3B19E-8DE4-4FAB-9986-612DBF0F23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112" y="1887803"/>
                  <a:ext cx="424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B12D66-3D23-8791-C9DD-CE782CF67BB5}"/>
                    </a:ext>
                  </a:extLst>
                </p14:cNvPr>
                <p14:cNvContentPartPr/>
                <p14:nvPr/>
              </p14:nvContentPartPr>
              <p14:xfrm>
                <a:off x="610832" y="2758283"/>
                <a:ext cx="426960" cy="47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B12D66-3D23-8791-C9DD-CE782CF67B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712" y="2752163"/>
                  <a:ext cx="4392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586F4B-0FDB-725A-B08B-E5EE913B5432}"/>
                    </a:ext>
                  </a:extLst>
                </p14:cNvPr>
                <p14:cNvContentPartPr/>
                <p14:nvPr/>
              </p14:nvContentPartPr>
              <p14:xfrm>
                <a:off x="1199072" y="3193883"/>
                <a:ext cx="323280" cy="626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586F4B-0FDB-725A-B08B-E5EE913B54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92952" y="3187763"/>
                  <a:ext cx="33552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4F059F6-2A4B-8AE4-7DEA-7CD7F9547E20}"/>
                    </a:ext>
                  </a:extLst>
                </p14:cNvPr>
                <p14:cNvContentPartPr/>
                <p14:nvPr/>
              </p14:nvContentPartPr>
              <p14:xfrm>
                <a:off x="-72088" y="2110283"/>
                <a:ext cx="228600" cy="1062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4F059F6-2A4B-8AE4-7DEA-7CD7F9547E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-78208" y="2104163"/>
                  <a:ext cx="240840" cy="10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11F39F-C3CC-38BE-85FC-C913FEC4C12D}"/>
                    </a:ext>
                  </a:extLst>
                </p14:cNvPr>
                <p14:cNvContentPartPr/>
                <p14:nvPr/>
              </p14:nvContentPartPr>
              <p14:xfrm>
                <a:off x="-127168" y="2084723"/>
                <a:ext cx="695880" cy="1016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11F39F-C3CC-38BE-85FC-C913FEC4C1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-133288" y="2078603"/>
                  <a:ext cx="70812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FB7990-6E90-C795-CCB4-7E83B2CD71DF}"/>
                    </a:ext>
                  </a:extLst>
                </p14:cNvPr>
                <p14:cNvContentPartPr/>
                <p14:nvPr/>
              </p14:nvContentPartPr>
              <p14:xfrm>
                <a:off x="559712" y="2066723"/>
                <a:ext cx="5708880" cy="127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FB7990-6E90-C795-CCB4-7E83B2CD71D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3592" y="2060603"/>
                  <a:ext cx="5721120" cy="12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15C48FC-72D3-08D8-64E0-EB1B68F79ECE}"/>
              </a:ext>
            </a:extLst>
          </p:cNvPr>
          <p:cNvGrpSpPr/>
          <p:nvPr/>
        </p:nvGrpSpPr>
        <p:grpSpPr>
          <a:xfrm>
            <a:off x="6838112" y="1791323"/>
            <a:ext cx="3632760" cy="1275480"/>
            <a:chOff x="6838112" y="1791323"/>
            <a:chExt cx="3632760" cy="12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519F06-436F-D620-0E93-3775D56636ED}"/>
                    </a:ext>
                  </a:extLst>
                </p14:cNvPr>
                <p14:cNvContentPartPr/>
                <p14:nvPr/>
              </p14:nvContentPartPr>
              <p14:xfrm>
                <a:off x="6838112" y="2246003"/>
                <a:ext cx="392400" cy="341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519F06-436F-D620-0E93-3775D56636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31992" y="2239883"/>
                  <a:ext cx="4046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0B4961-DBF0-0BCE-854B-F5D718D14F23}"/>
                    </a:ext>
                  </a:extLst>
                </p14:cNvPr>
                <p14:cNvContentPartPr/>
                <p14:nvPr/>
              </p14:nvContentPartPr>
              <p14:xfrm>
                <a:off x="7114232" y="1871603"/>
                <a:ext cx="462960" cy="367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0B4961-DBF0-0BCE-854B-F5D718D14F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8112" y="1865483"/>
                  <a:ext cx="4752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4DA0A0-53AE-A014-F5FF-82405C2E65D9}"/>
                    </a:ext>
                  </a:extLst>
                </p14:cNvPr>
                <p14:cNvContentPartPr/>
                <p14:nvPr/>
              </p14:nvContentPartPr>
              <p14:xfrm>
                <a:off x="7517792" y="1791323"/>
                <a:ext cx="819000" cy="1275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4DA0A0-53AE-A014-F5FF-82405C2E65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1672" y="1785203"/>
                  <a:ext cx="83124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C1CA4C-B31E-9900-FC14-D2C9CDC8E8EF}"/>
                    </a:ext>
                  </a:extLst>
                </p14:cNvPr>
                <p14:cNvContentPartPr/>
                <p14:nvPr/>
              </p14:nvContentPartPr>
              <p14:xfrm>
                <a:off x="8243552" y="2028923"/>
                <a:ext cx="1839240" cy="61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C1CA4C-B31E-9900-FC14-D2C9CDC8E8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37432" y="2022803"/>
                  <a:ext cx="18514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82B6DF-C078-F7A6-E8A1-EB59B29C5DAC}"/>
                    </a:ext>
                  </a:extLst>
                </p14:cNvPr>
                <p14:cNvContentPartPr/>
                <p14:nvPr/>
              </p14:nvContentPartPr>
              <p14:xfrm>
                <a:off x="9834032" y="2236643"/>
                <a:ext cx="236880" cy="438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82B6DF-C078-F7A6-E8A1-EB59B29C5D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27912" y="2230523"/>
                  <a:ext cx="249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86522B-C505-3064-983A-8CE52405D9CE}"/>
                    </a:ext>
                  </a:extLst>
                </p14:cNvPr>
                <p14:cNvContentPartPr/>
                <p14:nvPr/>
              </p14:nvContentPartPr>
              <p14:xfrm>
                <a:off x="6885992" y="2715083"/>
                <a:ext cx="3584880" cy="169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86522B-C505-3064-983A-8CE52405D9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79872" y="2708963"/>
                  <a:ext cx="35971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A2BFAED-9F94-B7AD-1C56-40E99D0A4FB3}"/>
              </a:ext>
            </a:extLst>
          </p:cNvPr>
          <p:cNvGrpSpPr/>
          <p:nvPr/>
        </p:nvGrpSpPr>
        <p:grpSpPr>
          <a:xfrm>
            <a:off x="5859632" y="-262477"/>
            <a:ext cx="5056200" cy="1784520"/>
            <a:chOff x="5859632" y="-262477"/>
            <a:chExt cx="5056200" cy="17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467C3A-B470-159A-83CC-56DFA8D5B847}"/>
                    </a:ext>
                  </a:extLst>
                </p14:cNvPr>
                <p14:cNvContentPartPr/>
                <p14:nvPr/>
              </p14:nvContentPartPr>
              <p14:xfrm>
                <a:off x="8063552" y="137123"/>
                <a:ext cx="511200" cy="45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467C3A-B470-159A-83CC-56DFA8D5B8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57432" y="131003"/>
                  <a:ext cx="5234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9DF529-939F-055E-99E6-8B5BCBE21826}"/>
                    </a:ext>
                  </a:extLst>
                </p14:cNvPr>
                <p14:cNvContentPartPr/>
                <p14:nvPr/>
              </p14:nvContentPartPr>
              <p14:xfrm>
                <a:off x="7072112" y="196883"/>
                <a:ext cx="788400" cy="574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9DF529-939F-055E-99E6-8B5BCBE218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65992" y="190763"/>
                  <a:ext cx="80064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5ED076-1D69-0EE6-5281-4D53F1462ECA}"/>
                    </a:ext>
                  </a:extLst>
                </p14:cNvPr>
                <p14:cNvContentPartPr/>
                <p14:nvPr/>
              </p14:nvContentPartPr>
              <p14:xfrm>
                <a:off x="8855912" y="268523"/>
                <a:ext cx="198720" cy="404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5ED076-1D69-0EE6-5281-4D53F1462E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49792" y="262403"/>
                  <a:ext cx="210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3C14A4-F86D-BC6A-9430-4B2576798D9A}"/>
                    </a:ext>
                  </a:extLst>
                </p14:cNvPr>
                <p14:cNvContentPartPr/>
                <p14:nvPr/>
              </p14:nvContentPartPr>
              <p14:xfrm>
                <a:off x="9335432" y="435923"/>
                <a:ext cx="1111680" cy="75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3C14A4-F86D-BC6A-9430-4B2576798D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29312" y="429803"/>
                  <a:ext cx="112392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2C7FC4-20E9-52D9-73FD-9C9A32061472}"/>
                    </a:ext>
                  </a:extLst>
                </p14:cNvPr>
                <p14:cNvContentPartPr/>
                <p14:nvPr/>
              </p14:nvContentPartPr>
              <p14:xfrm>
                <a:off x="7236632" y="901403"/>
                <a:ext cx="3679200" cy="250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2C7FC4-20E9-52D9-73FD-9C9A320614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30512" y="895283"/>
                  <a:ext cx="3691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2350EA3-9310-B24C-FDDE-22B232CC94FC}"/>
                    </a:ext>
                  </a:extLst>
                </p14:cNvPr>
                <p14:cNvContentPartPr/>
                <p14:nvPr/>
              </p14:nvContentPartPr>
              <p14:xfrm>
                <a:off x="6632192" y="-262477"/>
                <a:ext cx="4239000" cy="178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2350EA3-9310-B24C-FDDE-22B232CC94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26072" y="-268597"/>
                  <a:ext cx="4251240" cy="17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E93FF8-A90C-536A-AD6A-37FB06410196}"/>
                    </a:ext>
                  </a:extLst>
                </p14:cNvPr>
                <p14:cNvContentPartPr/>
                <p14:nvPr/>
              </p14:nvContentPartPr>
              <p14:xfrm>
                <a:off x="5859632" y="-166357"/>
                <a:ext cx="795240" cy="602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E93FF8-A90C-536A-AD6A-37FB064101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53512" y="-172477"/>
                  <a:ext cx="807480" cy="61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149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D732FF7-6836-E82D-C7CA-7F3AF984760F}"/>
              </a:ext>
            </a:extLst>
          </p:cNvPr>
          <p:cNvGrpSpPr/>
          <p:nvPr/>
        </p:nvGrpSpPr>
        <p:grpSpPr>
          <a:xfrm>
            <a:off x="511832" y="1987883"/>
            <a:ext cx="708120" cy="1163880"/>
            <a:chOff x="511832" y="1987883"/>
            <a:chExt cx="708120" cy="11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753F11-34EE-5174-96D6-5110EA0406B7}"/>
                    </a:ext>
                  </a:extLst>
                </p14:cNvPr>
                <p14:cNvContentPartPr/>
                <p14:nvPr/>
              </p14:nvContentPartPr>
              <p14:xfrm>
                <a:off x="554672" y="2084723"/>
                <a:ext cx="106920" cy="1067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753F11-34EE-5174-96D6-5110EA0406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8552" y="2078603"/>
                  <a:ext cx="119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52A5F9-78AA-9CEA-5B9B-6F34E6C95317}"/>
                    </a:ext>
                  </a:extLst>
                </p14:cNvPr>
                <p14:cNvContentPartPr/>
                <p14:nvPr/>
              </p14:nvContentPartPr>
              <p14:xfrm>
                <a:off x="511832" y="1987883"/>
                <a:ext cx="708120" cy="113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52A5F9-78AA-9CEA-5B9B-6F34E6C953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5712" y="1981763"/>
                  <a:ext cx="720360" cy="11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D58C73B-C407-774F-12A2-4F2F7A61CF81}"/>
                  </a:ext>
                </a:extLst>
              </p14:cNvPr>
              <p14:cNvContentPartPr/>
              <p14:nvPr/>
            </p14:nvContentPartPr>
            <p14:xfrm>
              <a:off x="3870992" y="721763"/>
              <a:ext cx="2260080" cy="1783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D58C73B-C407-774F-12A2-4F2F7A61C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4872" y="715643"/>
                <a:ext cx="2272320" cy="179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7F64E59-9F7E-B4EB-81E7-5EA1F799ADB4}"/>
              </a:ext>
            </a:extLst>
          </p:cNvPr>
          <p:cNvGrpSpPr/>
          <p:nvPr/>
        </p:nvGrpSpPr>
        <p:grpSpPr>
          <a:xfrm>
            <a:off x="3888632" y="177443"/>
            <a:ext cx="7555680" cy="5832720"/>
            <a:chOff x="3888632" y="177443"/>
            <a:chExt cx="7555680" cy="58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0B29878-0E52-0B2A-9797-D90D8A48D6EE}"/>
                    </a:ext>
                  </a:extLst>
                </p14:cNvPr>
                <p14:cNvContentPartPr/>
                <p14:nvPr/>
              </p14:nvContentPartPr>
              <p14:xfrm>
                <a:off x="3970352" y="803843"/>
                <a:ext cx="188640" cy="4838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0B29878-0E52-0B2A-9797-D90D8A48D6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64232" y="797723"/>
                  <a:ext cx="200880" cy="48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F2E514-AF7A-2025-49F9-A7173F6D7C8E}"/>
                    </a:ext>
                  </a:extLst>
                </p14:cNvPr>
                <p14:cNvContentPartPr/>
                <p14:nvPr/>
              </p14:nvContentPartPr>
              <p14:xfrm>
                <a:off x="3888632" y="177443"/>
                <a:ext cx="2349360" cy="5690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F2E514-AF7A-2025-49F9-A7173F6D7C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82512" y="171323"/>
                  <a:ext cx="2361600" cy="57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882A9D-67D8-DF81-7F59-57CD856230EA}"/>
                    </a:ext>
                  </a:extLst>
                </p14:cNvPr>
                <p14:cNvContentPartPr/>
                <p14:nvPr/>
              </p14:nvContentPartPr>
              <p14:xfrm>
                <a:off x="4691432" y="1054403"/>
                <a:ext cx="720000" cy="704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882A9D-67D8-DF81-7F59-57CD856230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85312" y="1048283"/>
                  <a:ext cx="73224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40EEC0-3014-726B-7929-A3F65F1791D5}"/>
                    </a:ext>
                  </a:extLst>
                </p14:cNvPr>
                <p14:cNvContentPartPr/>
                <p14:nvPr/>
              </p14:nvContentPartPr>
              <p14:xfrm>
                <a:off x="4602872" y="2772323"/>
                <a:ext cx="676440" cy="850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40EEC0-3014-726B-7929-A3F65F1791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6752" y="2766203"/>
                  <a:ext cx="68868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4D8CB7-770B-A94D-3DE4-51E6E9CDA32E}"/>
                    </a:ext>
                  </a:extLst>
                </p14:cNvPr>
                <p14:cNvContentPartPr/>
                <p14:nvPr/>
              </p14:nvContentPartPr>
              <p14:xfrm>
                <a:off x="4693952" y="4433723"/>
                <a:ext cx="693720" cy="65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4D8CB7-770B-A94D-3DE4-51E6E9CDA3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87832" y="4427603"/>
                  <a:ext cx="70596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94D681-1DEA-2ECF-A8EA-000170B6792F}"/>
                    </a:ext>
                  </a:extLst>
                </p14:cNvPr>
                <p14:cNvContentPartPr/>
                <p14:nvPr/>
              </p14:nvContentPartPr>
              <p14:xfrm>
                <a:off x="5060072" y="5269643"/>
                <a:ext cx="613080" cy="49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94D681-1DEA-2ECF-A8EA-000170B679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3952" y="5263523"/>
                  <a:ext cx="625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375E66-FEDB-A415-8768-9FD215772950}"/>
                    </a:ext>
                  </a:extLst>
                </p14:cNvPr>
                <p14:cNvContentPartPr/>
                <p14:nvPr/>
              </p14:nvContentPartPr>
              <p14:xfrm>
                <a:off x="4047032" y="597923"/>
                <a:ext cx="156960" cy="342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375E66-FEDB-A415-8768-9FD21577295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40912" y="591803"/>
                  <a:ext cx="169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637CBC-74A0-A71A-8BC9-D031D8F3DB32}"/>
                    </a:ext>
                  </a:extLst>
                </p14:cNvPr>
                <p14:cNvContentPartPr/>
                <p14:nvPr/>
              </p14:nvContentPartPr>
              <p14:xfrm>
                <a:off x="6945032" y="534923"/>
                <a:ext cx="1204920" cy="956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637CBC-74A0-A71A-8BC9-D031D8F3DB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38912" y="528803"/>
                  <a:ext cx="1217160" cy="9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3604F7-E01E-0C24-6967-8F0A5A9E7C43}"/>
                    </a:ext>
                  </a:extLst>
                </p14:cNvPr>
                <p14:cNvContentPartPr/>
                <p14:nvPr/>
              </p14:nvContentPartPr>
              <p14:xfrm>
                <a:off x="8045192" y="1086803"/>
                <a:ext cx="169920" cy="429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3604F7-E01E-0C24-6967-8F0A5A9E7C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39072" y="1080683"/>
                  <a:ext cx="1821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404D7F-2C25-D085-481E-D995A2F7CC81}"/>
                    </a:ext>
                  </a:extLst>
                </p14:cNvPr>
                <p14:cNvContentPartPr/>
                <p14:nvPr/>
              </p14:nvContentPartPr>
              <p14:xfrm>
                <a:off x="8355872" y="897803"/>
                <a:ext cx="38880" cy="57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404D7F-2C25-D085-481E-D995A2F7CC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49752" y="891683"/>
                  <a:ext cx="51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19D4C8-B2C0-7C85-4F7E-7F1E36106655}"/>
                    </a:ext>
                  </a:extLst>
                </p14:cNvPr>
                <p14:cNvContentPartPr/>
                <p14:nvPr/>
              </p14:nvContentPartPr>
              <p14:xfrm>
                <a:off x="8312312" y="1071323"/>
                <a:ext cx="2255040" cy="115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19D4C8-B2C0-7C85-4F7E-7F1E361066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06192" y="1065203"/>
                  <a:ext cx="2267280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25517B-32D0-59BC-7D55-9E65C6C04199}"/>
                    </a:ext>
                  </a:extLst>
                </p14:cNvPr>
                <p14:cNvContentPartPr/>
                <p14:nvPr/>
              </p14:nvContentPartPr>
              <p14:xfrm>
                <a:off x="10601552" y="1216043"/>
                <a:ext cx="5040" cy="36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25517B-32D0-59BC-7D55-9E65C6C041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95432" y="1209923"/>
                  <a:ext cx="17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38EC5C-8CC6-AC27-3C50-75C715B327D0}"/>
                    </a:ext>
                  </a:extLst>
                </p14:cNvPr>
                <p14:cNvContentPartPr/>
                <p14:nvPr/>
              </p14:nvContentPartPr>
              <p14:xfrm>
                <a:off x="10646912" y="1279763"/>
                <a:ext cx="797400" cy="626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38EC5C-8CC6-AC27-3C50-75C715B327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40792" y="1273643"/>
                  <a:ext cx="80964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C26AA1-3A0A-03CF-D3FF-645C31F86767}"/>
                    </a:ext>
                  </a:extLst>
                </p14:cNvPr>
                <p14:cNvContentPartPr/>
                <p14:nvPr/>
              </p14:nvContentPartPr>
              <p14:xfrm>
                <a:off x="4395512" y="2614283"/>
                <a:ext cx="1316160" cy="1323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C26AA1-3A0A-03CF-D3FF-645C31F867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89392" y="2608163"/>
                  <a:ext cx="1328400" cy="13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44C931-14D6-E6E7-C18A-4FF5A6844B01}"/>
                    </a:ext>
                  </a:extLst>
                </p14:cNvPr>
                <p14:cNvContentPartPr/>
                <p14:nvPr/>
              </p14:nvContentPartPr>
              <p14:xfrm>
                <a:off x="4227392" y="4065443"/>
                <a:ext cx="1460520" cy="1042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44C931-14D6-E6E7-C18A-4FF5A6844B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21272" y="4059323"/>
                  <a:ext cx="147276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378811-0D38-2C10-12B8-E71AAC89B681}"/>
                    </a:ext>
                  </a:extLst>
                </p14:cNvPr>
                <p14:cNvContentPartPr/>
                <p14:nvPr/>
              </p14:nvContentPartPr>
              <p14:xfrm>
                <a:off x="4554272" y="4886963"/>
                <a:ext cx="1371240" cy="1123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378811-0D38-2C10-12B8-E71AAC89B6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8152" y="4880843"/>
                  <a:ext cx="138348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EEBE56-AF9C-6319-0B91-36947642135C}"/>
                    </a:ext>
                  </a:extLst>
                </p14:cNvPr>
                <p14:cNvContentPartPr/>
                <p14:nvPr/>
              </p14:nvContentPartPr>
              <p14:xfrm>
                <a:off x="5668112" y="932003"/>
                <a:ext cx="1213200" cy="875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EEBE56-AF9C-6319-0B91-3694764213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61992" y="925883"/>
                  <a:ext cx="122544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CC3A18-6159-069D-DECE-A42240DD2A63}"/>
                    </a:ext>
                  </a:extLst>
                </p14:cNvPr>
                <p14:cNvContentPartPr/>
                <p14:nvPr/>
              </p14:nvContentPartPr>
              <p14:xfrm>
                <a:off x="5563712" y="3534803"/>
                <a:ext cx="1440" cy="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CC3A18-6159-069D-DECE-A42240DD2A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57592" y="3528683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4F87A8D-F305-D24C-3DCF-6AF3FF4B6F12}"/>
                    </a:ext>
                  </a:extLst>
                </p14:cNvPr>
                <p14:cNvContentPartPr/>
                <p14:nvPr/>
              </p14:nvContentPartPr>
              <p14:xfrm>
                <a:off x="5446352" y="3619043"/>
                <a:ext cx="50400" cy="2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4F87A8D-F305-D24C-3DCF-6AF3FF4B6F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232" y="3612923"/>
                  <a:ext cx="62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26E4512-62E3-C858-9BFF-4886A71074C4}"/>
              </a:ext>
            </a:extLst>
          </p:cNvPr>
          <p:cNvGrpSpPr/>
          <p:nvPr/>
        </p:nvGrpSpPr>
        <p:grpSpPr>
          <a:xfrm>
            <a:off x="7442912" y="2618603"/>
            <a:ext cx="4735440" cy="2989080"/>
            <a:chOff x="7442912" y="2618603"/>
            <a:chExt cx="4735440" cy="29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6ABD04-1414-81A4-7FA2-A0D00208BF6B}"/>
                    </a:ext>
                  </a:extLst>
                </p14:cNvPr>
                <p14:cNvContentPartPr/>
                <p14:nvPr/>
              </p14:nvContentPartPr>
              <p14:xfrm>
                <a:off x="7442912" y="2618603"/>
                <a:ext cx="657720" cy="71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6ABD04-1414-81A4-7FA2-A0D00208BF6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6792" y="2612483"/>
                  <a:ext cx="6699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20A341-34C3-FAEF-A418-C1F7BF421ABB}"/>
                    </a:ext>
                  </a:extLst>
                </p14:cNvPr>
                <p14:cNvContentPartPr/>
                <p14:nvPr/>
              </p14:nvContentPartPr>
              <p14:xfrm>
                <a:off x="8342912" y="2663963"/>
                <a:ext cx="677880" cy="76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20A341-34C3-FAEF-A418-C1F7BF421A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36792" y="2657843"/>
                  <a:ext cx="69012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4AE087-FD94-1AD6-F033-81E9D61FCB0E}"/>
                    </a:ext>
                  </a:extLst>
                </p14:cNvPr>
                <p14:cNvContentPartPr/>
                <p14:nvPr/>
              </p14:nvContentPartPr>
              <p14:xfrm>
                <a:off x="7528232" y="4032683"/>
                <a:ext cx="610560" cy="565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4AE087-FD94-1AD6-F033-81E9D61FCB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22112" y="4026563"/>
                  <a:ext cx="6228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4CA964-42E3-9E34-8B03-6F6D88BE341D}"/>
                    </a:ext>
                  </a:extLst>
                </p14:cNvPr>
                <p14:cNvContentPartPr/>
                <p14:nvPr/>
              </p14:nvContentPartPr>
              <p14:xfrm>
                <a:off x="8476472" y="4087403"/>
                <a:ext cx="340200" cy="762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4CA964-42E3-9E34-8B03-6F6D88BE34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70352" y="4081283"/>
                  <a:ext cx="35244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3BD82E-F7D5-DEA4-C6D6-B24AA8CE13AB}"/>
                    </a:ext>
                  </a:extLst>
                </p14:cNvPr>
                <p14:cNvContentPartPr/>
                <p14:nvPr/>
              </p14:nvContentPartPr>
              <p14:xfrm>
                <a:off x="9011072" y="4183523"/>
                <a:ext cx="586800" cy="758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3BD82E-F7D5-DEA4-C6D6-B24AA8CE13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04952" y="4177403"/>
                  <a:ext cx="59904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90A9AC-9A3C-C8FF-7371-CC14EDB859E0}"/>
                    </a:ext>
                  </a:extLst>
                </p14:cNvPr>
                <p14:cNvContentPartPr/>
                <p14:nvPr/>
              </p14:nvContentPartPr>
              <p14:xfrm>
                <a:off x="8892632" y="3146363"/>
                <a:ext cx="993960" cy="542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90A9AC-9A3C-C8FF-7371-CC14EDB859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86512" y="3140243"/>
                  <a:ext cx="10062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8C5E77-0D1E-35E0-2A85-82B5391EAFFC}"/>
                    </a:ext>
                  </a:extLst>
                </p14:cNvPr>
                <p14:cNvContentPartPr/>
                <p14:nvPr/>
              </p14:nvContentPartPr>
              <p14:xfrm>
                <a:off x="10188632" y="2738123"/>
                <a:ext cx="614880" cy="1184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8C5E77-0D1E-35E0-2A85-82B5391EAF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82512" y="2732003"/>
                  <a:ext cx="627120" cy="1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A296C5-AAC1-AC76-6280-9CA4731981A7}"/>
                    </a:ext>
                  </a:extLst>
                </p14:cNvPr>
                <p14:cNvContentPartPr/>
                <p14:nvPr/>
              </p14:nvContentPartPr>
              <p14:xfrm>
                <a:off x="10179272" y="2736683"/>
                <a:ext cx="485280" cy="715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A296C5-AAC1-AC76-6280-9CA4731981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73152" y="2730563"/>
                  <a:ext cx="49752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A1402E-60E0-C89E-A45C-A3D3FBC8A1D8}"/>
                    </a:ext>
                  </a:extLst>
                </p14:cNvPr>
                <p14:cNvContentPartPr/>
                <p14:nvPr/>
              </p14:nvContentPartPr>
              <p14:xfrm>
                <a:off x="10678592" y="2872763"/>
                <a:ext cx="608760" cy="1263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A1402E-60E0-C89E-A45C-A3D3FBC8A1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72472" y="2866643"/>
                  <a:ext cx="621000" cy="12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393AE45-BB18-79A2-6F42-9340D00CA085}"/>
                    </a:ext>
                  </a:extLst>
                </p14:cNvPr>
                <p14:cNvContentPartPr/>
                <p14:nvPr/>
              </p14:nvContentPartPr>
              <p14:xfrm>
                <a:off x="11133992" y="3146003"/>
                <a:ext cx="1044360" cy="65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393AE45-BB18-79A2-6F42-9340D00CA0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27872" y="3139883"/>
                  <a:ext cx="10566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3C7654-5EA2-6071-C36C-2CF08A0E9ACE}"/>
                    </a:ext>
                  </a:extLst>
                </p14:cNvPr>
                <p14:cNvContentPartPr/>
                <p14:nvPr/>
              </p14:nvContentPartPr>
              <p14:xfrm>
                <a:off x="9480872" y="4431563"/>
                <a:ext cx="963360" cy="725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3C7654-5EA2-6071-C36C-2CF08A0E9A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74752" y="4425443"/>
                  <a:ext cx="97560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6227AB-9203-2AA9-D00E-D4FDB8A8E503}"/>
                    </a:ext>
                  </a:extLst>
                </p14:cNvPr>
                <p14:cNvContentPartPr/>
                <p14:nvPr/>
              </p14:nvContentPartPr>
              <p14:xfrm>
                <a:off x="10653392" y="4362443"/>
                <a:ext cx="630000" cy="721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6227AB-9203-2AA9-D00E-D4FDB8A8E5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47272" y="4356323"/>
                  <a:ext cx="64224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CAAB2C-7ABA-361A-BCFA-97F409ACFE91}"/>
                    </a:ext>
                  </a:extLst>
                </p14:cNvPr>
                <p14:cNvContentPartPr/>
                <p14:nvPr/>
              </p14:nvContentPartPr>
              <p14:xfrm>
                <a:off x="10575272" y="4453523"/>
                <a:ext cx="375480" cy="591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CAAB2C-7ABA-361A-BCFA-97F409ACFE9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69152" y="4447403"/>
                  <a:ext cx="3877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B8FF0D-852D-F361-3CAE-A69ACA88D25D}"/>
                    </a:ext>
                  </a:extLst>
                </p14:cNvPr>
                <p14:cNvContentPartPr/>
                <p14:nvPr/>
              </p14:nvContentPartPr>
              <p14:xfrm>
                <a:off x="11236592" y="4739723"/>
                <a:ext cx="126720" cy="32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B8FF0D-852D-F361-3CAE-A69ACA88D2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30472" y="4733603"/>
                  <a:ext cx="1389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59F643-C0E8-E5C7-59FE-C836A767D6E2}"/>
                    </a:ext>
                  </a:extLst>
                </p14:cNvPr>
                <p14:cNvContentPartPr/>
                <p14:nvPr/>
              </p14:nvContentPartPr>
              <p14:xfrm>
                <a:off x="11207792" y="4672043"/>
                <a:ext cx="360" cy="2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59F643-C0E8-E5C7-59FE-C836A767D6E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01672" y="4665923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366418F-B043-7BC9-44E6-4F2DDAD6E988}"/>
                    </a:ext>
                  </a:extLst>
                </p14:cNvPr>
                <p14:cNvContentPartPr/>
                <p14:nvPr/>
              </p14:nvContentPartPr>
              <p14:xfrm>
                <a:off x="11178992" y="4662323"/>
                <a:ext cx="613800" cy="945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366418F-B043-7BC9-44E6-4F2DDAD6E9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72872" y="4656203"/>
                  <a:ext cx="626040" cy="9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164AFE1-DE0F-9B8A-EB0A-9E5CA3F27A26}"/>
                  </a:ext>
                </a:extLst>
              </p14:cNvPr>
              <p14:cNvContentPartPr/>
              <p14:nvPr/>
            </p14:nvContentPartPr>
            <p14:xfrm>
              <a:off x="7000472" y="3641723"/>
              <a:ext cx="4785840" cy="20012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164AFE1-DE0F-9B8A-EB0A-9E5CA3F27A2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94352" y="3635603"/>
                <a:ext cx="4798080" cy="20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B5326D4-BDCB-50F0-427E-AF3D81180861}"/>
                  </a:ext>
                </a:extLst>
              </p14:cNvPr>
              <p14:cNvContentPartPr/>
              <p14:nvPr/>
            </p14:nvContentPartPr>
            <p14:xfrm>
              <a:off x="6913712" y="3494843"/>
              <a:ext cx="1761120" cy="116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B5326D4-BDCB-50F0-427E-AF3D8118086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07592" y="3488723"/>
                <a:ext cx="17733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095B276-74CA-8F6D-4B0E-2A9A624C9F7A}"/>
                  </a:ext>
                </a:extLst>
              </p14:cNvPr>
              <p14:cNvContentPartPr/>
              <p14:nvPr/>
            </p14:nvContentPartPr>
            <p14:xfrm>
              <a:off x="6362912" y="1567763"/>
              <a:ext cx="1672560" cy="1110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095B276-74CA-8F6D-4B0E-2A9A624C9F7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56792" y="1561643"/>
                <a:ext cx="1684800" cy="11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59B27DF-E6D4-0A0E-462E-D20BB613ABC8}"/>
                  </a:ext>
                </a:extLst>
              </p14:cNvPr>
              <p14:cNvContentPartPr/>
              <p14:nvPr/>
            </p14:nvContentPartPr>
            <p14:xfrm>
              <a:off x="6682592" y="4815683"/>
              <a:ext cx="1572840" cy="1217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59B27DF-E6D4-0A0E-462E-D20BB613ABC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76472" y="4809563"/>
                <a:ext cx="1585080" cy="12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F3F8934F-56A1-63B7-B858-5CE781EAF84D}"/>
              </a:ext>
            </a:extLst>
          </p:cNvPr>
          <p:cNvGrpSpPr/>
          <p:nvPr/>
        </p:nvGrpSpPr>
        <p:grpSpPr>
          <a:xfrm>
            <a:off x="1499672" y="2923883"/>
            <a:ext cx="1237320" cy="2444760"/>
            <a:chOff x="1499672" y="2923883"/>
            <a:chExt cx="1237320" cy="24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931F77-A80F-E914-EEB1-2D2134F0E8C0}"/>
                    </a:ext>
                  </a:extLst>
                </p14:cNvPr>
                <p14:cNvContentPartPr/>
                <p14:nvPr/>
              </p14:nvContentPartPr>
              <p14:xfrm>
                <a:off x="1549352" y="3142403"/>
                <a:ext cx="141480" cy="1933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931F77-A80F-E914-EEB1-2D2134F0E8C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43232" y="3136283"/>
                  <a:ext cx="153720" cy="19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EBBBCE-6A65-57D8-142D-D17FED004B27}"/>
                    </a:ext>
                  </a:extLst>
                </p14:cNvPr>
                <p14:cNvContentPartPr/>
                <p14:nvPr/>
              </p14:nvContentPartPr>
              <p14:xfrm>
                <a:off x="1499672" y="2923883"/>
                <a:ext cx="1237320" cy="244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EBBBCE-6A65-57D8-142D-D17FED004B2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93552" y="2917763"/>
                  <a:ext cx="1249560" cy="24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6B0B3DE-91E1-F77D-4E37-275F9F5A35CB}"/>
                    </a:ext>
                  </a:extLst>
                </p14:cNvPr>
                <p14:cNvContentPartPr/>
                <p14:nvPr/>
              </p14:nvContentPartPr>
              <p14:xfrm>
                <a:off x="1853192" y="3376043"/>
                <a:ext cx="542160" cy="639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6B0B3DE-91E1-F77D-4E37-275F9F5A35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47072" y="3369923"/>
                  <a:ext cx="55440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9904C0-A739-B069-F204-72839F18F9CC}"/>
                    </a:ext>
                  </a:extLst>
                </p14:cNvPr>
                <p14:cNvContentPartPr/>
                <p14:nvPr/>
              </p14:nvContentPartPr>
              <p14:xfrm>
                <a:off x="1897112" y="4338323"/>
                <a:ext cx="415080" cy="702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9904C0-A739-B069-F204-72839F18F9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90992" y="4332203"/>
                  <a:ext cx="427320" cy="71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14BA0A4-7BED-5242-10ED-702057600C49}"/>
              </a:ext>
            </a:extLst>
          </p:cNvPr>
          <p:cNvGrpSpPr/>
          <p:nvPr/>
        </p:nvGrpSpPr>
        <p:grpSpPr>
          <a:xfrm>
            <a:off x="1652312" y="1559843"/>
            <a:ext cx="1626120" cy="1904040"/>
            <a:chOff x="1652312" y="1559843"/>
            <a:chExt cx="1626120" cy="19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C6F79F-6664-7572-F250-A1D41154922D}"/>
                    </a:ext>
                  </a:extLst>
                </p14:cNvPr>
                <p14:cNvContentPartPr/>
                <p14:nvPr/>
              </p14:nvContentPartPr>
              <p14:xfrm>
                <a:off x="1652312" y="2043683"/>
                <a:ext cx="637200" cy="117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C6F79F-6664-7572-F250-A1D4115492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46192" y="2037563"/>
                  <a:ext cx="649440" cy="11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B25350D-E8AF-0A10-CBC6-2EEBE86575B7}"/>
                    </a:ext>
                  </a:extLst>
                </p14:cNvPr>
                <p14:cNvContentPartPr/>
                <p14:nvPr/>
              </p14:nvContentPartPr>
              <p14:xfrm>
                <a:off x="2407952" y="2088683"/>
                <a:ext cx="610200" cy="84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B25350D-E8AF-0A10-CBC6-2EEBE86575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01832" y="2082563"/>
                  <a:ext cx="62244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E4ACE1F-E197-F63B-28A4-1FC93DC1B264}"/>
                    </a:ext>
                  </a:extLst>
                </p14:cNvPr>
                <p14:cNvContentPartPr/>
                <p14:nvPr/>
              </p14:nvContentPartPr>
              <p14:xfrm>
                <a:off x="1660592" y="1559843"/>
                <a:ext cx="1617840" cy="190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E4ACE1F-E197-F63B-28A4-1FC93DC1B2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54472" y="1553723"/>
                  <a:ext cx="1630080" cy="19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BF62465-2B67-E3CF-8C23-E9A46D7CE295}"/>
              </a:ext>
            </a:extLst>
          </p:cNvPr>
          <p:cNvGrpSpPr/>
          <p:nvPr/>
        </p:nvGrpSpPr>
        <p:grpSpPr>
          <a:xfrm>
            <a:off x="907832" y="5576363"/>
            <a:ext cx="1316520" cy="1424160"/>
            <a:chOff x="907832" y="5576363"/>
            <a:chExt cx="1316520" cy="142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85279C-B926-FF24-57F2-4895BE0D99A8}"/>
                    </a:ext>
                  </a:extLst>
                </p14:cNvPr>
                <p14:cNvContentPartPr/>
                <p14:nvPr/>
              </p14:nvContentPartPr>
              <p14:xfrm>
                <a:off x="907832" y="5576363"/>
                <a:ext cx="597240" cy="124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85279C-B926-FF24-57F2-4895BE0D99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1712" y="5570243"/>
                  <a:ext cx="609480" cy="12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AAF5D6-8F31-A1EF-4D24-D965D3D2D09F}"/>
                    </a:ext>
                  </a:extLst>
                </p14:cNvPr>
                <p14:cNvContentPartPr/>
                <p14:nvPr/>
              </p14:nvContentPartPr>
              <p14:xfrm>
                <a:off x="1676432" y="5603363"/>
                <a:ext cx="547920" cy="1397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AAF5D6-8F31-A1EF-4D24-D965D3D2D0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70312" y="5597243"/>
                  <a:ext cx="560160" cy="140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C180A29-EEE5-37AB-B386-12A697ABBB1B}"/>
                  </a:ext>
                </a:extLst>
              </p14:cNvPr>
              <p14:cNvContentPartPr/>
              <p14:nvPr/>
            </p14:nvContentPartPr>
            <p14:xfrm>
              <a:off x="7240232" y="4832963"/>
              <a:ext cx="1969200" cy="97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C180A29-EEE5-37AB-B386-12A697ABBB1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233752" y="4826843"/>
                <a:ext cx="198144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73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2CB763C-3DFA-0911-8D52-E38069A57580}"/>
                  </a:ext>
                </a:extLst>
              </p14:cNvPr>
              <p14:cNvContentPartPr/>
              <p14:nvPr/>
            </p14:nvContentPartPr>
            <p14:xfrm>
              <a:off x="905312" y="406043"/>
              <a:ext cx="1927440" cy="1515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2CB763C-3DFA-0911-8D52-E38069A575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9192" y="399923"/>
                <a:ext cx="1939680" cy="15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94194D0-C4CA-1CC3-4440-5A3F59FA7952}"/>
                  </a:ext>
                </a:extLst>
              </p14:cNvPr>
              <p14:cNvContentPartPr/>
              <p14:nvPr/>
            </p14:nvContentPartPr>
            <p14:xfrm>
              <a:off x="4350152" y="5284763"/>
              <a:ext cx="1154160" cy="1192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94194D0-C4CA-1CC3-4440-5A3F59FA79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4032" y="5278643"/>
                <a:ext cx="1166400" cy="12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AE4B02C-14DF-F54B-F407-7A7B02EB2613}"/>
                  </a:ext>
                </a:extLst>
              </p14:cNvPr>
              <p14:cNvContentPartPr/>
              <p14:nvPr/>
            </p14:nvContentPartPr>
            <p14:xfrm>
              <a:off x="9325352" y="2343203"/>
              <a:ext cx="1364400" cy="7376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AE4B02C-14DF-F54B-F407-7A7B02EB26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19232" y="2337083"/>
                <a:ext cx="1376640" cy="74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8E64DAC-5C2C-225E-AA7B-2A807F99A645}"/>
                  </a:ext>
                </a:extLst>
              </p14:cNvPr>
              <p14:cNvContentPartPr/>
              <p14:nvPr/>
            </p14:nvContentPartPr>
            <p14:xfrm>
              <a:off x="10660592" y="2527163"/>
              <a:ext cx="1512360" cy="9572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8E64DAC-5C2C-225E-AA7B-2A807F99A6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4472" y="2521043"/>
                <a:ext cx="1524600" cy="9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B9FA4C2-F65E-D639-E611-B239C3BA1E54}"/>
                  </a:ext>
                </a:extLst>
              </p14:cNvPr>
              <p14:cNvContentPartPr/>
              <p14:nvPr/>
            </p14:nvContentPartPr>
            <p14:xfrm>
              <a:off x="8918552" y="1409363"/>
              <a:ext cx="1203480" cy="6688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B9FA4C2-F65E-D639-E611-B239C3BA1E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2432" y="1403243"/>
                <a:ext cx="1215720" cy="68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310A47A-B9A7-8761-1A17-F0A5E41A230C}"/>
              </a:ext>
            </a:extLst>
          </p:cNvPr>
          <p:cNvGrpSpPr/>
          <p:nvPr/>
        </p:nvGrpSpPr>
        <p:grpSpPr>
          <a:xfrm>
            <a:off x="20792" y="97163"/>
            <a:ext cx="12116880" cy="6588720"/>
            <a:chOff x="20792" y="97163"/>
            <a:chExt cx="12116880" cy="65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DC9DBBC-D407-CC67-DE62-89E61CA1487C}"/>
                    </a:ext>
                  </a:extLst>
                </p14:cNvPr>
                <p14:cNvContentPartPr/>
                <p14:nvPr/>
              </p14:nvContentPartPr>
              <p14:xfrm>
                <a:off x="2023112" y="957203"/>
                <a:ext cx="151200" cy="2988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DC9DBBC-D407-CC67-DE62-89E61CA148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6992" y="951083"/>
                  <a:ext cx="163440" cy="30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81F1AFA-82EE-08F0-9163-CB445A26048E}"/>
                    </a:ext>
                  </a:extLst>
                </p14:cNvPr>
                <p14:cNvContentPartPr/>
                <p14:nvPr/>
              </p14:nvContentPartPr>
              <p14:xfrm>
                <a:off x="1928072" y="587123"/>
                <a:ext cx="2421720" cy="3723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81F1AFA-82EE-08F0-9163-CB445A2604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21952" y="581003"/>
                  <a:ext cx="2433960" cy="37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7294AD-8AC3-4966-4CE2-E020AFBD3373}"/>
                    </a:ext>
                  </a:extLst>
                </p14:cNvPr>
                <p14:cNvContentPartPr/>
                <p14:nvPr/>
              </p14:nvContentPartPr>
              <p14:xfrm>
                <a:off x="2704592" y="1932803"/>
                <a:ext cx="907200" cy="1338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7294AD-8AC3-4966-4CE2-E020AFBD33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8472" y="1926683"/>
                  <a:ext cx="91944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BD330A-C865-2273-3436-ABB6C0EA0600}"/>
                    </a:ext>
                  </a:extLst>
                </p14:cNvPr>
                <p14:cNvContentPartPr/>
                <p14:nvPr/>
              </p14:nvContentPartPr>
              <p14:xfrm>
                <a:off x="5489192" y="1662443"/>
                <a:ext cx="48600" cy="76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BD330A-C865-2273-3436-ABB6C0EA06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83072" y="1656323"/>
                  <a:ext cx="6084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C10838-97B5-D5C5-AA88-5A700DA42702}"/>
                    </a:ext>
                  </a:extLst>
                </p14:cNvPr>
                <p14:cNvContentPartPr/>
                <p14:nvPr/>
              </p14:nvContentPartPr>
              <p14:xfrm>
                <a:off x="5153312" y="1664243"/>
                <a:ext cx="1069560" cy="933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C10838-97B5-D5C5-AA88-5A700DA427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7192" y="1658123"/>
                  <a:ext cx="108180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C7D8DC-E16F-94AF-C566-ED2E48B3BB47}"/>
                    </a:ext>
                  </a:extLst>
                </p14:cNvPr>
                <p14:cNvContentPartPr/>
                <p14:nvPr/>
              </p14:nvContentPartPr>
              <p14:xfrm>
                <a:off x="6327632" y="1309643"/>
                <a:ext cx="841320" cy="172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C7D8DC-E16F-94AF-C566-ED2E48B3BB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21512" y="1303523"/>
                  <a:ext cx="853560" cy="17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EA6E08-1C2E-A094-9D61-BB2D3B3F083F}"/>
                    </a:ext>
                  </a:extLst>
                </p14:cNvPr>
                <p14:cNvContentPartPr/>
                <p14:nvPr/>
              </p14:nvContentPartPr>
              <p14:xfrm>
                <a:off x="6999752" y="2133683"/>
                <a:ext cx="619920" cy="50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EA6E08-1C2E-A094-9D61-BB2D3B3F08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93632" y="2127563"/>
                  <a:ext cx="6321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75106F-1838-6BCB-9764-ACECEDAAD143}"/>
                    </a:ext>
                  </a:extLst>
                </p14:cNvPr>
                <p14:cNvContentPartPr/>
                <p14:nvPr/>
              </p14:nvContentPartPr>
              <p14:xfrm>
                <a:off x="3526472" y="517283"/>
                <a:ext cx="1971720" cy="171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75106F-1838-6BCB-9764-ACECEDAAD1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20352" y="511163"/>
                  <a:ext cx="1983960" cy="17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AA3BD7-10C1-3948-C7D4-B57997902CFE}"/>
                    </a:ext>
                  </a:extLst>
                </p14:cNvPr>
                <p14:cNvContentPartPr/>
                <p14:nvPr/>
              </p14:nvContentPartPr>
              <p14:xfrm>
                <a:off x="5950712" y="256283"/>
                <a:ext cx="721800" cy="91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AA3BD7-10C1-3948-C7D4-B57997902C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44592" y="250163"/>
                  <a:ext cx="73404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A4183C-E736-1A46-A26A-393D681B834F}"/>
                    </a:ext>
                  </a:extLst>
                </p14:cNvPr>
                <p14:cNvContentPartPr/>
                <p14:nvPr/>
              </p14:nvContentPartPr>
              <p14:xfrm>
                <a:off x="6629672" y="178163"/>
                <a:ext cx="524880" cy="83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A4183C-E736-1A46-A26A-393D681B83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3552" y="172043"/>
                  <a:ext cx="53712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565C9B-C766-221F-51C5-5CF16361D327}"/>
                    </a:ext>
                  </a:extLst>
                </p14:cNvPr>
                <p14:cNvContentPartPr/>
                <p14:nvPr/>
              </p14:nvContentPartPr>
              <p14:xfrm>
                <a:off x="7269392" y="469763"/>
                <a:ext cx="723960" cy="64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565C9B-C766-221F-51C5-5CF16361D3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63272" y="463643"/>
                  <a:ext cx="7362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426840-DCFA-A3DD-FD94-4B4D087F315B}"/>
                    </a:ext>
                  </a:extLst>
                </p14:cNvPr>
                <p14:cNvContentPartPr/>
                <p14:nvPr/>
              </p14:nvContentPartPr>
              <p14:xfrm>
                <a:off x="7951952" y="442763"/>
                <a:ext cx="356400" cy="84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426840-DCFA-A3DD-FD94-4B4D087F31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45832" y="436643"/>
                  <a:ext cx="36864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C3B572-F005-7CD0-63CC-C5E936870F56}"/>
                    </a:ext>
                  </a:extLst>
                </p14:cNvPr>
                <p14:cNvContentPartPr/>
                <p14:nvPr/>
              </p14:nvContentPartPr>
              <p14:xfrm>
                <a:off x="5919392" y="3657923"/>
                <a:ext cx="41760" cy="63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C3B572-F005-7CD0-63CC-C5E936870F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3272" y="3651803"/>
                  <a:ext cx="540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5559DF-CCC1-1025-9CEC-5BCD8A3FFA03}"/>
                    </a:ext>
                  </a:extLst>
                </p14:cNvPr>
                <p14:cNvContentPartPr/>
                <p14:nvPr/>
              </p14:nvContentPartPr>
              <p14:xfrm>
                <a:off x="5838752" y="3519323"/>
                <a:ext cx="433800" cy="57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5559DF-CCC1-1025-9CEC-5BCD8A3FFA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32632" y="3513203"/>
                  <a:ext cx="4460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06FB54-8497-CE0B-79E1-41737B2ADF4D}"/>
                    </a:ext>
                  </a:extLst>
                </p14:cNvPr>
                <p14:cNvContentPartPr/>
                <p14:nvPr/>
              </p14:nvContentPartPr>
              <p14:xfrm>
                <a:off x="6291632" y="3423923"/>
                <a:ext cx="239040" cy="890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06FB54-8497-CE0B-79E1-41737B2ADF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5512" y="3417803"/>
                  <a:ext cx="25128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5C1B4F-2C1E-6E95-501F-D90F098ABE82}"/>
                    </a:ext>
                  </a:extLst>
                </p14:cNvPr>
                <p14:cNvContentPartPr/>
                <p14:nvPr/>
              </p14:nvContentPartPr>
              <p14:xfrm>
                <a:off x="6638312" y="3692483"/>
                <a:ext cx="479880" cy="645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5C1B4F-2C1E-6E95-501F-D90F098ABE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32192" y="3686363"/>
                  <a:ext cx="49212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1D4A1B-8F71-220B-24A8-6EB426BBEC54}"/>
                    </a:ext>
                  </a:extLst>
                </p14:cNvPr>
                <p14:cNvContentPartPr/>
                <p14:nvPr/>
              </p14:nvContentPartPr>
              <p14:xfrm>
                <a:off x="7224032" y="3553523"/>
                <a:ext cx="129960" cy="793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1D4A1B-8F71-220B-24A8-6EB426BBEC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17912" y="3547403"/>
                  <a:ext cx="14220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466A71-03FA-5859-1E26-023FFB6A486A}"/>
                    </a:ext>
                  </a:extLst>
                </p14:cNvPr>
                <p14:cNvContentPartPr/>
                <p14:nvPr/>
              </p14:nvContentPartPr>
              <p14:xfrm>
                <a:off x="7521032" y="3952763"/>
                <a:ext cx="458280" cy="10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466A71-03FA-5859-1E26-023FFB6A48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14912" y="3946643"/>
                  <a:ext cx="470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9A691D-F2BA-F384-8A1A-97946B6A1434}"/>
                    </a:ext>
                  </a:extLst>
                </p14:cNvPr>
                <p14:cNvContentPartPr/>
                <p14:nvPr/>
              </p14:nvContentPartPr>
              <p14:xfrm>
                <a:off x="7729472" y="3728483"/>
                <a:ext cx="66960" cy="55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9A691D-F2BA-F384-8A1A-97946B6A14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23352" y="3722363"/>
                  <a:ext cx="792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E24557-4DD4-0E3F-6744-15658F3BA654}"/>
                    </a:ext>
                  </a:extLst>
                </p14:cNvPr>
                <p14:cNvContentPartPr/>
                <p14:nvPr/>
              </p14:nvContentPartPr>
              <p14:xfrm>
                <a:off x="8133392" y="3549923"/>
                <a:ext cx="235080" cy="782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E24557-4DD4-0E3F-6744-15658F3BA6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7272" y="3543803"/>
                  <a:ext cx="24732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B90100-0609-BDA5-E492-74545E49A5B4}"/>
                    </a:ext>
                  </a:extLst>
                </p14:cNvPr>
                <p14:cNvContentPartPr/>
                <p14:nvPr/>
              </p14:nvContentPartPr>
              <p14:xfrm>
                <a:off x="8487632" y="3508523"/>
                <a:ext cx="237600" cy="909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B90100-0609-BDA5-E492-74545E49A5B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1512" y="3502403"/>
                  <a:ext cx="24984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DBDBBA-049E-B921-BCFD-126A0D59BCE1}"/>
                    </a:ext>
                  </a:extLst>
                </p14:cNvPr>
                <p14:cNvContentPartPr/>
                <p14:nvPr/>
              </p14:nvContentPartPr>
              <p14:xfrm>
                <a:off x="8811992" y="3909203"/>
                <a:ext cx="179640" cy="328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DBDBBA-049E-B921-BCFD-126A0D59BC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05872" y="3903083"/>
                  <a:ext cx="191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2C9E52-DB7A-0130-F6B9-AFC621B946A1}"/>
                    </a:ext>
                  </a:extLst>
                </p14:cNvPr>
                <p14:cNvContentPartPr/>
                <p14:nvPr/>
              </p14:nvContentPartPr>
              <p14:xfrm>
                <a:off x="9132752" y="3683843"/>
                <a:ext cx="194760" cy="524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2C9E52-DB7A-0130-F6B9-AFC621B946A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26632" y="3677723"/>
                  <a:ext cx="2070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45555B1-1F8C-871A-597B-DC50ECDF5410}"/>
                    </a:ext>
                  </a:extLst>
                </p14:cNvPr>
                <p14:cNvContentPartPr/>
                <p14:nvPr/>
              </p14:nvContentPartPr>
              <p14:xfrm>
                <a:off x="9600392" y="4024043"/>
                <a:ext cx="419040" cy="52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45555B1-1F8C-871A-597B-DC50ECDF5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94272" y="4017923"/>
                  <a:ext cx="431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FC7A52-D745-67B3-2BBD-35E1FB867C96}"/>
                    </a:ext>
                  </a:extLst>
                </p14:cNvPr>
                <p14:cNvContentPartPr/>
                <p14:nvPr/>
              </p14:nvContentPartPr>
              <p14:xfrm>
                <a:off x="9691832" y="4184603"/>
                <a:ext cx="335160" cy="123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FC7A52-D745-67B3-2BBD-35E1FB867C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85712" y="4178483"/>
                  <a:ext cx="347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E948B5-B0D3-950E-4BCC-DDD09BABC0F9}"/>
                    </a:ext>
                  </a:extLst>
                </p14:cNvPr>
                <p14:cNvContentPartPr/>
                <p14:nvPr/>
              </p14:nvContentPartPr>
              <p14:xfrm>
                <a:off x="10346312" y="3759083"/>
                <a:ext cx="34920" cy="37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E948B5-B0D3-950E-4BCC-DDD09BABC0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40192" y="3752963"/>
                  <a:ext cx="471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DB0EA6-07D3-9D9C-667C-BBDF820C2FD2}"/>
                    </a:ext>
                  </a:extLst>
                </p14:cNvPr>
                <p14:cNvContentPartPr/>
                <p14:nvPr/>
              </p14:nvContentPartPr>
              <p14:xfrm>
                <a:off x="5715632" y="136403"/>
                <a:ext cx="2997360" cy="1134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DB0EA6-07D3-9D9C-667C-BBDF820C2F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09512" y="130283"/>
                  <a:ext cx="3009600" cy="11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09863B-8F61-0E74-CD5E-77C9D220AC3A}"/>
                    </a:ext>
                  </a:extLst>
                </p14:cNvPr>
                <p14:cNvContentPartPr/>
                <p14:nvPr/>
              </p14:nvContentPartPr>
              <p14:xfrm>
                <a:off x="7440752" y="5199443"/>
                <a:ext cx="26280" cy="473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09863B-8F61-0E74-CD5E-77C9D220AC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34632" y="5193323"/>
                  <a:ext cx="385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CFE66A9-161B-2813-5474-D3D7684299B5}"/>
                    </a:ext>
                  </a:extLst>
                </p14:cNvPr>
                <p14:cNvContentPartPr/>
                <p14:nvPr/>
              </p14:nvContentPartPr>
              <p14:xfrm>
                <a:off x="7396832" y="4944923"/>
                <a:ext cx="371880" cy="51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CFE66A9-161B-2813-5474-D3D7684299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90712" y="4938803"/>
                  <a:ext cx="3841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F83FE2-1D11-0D58-D953-DAD9161CCDE3}"/>
                    </a:ext>
                  </a:extLst>
                </p14:cNvPr>
                <p14:cNvContentPartPr/>
                <p14:nvPr/>
              </p14:nvContentPartPr>
              <p14:xfrm>
                <a:off x="7938272" y="4912163"/>
                <a:ext cx="313200" cy="728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F83FE2-1D11-0D58-D953-DAD9161CCD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32152" y="4906043"/>
                  <a:ext cx="32544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198474-EA79-50AE-175A-1DDCF1A339E8}"/>
                    </a:ext>
                  </a:extLst>
                </p14:cNvPr>
                <p14:cNvContentPartPr/>
                <p14:nvPr/>
              </p14:nvContentPartPr>
              <p14:xfrm>
                <a:off x="8188472" y="5082443"/>
                <a:ext cx="265680" cy="374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198474-EA79-50AE-175A-1DDCF1A339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82352" y="5076323"/>
                  <a:ext cx="2779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41CA7F-6B3A-E460-F321-DA843F7D2B30}"/>
                    </a:ext>
                  </a:extLst>
                </p14:cNvPr>
                <p14:cNvContentPartPr/>
                <p14:nvPr/>
              </p14:nvContentPartPr>
              <p14:xfrm>
                <a:off x="8538752" y="4975163"/>
                <a:ext cx="260640" cy="484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41CA7F-6B3A-E460-F321-DA843F7D2B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32632" y="4969043"/>
                  <a:ext cx="2728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A8D9C1-8268-3B7A-0C4C-6A035B3D13F5}"/>
                    </a:ext>
                  </a:extLst>
                </p14:cNvPr>
                <p14:cNvContentPartPr/>
                <p14:nvPr/>
              </p14:nvContentPartPr>
              <p14:xfrm>
                <a:off x="9030512" y="5347763"/>
                <a:ext cx="322920" cy="3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A8D9C1-8268-3B7A-0C4C-6A035B3D13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24392" y="5341643"/>
                  <a:ext cx="335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30B8DF-86C8-E8F6-2B87-9A09C50AEA5E}"/>
                    </a:ext>
                  </a:extLst>
                </p14:cNvPr>
                <p14:cNvContentPartPr/>
                <p14:nvPr/>
              </p14:nvContentPartPr>
              <p14:xfrm>
                <a:off x="8909552" y="5564843"/>
                <a:ext cx="498960" cy="15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30B8DF-86C8-E8F6-2B87-9A09C50AEA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03432" y="5558723"/>
                  <a:ext cx="511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BA88A7-49A9-95BB-789A-0773C6A7B5F8}"/>
                    </a:ext>
                  </a:extLst>
                </p14:cNvPr>
                <p14:cNvContentPartPr/>
                <p14:nvPr/>
              </p14:nvContentPartPr>
              <p14:xfrm>
                <a:off x="9621992" y="5059403"/>
                <a:ext cx="26280" cy="603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BA88A7-49A9-95BB-789A-0773C6A7B5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5872" y="5053283"/>
                  <a:ext cx="385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FBCD92-227C-F2ED-3AF5-E1BABCBF0E5E}"/>
                    </a:ext>
                  </a:extLst>
                </p14:cNvPr>
                <p14:cNvContentPartPr/>
                <p14:nvPr/>
              </p14:nvContentPartPr>
              <p14:xfrm>
                <a:off x="9826472" y="5541443"/>
                <a:ext cx="380880" cy="60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FBCD92-227C-F2ED-3AF5-E1BABCBF0E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0352" y="5535323"/>
                  <a:ext cx="393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F0C9352-ED9D-3002-5450-ED31767BEEED}"/>
                    </a:ext>
                  </a:extLst>
                </p14:cNvPr>
                <p14:cNvContentPartPr/>
                <p14:nvPr/>
              </p14:nvContentPartPr>
              <p14:xfrm>
                <a:off x="10408232" y="5226803"/>
                <a:ext cx="17640" cy="43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F0C9352-ED9D-3002-5450-ED31767BEE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02112" y="5220683"/>
                  <a:ext cx="298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1756ED-5F96-7AA0-11A9-DF8C1CDCC206}"/>
                    </a:ext>
                  </a:extLst>
                </p14:cNvPr>
                <p14:cNvContentPartPr/>
                <p14:nvPr/>
              </p14:nvContentPartPr>
              <p14:xfrm>
                <a:off x="10272872" y="5046083"/>
                <a:ext cx="501840" cy="322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1756ED-5F96-7AA0-11A9-DF8C1CDCC2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66752" y="5039963"/>
                  <a:ext cx="5140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7727B6-D822-2B9A-91F6-81AAD7805C61}"/>
                    </a:ext>
                  </a:extLst>
                </p14:cNvPr>
                <p14:cNvContentPartPr/>
                <p14:nvPr/>
              </p14:nvContentPartPr>
              <p14:xfrm>
                <a:off x="10892072" y="4929083"/>
                <a:ext cx="263520" cy="74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7727B6-D822-2B9A-91F6-81AAD7805C6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85952" y="4922963"/>
                  <a:ext cx="27576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7DE010B-E37C-6129-F109-B93FC3E4D27D}"/>
                    </a:ext>
                  </a:extLst>
                </p14:cNvPr>
                <p14:cNvContentPartPr/>
                <p14:nvPr/>
              </p14:nvContentPartPr>
              <p14:xfrm>
                <a:off x="11097992" y="5165963"/>
                <a:ext cx="336240" cy="494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7DE010B-E37C-6129-F109-B93FC3E4D2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91872" y="5159843"/>
                  <a:ext cx="3484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005FF9-AD08-D864-E31A-8068E5D0122B}"/>
                    </a:ext>
                  </a:extLst>
                </p14:cNvPr>
                <p14:cNvContentPartPr/>
                <p14:nvPr/>
              </p14:nvContentPartPr>
              <p14:xfrm>
                <a:off x="11492912" y="5043923"/>
                <a:ext cx="288720" cy="603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005FF9-AD08-D864-E31A-8068E5D012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486792" y="5037803"/>
                  <a:ext cx="30096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56E93C-AEE1-9655-6336-DEF5E62DA182}"/>
                    </a:ext>
                  </a:extLst>
                </p14:cNvPr>
                <p14:cNvContentPartPr/>
                <p14:nvPr/>
              </p14:nvContentPartPr>
              <p14:xfrm>
                <a:off x="7300712" y="6150563"/>
                <a:ext cx="4636080" cy="38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56E93C-AEE1-9655-6336-DEF5E62DA1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94592" y="6144443"/>
                  <a:ext cx="46483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D17688-A409-CD82-D833-598E91602AA1}"/>
                    </a:ext>
                  </a:extLst>
                </p14:cNvPr>
                <p14:cNvContentPartPr/>
                <p14:nvPr/>
              </p14:nvContentPartPr>
              <p14:xfrm>
                <a:off x="2764712" y="2139443"/>
                <a:ext cx="2190960" cy="1883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D17688-A409-CD82-D833-598E91602A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8592" y="2133323"/>
                  <a:ext cx="2203200" cy="18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EFD9D9-9AC8-0891-E47E-CCEB076F1265}"/>
                    </a:ext>
                  </a:extLst>
                </p14:cNvPr>
                <p14:cNvContentPartPr/>
                <p14:nvPr/>
              </p14:nvContentPartPr>
              <p14:xfrm>
                <a:off x="2603792" y="4728923"/>
                <a:ext cx="179640" cy="1696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EFD9D9-9AC8-0891-E47E-CCEB076F12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7672" y="4722803"/>
                  <a:ext cx="191880" cy="17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4B3470-8412-4930-A0C4-514359AA611D}"/>
                    </a:ext>
                  </a:extLst>
                </p14:cNvPr>
                <p14:cNvContentPartPr/>
                <p14:nvPr/>
              </p14:nvContentPartPr>
              <p14:xfrm>
                <a:off x="2656712" y="4556483"/>
                <a:ext cx="1471320" cy="1977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4B3470-8412-4930-A0C4-514359AA61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50592" y="4550363"/>
                  <a:ext cx="1483560" cy="19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126FF7E-8D90-4886-9C60-0109D43F63D6}"/>
                    </a:ext>
                  </a:extLst>
                </p14:cNvPr>
                <p14:cNvContentPartPr/>
                <p14:nvPr/>
              </p14:nvContentPartPr>
              <p14:xfrm>
                <a:off x="3148832" y="4919003"/>
                <a:ext cx="489240" cy="54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126FF7E-8D90-4886-9C60-0109D43F63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42712" y="4912883"/>
                  <a:ext cx="5014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D83606-FAA8-1170-4B1A-E03B1D8B8CD5}"/>
                    </a:ext>
                  </a:extLst>
                </p14:cNvPr>
                <p14:cNvContentPartPr/>
                <p14:nvPr/>
              </p14:nvContentPartPr>
              <p14:xfrm>
                <a:off x="3016352" y="5794883"/>
                <a:ext cx="629640" cy="613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8D83606-FAA8-1170-4B1A-E03B1D8B8C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10232" y="5788763"/>
                  <a:ext cx="64188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E5C791-A0CA-753A-015C-6F4739EEC208}"/>
                    </a:ext>
                  </a:extLst>
                </p14:cNvPr>
                <p14:cNvContentPartPr/>
                <p14:nvPr/>
              </p14:nvContentPartPr>
              <p14:xfrm>
                <a:off x="1923392" y="4826483"/>
                <a:ext cx="591120" cy="54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E5C791-A0CA-753A-015C-6F4739EEC2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17272" y="4820363"/>
                  <a:ext cx="6033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7D0E4E-97BC-7511-915E-67C670F0A785}"/>
                    </a:ext>
                  </a:extLst>
                </p14:cNvPr>
                <p14:cNvContentPartPr/>
                <p14:nvPr/>
              </p14:nvContentPartPr>
              <p14:xfrm>
                <a:off x="1736552" y="5672843"/>
                <a:ext cx="676440" cy="690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7D0E4E-97BC-7511-915E-67C670F0A7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30432" y="5666723"/>
                  <a:ext cx="68868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C16B18-53A1-0970-7BF0-932518EC7D80}"/>
                    </a:ext>
                  </a:extLst>
                </p14:cNvPr>
                <p14:cNvContentPartPr/>
                <p14:nvPr/>
              </p14:nvContentPartPr>
              <p14:xfrm>
                <a:off x="3197432" y="5132483"/>
                <a:ext cx="398520" cy="460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C16B18-53A1-0970-7BF0-932518EC7D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91312" y="5126363"/>
                  <a:ext cx="4107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D0EB5A-478B-BE1E-DB4B-953560CD4949}"/>
                    </a:ext>
                  </a:extLst>
                </p14:cNvPr>
                <p14:cNvContentPartPr/>
                <p14:nvPr/>
              </p14:nvContentPartPr>
              <p14:xfrm>
                <a:off x="3270152" y="6000083"/>
                <a:ext cx="388080" cy="312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D0EB5A-478B-BE1E-DB4B-953560CD49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64032" y="5993963"/>
                  <a:ext cx="4003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9920D0-456F-908A-2B07-28A7F5D9D22A}"/>
                    </a:ext>
                  </a:extLst>
                </p14:cNvPr>
                <p14:cNvContentPartPr/>
                <p14:nvPr/>
              </p14:nvContentPartPr>
              <p14:xfrm>
                <a:off x="684272" y="1487123"/>
                <a:ext cx="127800" cy="735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9920D0-456F-908A-2B07-28A7F5D9D2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8152" y="1481003"/>
                  <a:ext cx="14004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9E8CAD-8E2C-8F13-7E85-B1AF8EBEC9C6}"/>
                    </a:ext>
                  </a:extLst>
                </p14:cNvPr>
                <p14:cNvContentPartPr/>
                <p14:nvPr/>
              </p14:nvContentPartPr>
              <p14:xfrm>
                <a:off x="20792" y="2327003"/>
                <a:ext cx="1607400" cy="199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9E8CAD-8E2C-8F13-7E85-B1AF8EBEC9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672" y="2320883"/>
                  <a:ext cx="1619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C5CEC7-0FA4-99B7-9717-F87F709DE68C}"/>
                    </a:ext>
                  </a:extLst>
                </p14:cNvPr>
                <p14:cNvContentPartPr/>
                <p14:nvPr/>
              </p14:nvContentPartPr>
              <p14:xfrm>
                <a:off x="337232" y="2822723"/>
                <a:ext cx="51840" cy="543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C5CEC7-0FA4-99B7-9717-F87F709DE6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1112" y="2816603"/>
                  <a:ext cx="640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4D54F73-2EF4-DD12-3BF6-B5CE95E009F9}"/>
                    </a:ext>
                  </a:extLst>
                </p14:cNvPr>
                <p14:cNvContentPartPr/>
                <p14:nvPr/>
              </p14:nvContentPartPr>
              <p14:xfrm>
                <a:off x="503192" y="3095603"/>
                <a:ext cx="382680" cy="74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4D54F73-2EF4-DD12-3BF6-B5CE95E009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7072" y="3089483"/>
                  <a:ext cx="394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D98FB1-4F99-FDA4-1E8F-21161811F305}"/>
                    </a:ext>
                  </a:extLst>
                </p14:cNvPr>
                <p14:cNvContentPartPr/>
                <p14:nvPr/>
              </p14:nvContentPartPr>
              <p14:xfrm>
                <a:off x="729272" y="3000563"/>
                <a:ext cx="16920" cy="330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D98FB1-4F99-FDA4-1E8F-21161811F3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3152" y="2994443"/>
                  <a:ext cx="2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A0114CA-9B3D-B79F-3379-4EC32076C55A}"/>
                    </a:ext>
                  </a:extLst>
                </p14:cNvPr>
                <p14:cNvContentPartPr/>
                <p14:nvPr/>
              </p14:nvContentPartPr>
              <p14:xfrm>
                <a:off x="1006112" y="3003803"/>
                <a:ext cx="447480" cy="383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A0114CA-9B3D-B79F-3379-4EC32076C5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992" y="2997683"/>
                  <a:ext cx="4597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398BA6-C0B9-4353-4C42-0DF293E8724A}"/>
                    </a:ext>
                  </a:extLst>
                </p14:cNvPr>
                <p14:cNvContentPartPr/>
                <p14:nvPr/>
              </p14:nvContentPartPr>
              <p14:xfrm>
                <a:off x="1323632" y="2794283"/>
                <a:ext cx="182880" cy="84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398BA6-C0B9-4353-4C42-0DF293E8724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17512" y="2788163"/>
                  <a:ext cx="195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E1BBB8-096D-54C4-E4E7-3BBD87678A91}"/>
                    </a:ext>
                  </a:extLst>
                </p14:cNvPr>
                <p14:cNvContentPartPr/>
                <p14:nvPr/>
              </p14:nvContentPartPr>
              <p14:xfrm>
                <a:off x="1612352" y="2530403"/>
                <a:ext cx="280080" cy="240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E1BBB8-096D-54C4-E4E7-3BBD87678A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06232" y="2524283"/>
                  <a:ext cx="292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9555D2C-04E8-87CB-D76E-091168735BDE}"/>
                    </a:ext>
                  </a:extLst>
                </p14:cNvPr>
                <p14:cNvContentPartPr/>
                <p14:nvPr/>
              </p14:nvContentPartPr>
              <p14:xfrm>
                <a:off x="1747712" y="2498003"/>
                <a:ext cx="108720" cy="301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555D2C-04E8-87CB-D76E-091168735BD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41592" y="2491883"/>
                  <a:ext cx="120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40995E-627C-95B2-FAD5-1EFD2E9B4952}"/>
                    </a:ext>
                  </a:extLst>
                </p14:cNvPr>
                <p14:cNvContentPartPr/>
                <p14:nvPr/>
              </p14:nvContentPartPr>
              <p14:xfrm>
                <a:off x="537032" y="4565483"/>
                <a:ext cx="511200" cy="543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40995E-627C-95B2-FAD5-1EFD2E9B49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0912" y="4559363"/>
                  <a:ext cx="5234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929CBE-A647-07A0-C7B6-BB75A7CFC755}"/>
                    </a:ext>
                  </a:extLst>
                </p14:cNvPr>
                <p14:cNvContentPartPr/>
                <p14:nvPr/>
              </p14:nvContentPartPr>
              <p14:xfrm>
                <a:off x="870752" y="4083803"/>
                <a:ext cx="397440" cy="300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929CBE-A647-07A0-C7B6-BB75A7CFC7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4632" y="4077683"/>
                  <a:ext cx="409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F036A6-D36C-A7D1-DE61-368F49B6E919}"/>
                    </a:ext>
                  </a:extLst>
                </p14:cNvPr>
                <p14:cNvContentPartPr/>
                <p14:nvPr/>
              </p14:nvContentPartPr>
              <p14:xfrm>
                <a:off x="1024472" y="4110443"/>
                <a:ext cx="153000" cy="351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F036A6-D36C-A7D1-DE61-368F49B6E91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8352" y="4104323"/>
                  <a:ext cx="165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FF8C2F3-7EE0-A72C-DB27-1485BBB877DB}"/>
                    </a:ext>
                  </a:extLst>
                </p14:cNvPr>
                <p14:cNvContentPartPr/>
                <p14:nvPr/>
              </p14:nvContentPartPr>
              <p14:xfrm>
                <a:off x="1468352" y="4394483"/>
                <a:ext cx="2880" cy="347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FF8C2F3-7EE0-A72C-DB27-1485BBB877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62232" y="4388363"/>
                  <a:ext cx="15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49873EE-9E5D-642F-7586-A35F2BF15C83}"/>
                    </a:ext>
                  </a:extLst>
                </p14:cNvPr>
                <p14:cNvContentPartPr/>
                <p14:nvPr/>
              </p14:nvContentPartPr>
              <p14:xfrm>
                <a:off x="141752" y="5273963"/>
                <a:ext cx="1853640" cy="246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49873EE-9E5D-642F-7586-A35F2BF15C8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5632" y="5267843"/>
                  <a:ext cx="1865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3F20EB-AC83-C957-CD4B-56C29C1197B0}"/>
                    </a:ext>
                  </a:extLst>
                </p14:cNvPr>
                <p14:cNvContentPartPr/>
                <p14:nvPr/>
              </p14:nvContentPartPr>
              <p14:xfrm>
                <a:off x="476552" y="5821523"/>
                <a:ext cx="300600" cy="553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3F20EB-AC83-C957-CD4B-56C29C1197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432" y="5815403"/>
                  <a:ext cx="3128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AB55B20-4FE1-34E5-C6C0-850C99314D46}"/>
                    </a:ext>
                  </a:extLst>
                </p14:cNvPr>
                <p14:cNvContentPartPr/>
                <p14:nvPr/>
              </p14:nvContentPartPr>
              <p14:xfrm>
                <a:off x="781832" y="5646563"/>
                <a:ext cx="241920" cy="124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AB55B20-4FE1-34E5-C6C0-850C99314D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5712" y="5640443"/>
                  <a:ext cx="254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3059C1A-634E-C37B-A712-7056E725705C}"/>
                    </a:ext>
                  </a:extLst>
                </p14:cNvPr>
                <p14:cNvContentPartPr/>
                <p14:nvPr/>
              </p14:nvContentPartPr>
              <p14:xfrm>
                <a:off x="875792" y="5563043"/>
                <a:ext cx="82440" cy="261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3059C1A-634E-C37B-A712-7056E725705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9672" y="5556923"/>
                  <a:ext cx="94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07FA29-9A1D-D180-D792-5474EE24485F}"/>
                    </a:ext>
                  </a:extLst>
                </p14:cNvPr>
                <p14:cNvContentPartPr/>
                <p14:nvPr/>
              </p14:nvContentPartPr>
              <p14:xfrm>
                <a:off x="1089992" y="5777603"/>
                <a:ext cx="8640" cy="223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07FA29-9A1D-D180-D792-5474EE2448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3872" y="5771483"/>
                  <a:ext cx="20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BEF353-FA23-C976-3B49-BD7C96B7AE98}"/>
                    </a:ext>
                  </a:extLst>
                </p14:cNvPr>
                <p14:cNvContentPartPr/>
                <p14:nvPr/>
              </p14:nvContentPartPr>
              <p14:xfrm>
                <a:off x="1159832" y="6131483"/>
                <a:ext cx="296280" cy="108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BEF353-FA23-C976-3B49-BD7C96B7AE9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3712" y="6125363"/>
                  <a:ext cx="308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6FF44C-E7B6-1B89-7054-F07B588F0ECE}"/>
                    </a:ext>
                  </a:extLst>
                </p14:cNvPr>
                <p14:cNvContentPartPr/>
                <p14:nvPr/>
              </p14:nvContentPartPr>
              <p14:xfrm>
                <a:off x="1262432" y="6074603"/>
                <a:ext cx="33120" cy="284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6FF44C-E7B6-1B89-7054-F07B588F0E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56312" y="6068483"/>
                  <a:ext cx="45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98839D-4383-AF11-76DD-EC48A4EE13D3}"/>
                    </a:ext>
                  </a:extLst>
                </p14:cNvPr>
                <p14:cNvContentPartPr/>
                <p14:nvPr/>
              </p14:nvContentPartPr>
              <p14:xfrm>
                <a:off x="75152" y="5759243"/>
                <a:ext cx="319680" cy="140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98839D-4383-AF11-76DD-EC48A4EE13D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032" y="5753123"/>
                  <a:ext cx="331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26976E8-8BCB-C8CF-69DC-BA8048589325}"/>
                    </a:ext>
                  </a:extLst>
                </p14:cNvPr>
                <p14:cNvContentPartPr/>
                <p14:nvPr/>
              </p14:nvContentPartPr>
              <p14:xfrm>
                <a:off x="30512" y="5972723"/>
                <a:ext cx="442080" cy="713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26976E8-8BCB-C8CF-69DC-BA80485893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392" y="5966603"/>
                  <a:ext cx="45432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D22078-4E1C-D28C-15E3-354F0CB193F0}"/>
                    </a:ext>
                  </a:extLst>
                </p14:cNvPr>
                <p14:cNvContentPartPr/>
                <p14:nvPr/>
              </p14:nvContentPartPr>
              <p14:xfrm>
                <a:off x="1132472" y="5586083"/>
                <a:ext cx="84600" cy="104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D22078-4E1C-D28C-15E3-354F0CB193F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26352" y="5579963"/>
                  <a:ext cx="96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C7EA31-C0AB-E006-4BB6-86185646AC5B}"/>
                    </a:ext>
                  </a:extLst>
                </p14:cNvPr>
                <p14:cNvContentPartPr/>
                <p14:nvPr/>
              </p14:nvContentPartPr>
              <p14:xfrm>
                <a:off x="4349072" y="4777523"/>
                <a:ext cx="384120" cy="81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C7EA31-C0AB-E006-4BB6-86185646AC5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2952" y="4771403"/>
                  <a:ext cx="39636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BD00C8-3BBA-B1DC-91FF-C7EF66207C2E}"/>
                    </a:ext>
                  </a:extLst>
                </p14:cNvPr>
                <p14:cNvContentPartPr/>
                <p14:nvPr/>
              </p14:nvContentPartPr>
              <p14:xfrm>
                <a:off x="4230992" y="4696883"/>
                <a:ext cx="573480" cy="722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BD00C8-3BBA-B1DC-91FF-C7EF66207C2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224872" y="4690763"/>
                  <a:ext cx="58572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56CF2C5-7AA7-0980-FD1E-52ED1B2EC670}"/>
                    </a:ext>
                  </a:extLst>
                </p14:cNvPr>
                <p14:cNvContentPartPr/>
                <p14:nvPr/>
              </p14:nvContentPartPr>
              <p14:xfrm>
                <a:off x="4651472" y="4682483"/>
                <a:ext cx="650520" cy="1536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56CF2C5-7AA7-0980-FD1E-52ED1B2EC6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45352" y="4676363"/>
                  <a:ext cx="662760" cy="15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B48822-DD26-0F92-6135-6ACB855D029F}"/>
                    </a:ext>
                  </a:extLst>
                </p14:cNvPr>
                <p14:cNvContentPartPr/>
                <p14:nvPr/>
              </p14:nvContentPartPr>
              <p14:xfrm>
                <a:off x="5376512" y="4874003"/>
                <a:ext cx="8280" cy="580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B48822-DD26-0F92-6135-6ACB855D02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70392" y="4867883"/>
                  <a:ext cx="205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EFC2115-E38C-009D-9ADF-5769134F0177}"/>
                    </a:ext>
                  </a:extLst>
                </p14:cNvPr>
                <p14:cNvContentPartPr/>
                <p14:nvPr/>
              </p14:nvContentPartPr>
              <p14:xfrm>
                <a:off x="5075552" y="5147963"/>
                <a:ext cx="769320" cy="329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EFC2115-E38C-009D-9ADF-5769134F01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69432" y="5141843"/>
                  <a:ext cx="781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75B4DF-C997-B7DB-4A5C-BC2A0DA18F2B}"/>
                    </a:ext>
                  </a:extLst>
                </p14:cNvPr>
                <p14:cNvContentPartPr/>
                <p14:nvPr/>
              </p14:nvContentPartPr>
              <p14:xfrm>
                <a:off x="5921912" y="5201963"/>
                <a:ext cx="525960" cy="273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75B4DF-C997-B7DB-4A5C-BC2A0DA18F2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15792" y="5195843"/>
                  <a:ext cx="538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5D9FC2E-A15B-7C03-A7A8-80F237AF94B9}"/>
                    </a:ext>
                  </a:extLst>
                </p14:cNvPr>
                <p14:cNvContentPartPr/>
                <p14:nvPr/>
              </p14:nvContentPartPr>
              <p14:xfrm>
                <a:off x="6246272" y="5146523"/>
                <a:ext cx="129600" cy="412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5D9FC2E-A15B-7C03-A7A8-80F237AF94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40152" y="5140403"/>
                  <a:ext cx="1418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509C1A-FF8B-A9A1-8E62-5F03053CFC4E}"/>
                    </a:ext>
                  </a:extLst>
                </p14:cNvPr>
                <p14:cNvContentPartPr/>
                <p14:nvPr/>
              </p14:nvContentPartPr>
              <p14:xfrm>
                <a:off x="5489192" y="5669603"/>
                <a:ext cx="1112040" cy="188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509C1A-FF8B-A9A1-8E62-5F03053CFC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83072" y="5663483"/>
                  <a:ext cx="1124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6005D5-CB6A-8620-7718-9C9A28FACD16}"/>
                    </a:ext>
                  </a:extLst>
                </p14:cNvPr>
                <p14:cNvContentPartPr/>
                <p14:nvPr/>
              </p14:nvContentPartPr>
              <p14:xfrm>
                <a:off x="4412072" y="5730443"/>
                <a:ext cx="1088280" cy="765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6005D5-CB6A-8620-7718-9C9A28FACD1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05952" y="5724323"/>
                  <a:ext cx="110052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9C21B95-293D-BE56-DC36-783F4B6F5FFC}"/>
                    </a:ext>
                  </a:extLst>
                </p14:cNvPr>
                <p14:cNvContentPartPr/>
                <p14:nvPr/>
              </p14:nvContentPartPr>
              <p14:xfrm>
                <a:off x="5778272" y="6138683"/>
                <a:ext cx="1256760" cy="297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9C21B95-293D-BE56-DC36-783F4B6F5FF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72152" y="6132563"/>
                  <a:ext cx="1269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06CC0C-57D1-C8FA-366F-E1D84785F237}"/>
                    </a:ext>
                  </a:extLst>
                </p14:cNvPr>
                <p14:cNvContentPartPr/>
                <p14:nvPr/>
              </p14:nvContentPartPr>
              <p14:xfrm>
                <a:off x="3067112" y="2551283"/>
                <a:ext cx="37080" cy="383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06CC0C-57D1-C8FA-366F-E1D84785F23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60992" y="2545163"/>
                  <a:ext cx="493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684343-4C0E-3022-F1D3-C909E32C8101}"/>
                    </a:ext>
                  </a:extLst>
                </p14:cNvPr>
                <p14:cNvContentPartPr/>
                <p14:nvPr/>
              </p14:nvContentPartPr>
              <p14:xfrm>
                <a:off x="2897912" y="2520683"/>
                <a:ext cx="480600" cy="611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684343-4C0E-3022-F1D3-C909E32C81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891792" y="2514563"/>
                  <a:ext cx="49284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2822FC-FBFF-EC8D-5BF5-EBB4E8283E3D}"/>
                    </a:ext>
                  </a:extLst>
                </p14:cNvPr>
                <p14:cNvContentPartPr/>
                <p14:nvPr/>
              </p14:nvContentPartPr>
              <p14:xfrm>
                <a:off x="2495432" y="2975363"/>
                <a:ext cx="1619640" cy="665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2822FC-FBFF-EC8D-5BF5-EBB4E8283E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89312" y="2969243"/>
                  <a:ext cx="16318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672C11-4C78-AE62-3E09-8444915FE30E}"/>
                    </a:ext>
                  </a:extLst>
                </p14:cNvPr>
                <p14:cNvContentPartPr/>
                <p14:nvPr/>
              </p14:nvContentPartPr>
              <p14:xfrm>
                <a:off x="3457712" y="3377483"/>
                <a:ext cx="3960" cy="6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672C11-4C78-AE62-3E09-8444915FE30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51592" y="3371363"/>
                  <a:ext cx="16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80620F-5BC4-2545-7A27-68B0D81EC61A}"/>
                    </a:ext>
                  </a:extLst>
                </p14:cNvPr>
                <p14:cNvContentPartPr/>
                <p14:nvPr/>
              </p14:nvContentPartPr>
              <p14:xfrm>
                <a:off x="11403632" y="2053403"/>
                <a:ext cx="360" cy="23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80620F-5BC4-2545-7A27-68B0D81EC6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97512" y="2047283"/>
                  <a:ext cx="12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1E339C-8A9E-1CBE-0720-2BD01976E113}"/>
                    </a:ext>
                  </a:extLst>
                </p14:cNvPr>
                <p14:cNvContentPartPr/>
                <p14:nvPr/>
              </p14:nvContentPartPr>
              <p14:xfrm>
                <a:off x="8660432" y="1471283"/>
                <a:ext cx="1540800" cy="91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1E339C-8A9E-1CBE-0720-2BD01976E1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54312" y="1465163"/>
                  <a:ext cx="155304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C3C3AD-4CAE-35B3-29ED-EC80B86333F4}"/>
                    </a:ext>
                  </a:extLst>
                </p14:cNvPr>
                <p14:cNvContentPartPr/>
                <p14:nvPr/>
              </p14:nvContentPartPr>
              <p14:xfrm>
                <a:off x="10110512" y="2078963"/>
                <a:ext cx="125640" cy="507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C3C3AD-4CAE-35B3-29ED-EC80B86333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04392" y="2072843"/>
                  <a:ext cx="1378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672501-65AB-09D5-4DC5-302985F2D4A3}"/>
                    </a:ext>
                  </a:extLst>
                </p14:cNvPr>
                <p14:cNvContentPartPr/>
                <p14:nvPr/>
              </p14:nvContentPartPr>
              <p14:xfrm>
                <a:off x="10414352" y="1864763"/>
                <a:ext cx="5040" cy="145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672501-65AB-09D5-4DC5-302985F2D4A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08232" y="1858643"/>
                  <a:ext cx="17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56BE5AD-2D3F-CD9F-4259-AD7B265FA82D}"/>
                    </a:ext>
                  </a:extLst>
                </p14:cNvPr>
                <p14:cNvContentPartPr/>
                <p14:nvPr/>
              </p14:nvContentPartPr>
              <p14:xfrm>
                <a:off x="10625312" y="362123"/>
                <a:ext cx="151560" cy="2199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56BE5AD-2D3F-CD9F-4259-AD7B265FA82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19192" y="356003"/>
                  <a:ext cx="163800" cy="22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6649712-A226-F082-653C-4EF9BEC814BB}"/>
                    </a:ext>
                  </a:extLst>
                </p14:cNvPr>
                <p14:cNvContentPartPr/>
                <p14:nvPr/>
              </p14:nvContentPartPr>
              <p14:xfrm>
                <a:off x="10413272" y="97163"/>
                <a:ext cx="1724400" cy="2536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6649712-A226-F082-653C-4EF9BEC814B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07152" y="91043"/>
                  <a:ext cx="1736640" cy="25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2B6B468-AEF4-796F-1F06-34D7EB5549FB}"/>
                    </a:ext>
                  </a:extLst>
                </p14:cNvPr>
                <p14:cNvContentPartPr/>
                <p14:nvPr/>
              </p14:nvContentPartPr>
              <p14:xfrm>
                <a:off x="10876952" y="610883"/>
                <a:ext cx="705600" cy="516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2B6B468-AEF4-796F-1F06-34D7EB5549F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70832" y="604763"/>
                  <a:ext cx="7178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A26FFE5-ECF1-116D-8939-5E070154A31A}"/>
                    </a:ext>
                  </a:extLst>
                </p14:cNvPr>
                <p14:cNvContentPartPr/>
                <p14:nvPr/>
              </p14:nvContentPartPr>
              <p14:xfrm>
                <a:off x="11123552" y="827243"/>
                <a:ext cx="55080" cy="222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A26FFE5-ECF1-116D-8939-5E070154A31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117432" y="821123"/>
                  <a:ext cx="67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6510AE-A2D4-7FC1-6802-6CAD2D6CCA4E}"/>
                    </a:ext>
                  </a:extLst>
                </p14:cNvPr>
                <p14:cNvContentPartPr/>
                <p14:nvPr/>
              </p14:nvContentPartPr>
              <p14:xfrm>
                <a:off x="11084672" y="847763"/>
                <a:ext cx="283320" cy="258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6510AE-A2D4-7FC1-6802-6CAD2D6CCA4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078552" y="841643"/>
                  <a:ext cx="295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86D6EA8-FA1E-6729-A73A-5CA3EC5C5D22}"/>
                    </a:ext>
                  </a:extLst>
                </p14:cNvPr>
                <p14:cNvContentPartPr/>
                <p14:nvPr/>
              </p14:nvContentPartPr>
              <p14:xfrm>
                <a:off x="10838072" y="1759283"/>
                <a:ext cx="902160" cy="74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86D6EA8-FA1E-6729-A73A-5CA3EC5C5D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31952" y="1753163"/>
                  <a:ext cx="91440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11EF0F5-ED4A-8BF3-DAF3-FEC97A8E29DF}"/>
                    </a:ext>
                  </a:extLst>
                </p14:cNvPr>
                <p14:cNvContentPartPr/>
                <p14:nvPr/>
              </p14:nvContentPartPr>
              <p14:xfrm>
                <a:off x="10963352" y="2050883"/>
                <a:ext cx="251640" cy="218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11EF0F5-ED4A-8BF3-DAF3-FEC97A8E29D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57232" y="2044763"/>
                  <a:ext cx="263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78F9AA-DC22-C773-BD03-A2A51CA033FA}"/>
                    </a:ext>
                  </a:extLst>
                </p14:cNvPr>
                <p14:cNvContentPartPr/>
                <p14:nvPr/>
              </p14:nvContentPartPr>
              <p14:xfrm>
                <a:off x="11334872" y="2176883"/>
                <a:ext cx="211680" cy="242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78F9AA-DC22-C773-BD03-A2A51CA033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328752" y="2170763"/>
                  <a:ext cx="223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C9165A-62D6-2C82-3B4C-86F841ED9E8F}"/>
                    </a:ext>
                  </a:extLst>
                </p14:cNvPr>
                <p14:cNvContentPartPr/>
                <p14:nvPr/>
              </p14:nvContentPartPr>
              <p14:xfrm>
                <a:off x="9908912" y="893843"/>
                <a:ext cx="1160640" cy="576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C9165A-62D6-2C82-3B4C-86F841ED9E8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02792" y="887723"/>
                  <a:ext cx="11728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BC9458-B6B6-1462-187A-C1A57ECA38F9}"/>
                    </a:ext>
                  </a:extLst>
                </p14:cNvPr>
                <p14:cNvContentPartPr/>
                <p14:nvPr/>
              </p14:nvContentPartPr>
              <p14:xfrm>
                <a:off x="9442712" y="1818323"/>
                <a:ext cx="1230840" cy="459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BC9458-B6B6-1462-187A-C1A57ECA38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36592" y="1812203"/>
                  <a:ext cx="1243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4A2A4F-796A-A85A-E1F7-AAA69430EFF8}"/>
                    </a:ext>
                  </a:extLst>
                </p14:cNvPr>
                <p14:cNvContentPartPr/>
                <p14:nvPr/>
              </p14:nvContentPartPr>
              <p14:xfrm>
                <a:off x="8003432" y="2706083"/>
                <a:ext cx="639000" cy="436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4A2A4F-796A-A85A-E1F7-AAA69430EF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97312" y="2699963"/>
                  <a:ext cx="6512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7BB8FC6-6878-9619-7337-6D403FCF832C}"/>
                    </a:ext>
                  </a:extLst>
                </p14:cNvPr>
                <p14:cNvContentPartPr/>
                <p14:nvPr/>
              </p14:nvContentPartPr>
              <p14:xfrm>
                <a:off x="8540192" y="2648843"/>
                <a:ext cx="553680" cy="831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7BB8FC6-6878-9619-7337-6D403FCF832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34072" y="2642723"/>
                  <a:ext cx="56592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8C1747-8E7C-3006-AAB6-5DA6E874A9DA}"/>
                    </a:ext>
                  </a:extLst>
                </p14:cNvPr>
                <p14:cNvContentPartPr/>
                <p14:nvPr/>
              </p14:nvContentPartPr>
              <p14:xfrm>
                <a:off x="8966432" y="2963483"/>
                <a:ext cx="555120" cy="421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8C1747-8E7C-3006-AAB6-5DA6E874A9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60312" y="2957363"/>
                  <a:ext cx="5673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0F13368-2D9A-788B-CE3D-B45923E42BB0}"/>
                    </a:ext>
                  </a:extLst>
                </p14:cNvPr>
                <p14:cNvContentPartPr/>
                <p14:nvPr/>
              </p14:nvContentPartPr>
              <p14:xfrm>
                <a:off x="9508952" y="2700323"/>
                <a:ext cx="515520" cy="1069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0F13368-2D9A-788B-CE3D-B45923E42BB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02832" y="2694203"/>
                  <a:ext cx="527760" cy="10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D1A09D9-0DAD-3FD0-51E8-5995C9A08EAF}"/>
                    </a:ext>
                  </a:extLst>
                </p14:cNvPr>
                <p14:cNvContentPartPr/>
                <p14:nvPr/>
              </p14:nvContentPartPr>
              <p14:xfrm>
                <a:off x="9944192" y="3218723"/>
                <a:ext cx="375480" cy="321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D1A09D9-0DAD-3FD0-51E8-5995C9A08EA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38072" y="3212603"/>
                  <a:ext cx="3877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AF87C55-8B98-6C4F-860D-A77266F33887}"/>
                    </a:ext>
                  </a:extLst>
                </p14:cNvPr>
                <p14:cNvContentPartPr/>
                <p14:nvPr/>
              </p14:nvContentPartPr>
              <p14:xfrm>
                <a:off x="10215992" y="2892923"/>
                <a:ext cx="529200" cy="1145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AF87C55-8B98-6C4F-860D-A77266F338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09872" y="2886803"/>
                  <a:ext cx="54144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F8EE2FC-F7AB-9A77-92E0-5A489C41972B}"/>
                    </a:ext>
                  </a:extLst>
                </p14:cNvPr>
                <p14:cNvContentPartPr/>
                <p14:nvPr/>
              </p14:nvContentPartPr>
              <p14:xfrm>
                <a:off x="10573832" y="3373523"/>
                <a:ext cx="305280" cy="366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F8EE2FC-F7AB-9A77-92E0-5A489C41972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67712" y="3367403"/>
                  <a:ext cx="317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A1FDAC-B9FB-3558-DD40-18E8A740AC4C}"/>
                    </a:ext>
                  </a:extLst>
                </p14:cNvPr>
                <p14:cNvContentPartPr/>
                <p14:nvPr/>
              </p14:nvContentPartPr>
              <p14:xfrm>
                <a:off x="10966952" y="3307283"/>
                <a:ext cx="364680" cy="547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A1FDAC-B9FB-3558-DD40-18E8A740AC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60832" y="3301163"/>
                  <a:ext cx="3769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1670C20-62D5-9E1F-6CA3-65055CF412AF}"/>
                    </a:ext>
                  </a:extLst>
                </p14:cNvPr>
                <p14:cNvContentPartPr/>
                <p14:nvPr/>
              </p14:nvContentPartPr>
              <p14:xfrm>
                <a:off x="7797152" y="2179763"/>
                <a:ext cx="3773160" cy="1957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1670C20-62D5-9E1F-6CA3-65055CF412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91032" y="2173643"/>
                  <a:ext cx="3785400" cy="19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4EF153E-D6E0-69A3-7755-901CC7BDF2CE}"/>
                    </a:ext>
                  </a:extLst>
                </p14:cNvPr>
                <p14:cNvContentPartPr/>
                <p14:nvPr/>
              </p14:nvContentPartPr>
              <p14:xfrm>
                <a:off x="9027632" y="679283"/>
                <a:ext cx="501840" cy="261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4EF153E-D6E0-69A3-7755-901CC7BDF2C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21512" y="673163"/>
                  <a:ext cx="514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5582F9-C30A-53E6-8FE1-CE046FCEB8DF}"/>
                    </a:ext>
                  </a:extLst>
                </p14:cNvPr>
                <p14:cNvContentPartPr/>
                <p14:nvPr/>
              </p14:nvContentPartPr>
              <p14:xfrm>
                <a:off x="9687872" y="612323"/>
                <a:ext cx="678600" cy="241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5582F9-C30A-53E6-8FE1-CE046FCEB8D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81752" y="606203"/>
                  <a:ext cx="690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4B8E2A2-13B0-44CE-0558-EED3A7A7FBC8}"/>
                    </a:ext>
                  </a:extLst>
                </p14:cNvPr>
                <p14:cNvContentPartPr/>
                <p14:nvPr/>
              </p14:nvContentPartPr>
              <p14:xfrm>
                <a:off x="10634312" y="609803"/>
                <a:ext cx="334440" cy="381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4B8E2A2-13B0-44CE-0558-EED3A7A7FBC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28192" y="603683"/>
                  <a:ext cx="346680" cy="39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580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6457A26-3B1D-76E8-8346-181C52C5FFD4}"/>
              </a:ext>
            </a:extLst>
          </p:cNvPr>
          <p:cNvGrpSpPr/>
          <p:nvPr/>
        </p:nvGrpSpPr>
        <p:grpSpPr>
          <a:xfrm>
            <a:off x="1658432" y="68363"/>
            <a:ext cx="10321920" cy="2438640"/>
            <a:chOff x="1658432" y="68363"/>
            <a:chExt cx="10321920" cy="24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5CB920-8B0D-17A9-E9DC-D97027EC7FE9}"/>
                    </a:ext>
                  </a:extLst>
                </p14:cNvPr>
                <p14:cNvContentPartPr/>
                <p14:nvPr/>
              </p14:nvContentPartPr>
              <p14:xfrm>
                <a:off x="1658432" y="480923"/>
                <a:ext cx="306360" cy="1004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5CB920-8B0D-17A9-E9DC-D97027EC7F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2312" y="474803"/>
                  <a:ext cx="31860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0AE1D7-2AB7-016D-CD9E-4B82B41018CF}"/>
                    </a:ext>
                  </a:extLst>
                </p14:cNvPr>
                <p14:cNvContentPartPr/>
                <p14:nvPr/>
              </p14:nvContentPartPr>
              <p14:xfrm>
                <a:off x="2149112" y="321443"/>
                <a:ext cx="347040" cy="125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0AE1D7-2AB7-016D-CD9E-4B82B41018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2992" y="315323"/>
                  <a:ext cx="359280" cy="12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6B9FCA5-7669-DA67-F55F-1EE402750D48}"/>
                    </a:ext>
                  </a:extLst>
                </p14:cNvPr>
                <p14:cNvContentPartPr/>
                <p14:nvPr/>
              </p14:nvContentPartPr>
              <p14:xfrm>
                <a:off x="2474192" y="68363"/>
                <a:ext cx="530640" cy="1447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6B9FCA5-7669-DA67-F55F-1EE402750D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8072" y="62243"/>
                  <a:ext cx="542880" cy="14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D212E5-C711-1FBE-F44D-95FA2306D628}"/>
                    </a:ext>
                  </a:extLst>
                </p14:cNvPr>
                <p14:cNvContentPartPr/>
                <p14:nvPr/>
              </p14:nvContentPartPr>
              <p14:xfrm>
                <a:off x="2789552" y="703763"/>
                <a:ext cx="620280" cy="1025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D212E5-C711-1FBE-F44D-95FA2306D6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83432" y="697643"/>
                  <a:ext cx="63252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18AFC5-974C-B20E-9A95-D25132BFB646}"/>
                    </a:ext>
                  </a:extLst>
                </p14:cNvPr>
                <p14:cNvContentPartPr/>
                <p14:nvPr/>
              </p14:nvContentPartPr>
              <p14:xfrm>
                <a:off x="3587672" y="825443"/>
                <a:ext cx="1472400" cy="723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18AFC5-974C-B20E-9A95-D25132BFB6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81552" y="819323"/>
                  <a:ext cx="14846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4E9E41-FE3B-B50D-8720-B809B5FC3EF4}"/>
                    </a:ext>
                  </a:extLst>
                </p14:cNvPr>
                <p14:cNvContentPartPr/>
                <p14:nvPr/>
              </p14:nvContentPartPr>
              <p14:xfrm>
                <a:off x="5234672" y="737603"/>
                <a:ext cx="766080" cy="598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4E9E41-FE3B-B50D-8720-B809B5FC3E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8552" y="731483"/>
                  <a:ext cx="778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FD5D75-8B2B-45EB-425B-E32023B90688}"/>
                    </a:ext>
                  </a:extLst>
                </p14:cNvPr>
                <p14:cNvContentPartPr/>
                <p14:nvPr/>
              </p14:nvContentPartPr>
              <p14:xfrm>
                <a:off x="6082112" y="516563"/>
                <a:ext cx="11520" cy="28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FD5D75-8B2B-45EB-425B-E32023B906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75992" y="510443"/>
                  <a:ext cx="2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D5F219-19C4-4E55-161A-9DBE350A57E9}"/>
                    </a:ext>
                  </a:extLst>
                </p14:cNvPr>
                <p14:cNvContentPartPr/>
                <p14:nvPr/>
              </p14:nvContentPartPr>
              <p14:xfrm>
                <a:off x="6202712" y="467243"/>
                <a:ext cx="1622520" cy="928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D5F219-19C4-4E55-161A-9DBE350A57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6592" y="461123"/>
                  <a:ext cx="1634760" cy="9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D4E13F-BC5D-0BFD-F466-9C46BFBACCD0}"/>
                    </a:ext>
                  </a:extLst>
                </p14:cNvPr>
                <p14:cNvContentPartPr/>
                <p14:nvPr/>
              </p14:nvContentPartPr>
              <p14:xfrm>
                <a:off x="8276672" y="397763"/>
                <a:ext cx="362160" cy="109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D4E13F-BC5D-0BFD-F466-9C46BFBACC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0552" y="391643"/>
                  <a:ext cx="374400" cy="11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181192-8CBE-4AF3-259C-D31B4513DF20}"/>
                    </a:ext>
                  </a:extLst>
                </p14:cNvPr>
                <p14:cNvContentPartPr/>
                <p14:nvPr/>
              </p14:nvContentPartPr>
              <p14:xfrm>
                <a:off x="9003512" y="496403"/>
                <a:ext cx="82800" cy="97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181192-8CBE-4AF3-259C-D31B4513DF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97392" y="490283"/>
                  <a:ext cx="9504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2FAB74-7C83-FF57-A70A-CC329A25800E}"/>
                    </a:ext>
                  </a:extLst>
                </p14:cNvPr>
                <p14:cNvContentPartPr/>
                <p14:nvPr/>
              </p14:nvContentPartPr>
              <p14:xfrm>
                <a:off x="8738192" y="605483"/>
                <a:ext cx="1490760" cy="871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2FAB74-7C83-FF57-A70A-CC329A2580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32072" y="599363"/>
                  <a:ext cx="150300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9B51D3-7CF8-F92A-6430-B632CD4C3C07}"/>
                    </a:ext>
                  </a:extLst>
                </p14:cNvPr>
                <p14:cNvContentPartPr/>
                <p14:nvPr/>
              </p14:nvContentPartPr>
              <p14:xfrm>
                <a:off x="10338752" y="1072043"/>
                <a:ext cx="27360" cy="22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9B51D3-7CF8-F92A-6430-B632CD4C3C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32632" y="1065923"/>
                  <a:ext cx="39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9773B6-7747-4313-D65D-1E78B6352286}"/>
                    </a:ext>
                  </a:extLst>
                </p14:cNvPr>
                <p14:cNvContentPartPr/>
                <p14:nvPr/>
              </p14:nvContentPartPr>
              <p14:xfrm>
                <a:off x="10318592" y="850643"/>
                <a:ext cx="1800" cy="1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9773B6-7747-4313-D65D-1E78B63522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12472" y="844523"/>
                  <a:ext cx="1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069466-E785-DFB2-E3C8-AFA00838E593}"/>
                    </a:ext>
                  </a:extLst>
                </p14:cNvPr>
                <p14:cNvContentPartPr/>
                <p14:nvPr/>
              </p14:nvContentPartPr>
              <p14:xfrm>
                <a:off x="10618472" y="593243"/>
                <a:ext cx="307800" cy="899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069466-E785-DFB2-E3C8-AFA00838E5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12352" y="587123"/>
                  <a:ext cx="32004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A4B171-7065-7D00-3755-26DD525F3417}"/>
                    </a:ext>
                  </a:extLst>
                </p14:cNvPr>
                <p14:cNvContentPartPr/>
                <p14:nvPr/>
              </p14:nvContentPartPr>
              <p14:xfrm>
                <a:off x="11050832" y="1146923"/>
                <a:ext cx="6480" cy="26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A4B171-7065-7D00-3755-26DD525F34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44712" y="1140803"/>
                  <a:ext cx="18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843D73-89F6-C74B-8256-BA97E4B8E316}"/>
                    </a:ext>
                  </a:extLst>
                </p14:cNvPr>
                <p14:cNvContentPartPr/>
                <p14:nvPr/>
              </p14:nvContentPartPr>
              <p14:xfrm>
                <a:off x="11020592" y="885923"/>
                <a:ext cx="14040" cy="1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843D73-89F6-C74B-8256-BA97E4B8E3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14472" y="879803"/>
                  <a:ext cx="26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4B10D71-C26E-7BB5-CCBF-43FC388F8E47}"/>
                    </a:ext>
                  </a:extLst>
                </p14:cNvPr>
                <p14:cNvContentPartPr/>
                <p14:nvPr/>
              </p14:nvContentPartPr>
              <p14:xfrm>
                <a:off x="11276552" y="716003"/>
                <a:ext cx="102960" cy="70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B10D71-C26E-7BB5-CCBF-43FC388F8E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70432" y="709883"/>
                  <a:ext cx="1152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2778E2-3523-A327-C9EA-834E49181503}"/>
                    </a:ext>
                  </a:extLst>
                </p14:cNvPr>
                <p14:cNvContentPartPr/>
                <p14:nvPr/>
              </p14:nvContentPartPr>
              <p14:xfrm>
                <a:off x="11112392" y="1077443"/>
                <a:ext cx="867960" cy="1429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2778E2-3523-A327-C9EA-834E491815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06272" y="1071323"/>
                  <a:ext cx="880200" cy="144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E354EA8-D3B0-5939-720D-A014DB3D6342}"/>
              </a:ext>
            </a:extLst>
          </p:cNvPr>
          <p:cNvGrpSpPr/>
          <p:nvPr/>
        </p:nvGrpSpPr>
        <p:grpSpPr>
          <a:xfrm>
            <a:off x="1559072" y="2084363"/>
            <a:ext cx="10654200" cy="4110840"/>
            <a:chOff x="1559072" y="2084363"/>
            <a:chExt cx="10654200" cy="41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B96371-1C02-74D7-06E5-60C80C65DC00}"/>
                    </a:ext>
                  </a:extLst>
                </p14:cNvPr>
                <p14:cNvContentPartPr/>
                <p14:nvPr/>
              </p14:nvContentPartPr>
              <p14:xfrm>
                <a:off x="1559072" y="3163283"/>
                <a:ext cx="851760" cy="100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B96371-1C02-74D7-06E5-60C80C65DC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52952" y="3157163"/>
                  <a:ext cx="864000" cy="10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8579AA-DA01-4071-3794-3C4AE9D3E430}"/>
                    </a:ext>
                  </a:extLst>
                </p14:cNvPr>
                <p14:cNvContentPartPr/>
                <p14:nvPr/>
              </p14:nvContentPartPr>
              <p14:xfrm>
                <a:off x="2649512" y="3269843"/>
                <a:ext cx="73440" cy="1061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8579AA-DA01-4071-3794-3C4AE9D3E4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43392" y="3263723"/>
                  <a:ext cx="85680" cy="10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9928835-D360-31F1-05C0-8F8AE5422BD6}"/>
                    </a:ext>
                  </a:extLst>
                </p14:cNvPr>
                <p14:cNvContentPartPr/>
                <p14:nvPr/>
              </p14:nvContentPartPr>
              <p14:xfrm>
                <a:off x="2633672" y="3399803"/>
                <a:ext cx="417240" cy="475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9928835-D360-31F1-05C0-8F8AE5422B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27552" y="3393683"/>
                  <a:ext cx="429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E5555D-D32B-69C8-DCD4-3657C16B1730}"/>
                    </a:ext>
                  </a:extLst>
                </p14:cNvPr>
                <p14:cNvContentPartPr/>
                <p14:nvPr/>
              </p14:nvContentPartPr>
              <p14:xfrm>
                <a:off x="3230192" y="3108563"/>
                <a:ext cx="57600" cy="837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E5555D-D32B-69C8-DCD4-3657C16B1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24072" y="3102443"/>
                  <a:ext cx="6984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52EAA1-02EB-E814-CDB9-1CB57323BF58}"/>
                    </a:ext>
                  </a:extLst>
                </p14:cNvPr>
                <p14:cNvContentPartPr/>
                <p14:nvPr/>
              </p14:nvContentPartPr>
              <p14:xfrm>
                <a:off x="3128312" y="3598523"/>
                <a:ext cx="406080" cy="260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52EAA1-02EB-E814-CDB9-1CB57323BF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22192" y="3592403"/>
                  <a:ext cx="418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C291B8-5525-3C63-8589-881565875CFE}"/>
                    </a:ext>
                  </a:extLst>
                </p14:cNvPr>
                <p14:cNvContentPartPr/>
                <p14:nvPr/>
              </p14:nvContentPartPr>
              <p14:xfrm>
                <a:off x="3624752" y="3309443"/>
                <a:ext cx="2880" cy="6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C291B8-5525-3C63-8589-881565875C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18632" y="3303323"/>
                  <a:ext cx="15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0AE97A-D6C7-E7CE-BBE3-FE5353291390}"/>
                    </a:ext>
                  </a:extLst>
                </p14:cNvPr>
                <p14:cNvContentPartPr/>
                <p14:nvPr/>
              </p14:nvContentPartPr>
              <p14:xfrm>
                <a:off x="3777392" y="2844323"/>
                <a:ext cx="1802880" cy="83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0AE97A-D6C7-E7CE-BBE3-FE53532913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71272" y="2838203"/>
                  <a:ext cx="181512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1D3B46-8993-7CA1-37DC-D39BF0B96EB6}"/>
                    </a:ext>
                  </a:extLst>
                </p14:cNvPr>
                <p14:cNvContentPartPr/>
                <p14:nvPr/>
              </p14:nvContentPartPr>
              <p14:xfrm>
                <a:off x="6009392" y="2115323"/>
                <a:ext cx="562320" cy="100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1D3B46-8993-7CA1-37DC-D39BF0B96E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03272" y="2109203"/>
                  <a:ext cx="57456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09464D-36A0-D42B-60FD-8718954A71E6}"/>
                    </a:ext>
                  </a:extLst>
                </p14:cNvPr>
                <p14:cNvContentPartPr/>
                <p14:nvPr/>
              </p14:nvContentPartPr>
              <p14:xfrm>
                <a:off x="6671432" y="2406923"/>
                <a:ext cx="967320" cy="783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09464D-36A0-D42B-60FD-8718954A71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65312" y="2400803"/>
                  <a:ext cx="97956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C265FE-EF62-362C-E03E-93676884353F}"/>
                    </a:ext>
                  </a:extLst>
                </p14:cNvPr>
                <p14:cNvContentPartPr/>
                <p14:nvPr/>
              </p14:nvContentPartPr>
              <p14:xfrm>
                <a:off x="7945112" y="2385323"/>
                <a:ext cx="112680" cy="59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C265FE-EF62-362C-E03E-9367688435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38992" y="2379203"/>
                  <a:ext cx="1249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9C98C8-6388-E354-8D2A-5868DC0665AE}"/>
                    </a:ext>
                  </a:extLst>
                </p14:cNvPr>
                <p14:cNvContentPartPr/>
                <p14:nvPr/>
              </p14:nvContentPartPr>
              <p14:xfrm>
                <a:off x="7686632" y="2658563"/>
                <a:ext cx="511560" cy="154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9C98C8-6388-E354-8D2A-5868DC0665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0512" y="2652443"/>
                  <a:ext cx="523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368B74-31F6-3BDE-C75A-EFD76E745931}"/>
                    </a:ext>
                  </a:extLst>
                </p14:cNvPr>
                <p14:cNvContentPartPr/>
                <p14:nvPr/>
              </p14:nvContentPartPr>
              <p14:xfrm>
                <a:off x="8370272" y="2084363"/>
                <a:ext cx="400680" cy="129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368B74-31F6-3BDE-C75A-EFD76E74593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4152" y="2078243"/>
                  <a:ext cx="412920" cy="13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3758CFD-9543-CA2F-18D5-E7F8EC234218}"/>
                    </a:ext>
                  </a:extLst>
                </p14:cNvPr>
                <p14:cNvContentPartPr/>
                <p14:nvPr/>
              </p14:nvContentPartPr>
              <p14:xfrm>
                <a:off x="8814152" y="2473883"/>
                <a:ext cx="420120" cy="525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3758CFD-9543-CA2F-18D5-E7F8EC2342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08032" y="2467763"/>
                  <a:ext cx="4323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FBC0F2-DAC7-E854-AB16-7EE4B958E591}"/>
                    </a:ext>
                  </a:extLst>
                </p14:cNvPr>
                <p14:cNvContentPartPr/>
                <p14:nvPr/>
              </p14:nvContentPartPr>
              <p14:xfrm>
                <a:off x="9248312" y="2673683"/>
                <a:ext cx="206280" cy="394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FBC0F2-DAC7-E854-AB16-7EE4B958E5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42192" y="2667563"/>
                  <a:ext cx="2185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A8E354-68AA-FACC-E76C-2FF7540C465C}"/>
                    </a:ext>
                  </a:extLst>
                </p14:cNvPr>
                <p14:cNvContentPartPr/>
                <p14:nvPr/>
              </p14:nvContentPartPr>
              <p14:xfrm>
                <a:off x="9523712" y="2753963"/>
                <a:ext cx="480600" cy="360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A8E354-68AA-FACC-E76C-2FF7540C46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17592" y="2747843"/>
                  <a:ext cx="4928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FBFC6-9EC1-7FEE-7CD8-F2A57566E75E}"/>
                    </a:ext>
                  </a:extLst>
                </p14:cNvPr>
                <p14:cNvContentPartPr/>
                <p14:nvPr/>
              </p14:nvContentPartPr>
              <p14:xfrm>
                <a:off x="9966872" y="2681603"/>
                <a:ext cx="2520" cy="64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FBFC6-9EC1-7FEE-7CD8-F2A57566E7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60752" y="2675483"/>
                  <a:ext cx="1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4657D4-1DFA-56DA-D575-64F006AD6B2E}"/>
                    </a:ext>
                  </a:extLst>
                </p14:cNvPr>
                <p14:cNvContentPartPr/>
                <p14:nvPr/>
              </p14:nvContentPartPr>
              <p14:xfrm>
                <a:off x="10285472" y="2905883"/>
                <a:ext cx="486360" cy="29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4657D4-1DFA-56DA-D575-64F006AD6B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79352" y="2899763"/>
                  <a:ext cx="498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3FDF08-CD46-65C8-599A-AD39D50A66C5}"/>
                    </a:ext>
                  </a:extLst>
                </p14:cNvPr>
                <p14:cNvContentPartPr/>
                <p14:nvPr/>
              </p14:nvContentPartPr>
              <p14:xfrm>
                <a:off x="11116352" y="2508083"/>
                <a:ext cx="409680" cy="493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3FDF08-CD46-65C8-599A-AD39D50A66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10232" y="2501963"/>
                  <a:ext cx="4219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7E0478-F395-18A9-66C2-2442D20231D7}"/>
                    </a:ext>
                  </a:extLst>
                </p14:cNvPr>
                <p14:cNvContentPartPr/>
                <p14:nvPr/>
              </p14:nvContentPartPr>
              <p14:xfrm>
                <a:off x="11364032" y="2828843"/>
                <a:ext cx="21960" cy="259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7E0478-F395-18A9-66C2-2442D20231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57912" y="2822723"/>
                  <a:ext cx="34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87507D-4DE8-0B82-1E7A-299875FE38C2}"/>
                    </a:ext>
                  </a:extLst>
                </p14:cNvPr>
                <p14:cNvContentPartPr/>
                <p14:nvPr/>
              </p14:nvContentPartPr>
              <p14:xfrm>
                <a:off x="11433152" y="2763323"/>
                <a:ext cx="6480" cy="14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87507D-4DE8-0B82-1E7A-299875FE38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27032" y="2757203"/>
                  <a:ext cx="1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3F7369-873A-F801-1D3A-43E7C2FE822D}"/>
                    </a:ext>
                  </a:extLst>
                </p14:cNvPr>
                <p14:cNvContentPartPr/>
                <p14:nvPr/>
              </p14:nvContentPartPr>
              <p14:xfrm>
                <a:off x="11571032" y="2803283"/>
                <a:ext cx="469800" cy="395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3F7369-873A-F801-1D3A-43E7C2FE822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64912" y="2797163"/>
                  <a:ext cx="482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EC69CD-5490-F194-F326-3326087523CD}"/>
                    </a:ext>
                  </a:extLst>
                </p14:cNvPr>
                <p14:cNvContentPartPr/>
                <p14:nvPr/>
              </p14:nvContentPartPr>
              <p14:xfrm>
                <a:off x="9349832" y="3353723"/>
                <a:ext cx="935640" cy="640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EC69CD-5490-F194-F326-3326087523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43712" y="3347603"/>
                  <a:ext cx="9478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76FF30-39BC-79E5-3493-74C135D59427}"/>
                    </a:ext>
                  </a:extLst>
                </p14:cNvPr>
                <p14:cNvContentPartPr/>
                <p14:nvPr/>
              </p14:nvContentPartPr>
              <p14:xfrm>
                <a:off x="10237952" y="3536603"/>
                <a:ext cx="1128240" cy="307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76FF30-39BC-79E5-3493-74C135D594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1832" y="3530483"/>
                  <a:ext cx="1140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8416E2-4EED-16B1-1070-C09E34E1EABF}"/>
                    </a:ext>
                  </a:extLst>
                </p14:cNvPr>
                <p14:cNvContentPartPr/>
                <p14:nvPr/>
              </p14:nvContentPartPr>
              <p14:xfrm>
                <a:off x="11475992" y="3657563"/>
                <a:ext cx="71640" cy="153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8416E2-4EED-16B1-1070-C09E34E1EA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469872" y="3651443"/>
                  <a:ext cx="83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3CB02CF-1262-9FDF-4FC2-5ECABFA3C7F2}"/>
                    </a:ext>
                  </a:extLst>
                </p14:cNvPr>
                <p14:cNvContentPartPr/>
                <p14:nvPr/>
              </p14:nvContentPartPr>
              <p14:xfrm>
                <a:off x="11517752" y="3620843"/>
                <a:ext cx="153000" cy="31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3CB02CF-1262-9FDF-4FC2-5ECABFA3C7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11632" y="3614723"/>
                  <a:ext cx="165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2FA313-8AD5-B400-4AF8-92C05034D9D4}"/>
                    </a:ext>
                  </a:extLst>
                </p14:cNvPr>
                <p14:cNvContentPartPr/>
                <p14:nvPr/>
              </p14:nvContentPartPr>
              <p14:xfrm>
                <a:off x="9227072" y="4055363"/>
                <a:ext cx="508320" cy="425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2FA313-8AD5-B400-4AF8-92C05034D9D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20952" y="4049243"/>
                  <a:ext cx="5205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587E17-1FBB-4D4D-BCCF-624B4D3F4CE9}"/>
                    </a:ext>
                  </a:extLst>
                </p14:cNvPr>
                <p14:cNvContentPartPr/>
                <p14:nvPr/>
              </p14:nvContentPartPr>
              <p14:xfrm>
                <a:off x="9897392" y="4002803"/>
                <a:ext cx="17640" cy="691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587E17-1FBB-4D4D-BCCF-624B4D3F4C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1272" y="3996683"/>
                  <a:ext cx="298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8208CDA-3E6E-5220-051D-C9E7FD013313}"/>
                    </a:ext>
                  </a:extLst>
                </p14:cNvPr>
                <p14:cNvContentPartPr/>
                <p14:nvPr/>
              </p14:nvContentPartPr>
              <p14:xfrm>
                <a:off x="10052192" y="4311323"/>
                <a:ext cx="425880" cy="241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8208CDA-3E6E-5220-051D-C9E7FD0133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46072" y="4305203"/>
                  <a:ext cx="438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DBEF23-9D0D-C7B5-4E0E-C1E324684157}"/>
                    </a:ext>
                  </a:extLst>
                </p14:cNvPr>
                <p14:cNvContentPartPr/>
                <p14:nvPr/>
              </p14:nvContentPartPr>
              <p14:xfrm>
                <a:off x="10650872" y="4088123"/>
                <a:ext cx="1155240" cy="47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DBEF23-9D0D-C7B5-4E0E-C1E3246841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44752" y="4082003"/>
                  <a:ext cx="116748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2F23F38-F761-DFD8-85D0-F463C3903ECE}"/>
                    </a:ext>
                  </a:extLst>
                </p14:cNvPr>
                <p14:cNvContentPartPr/>
                <p14:nvPr/>
              </p14:nvContentPartPr>
              <p14:xfrm>
                <a:off x="11986112" y="3666203"/>
                <a:ext cx="227160" cy="1067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2F23F38-F761-DFD8-85D0-F463C3903E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979992" y="3660083"/>
                  <a:ext cx="239400" cy="10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627704-4DA6-4D74-5405-81BB85EE9D74}"/>
                    </a:ext>
                  </a:extLst>
                </p14:cNvPr>
                <p14:cNvContentPartPr/>
                <p14:nvPr/>
              </p14:nvContentPartPr>
              <p14:xfrm>
                <a:off x="3810512" y="3739643"/>
                <a:ext cx="1677240" cy="129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627704-4DA6-4D74-5405-81BB85EE9D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04392" y="3733523"/>
                  <a:ext cx="1689480" cy="13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4AEF8F-66D4-749A-32C3-2D2F3E147E1F}"/>
                    </a:ext>
                  </a:extLst>
                </p14:cNvPr>
                <p14:cNvContentPartPr/>
                <p14:nvPr/>
              </p14:nvContentPartPr>
              <p14:xfrm>
                <a:off x="4850912" y="3698963"/>
                <a:ext cx="1074600" cy="817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4AEF8F-66D4-749A-32C3-2D2F3E147E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44792" y="3692843"/>
                  <a:ext cx="108684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D5CC1B-8CBC-82A0-BC99-B200FCC4D6AE}"/>
                    </a:ext>
                  </a:extLst>
                </p14:cNvPr>
                <p14:cNvContentPartPr/>
                <p14:nvPr/>
              </p14:nvContentPartPr>
              <p14:xfrm>
                <a:off x="4979432" y="3545243"/>
                <a:ext cx="1287000" cy="944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D5CC1B-8CBC-82A0-BC99-B200FCC4D6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3312" y="3539123"/>
                  <a:ext cx="12992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2A79A1-D342-A71A-7A29-4ABCC741F91A}"/>
                    </a:ext>
                  </a:extLst>
                </p14:cNvPr>
                <p14:cNvContentPartPr/>
                <p14:nvPr/>
              </p14:nvContentPartPr>
              <p14:xfrm>
                <a:off x="5900672" y="4343723"/>
                <a:ext cx="653040" cy="1186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2A79A1-D342-A71A-7A29-4ABCC741F9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4552" y="4337603"/>
                  <a:ext cx="66528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AEC3895-B693-FD12-762E-BEF15F382D8A}"/>
                    </a:ext>
                  </a:extLst>
                </p14:cNvPr>
                <p14:cNvContentPartPr/>
                <p14:nvPr/>
              </p14:nvContentPartPr>
              <p14:xfrm>
                <a:off x="6092912" y="4916843"/>
                <a:ext cx="418320" cy="114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AEC3895-B693-FD12-762E-BEF15F382D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86792" y="4910723"/>
                  <a:ext cx="430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24B44B-2EEB-7446-12A6-7D3B39324CF2}"/>
                    </a:ext>
                  </a:extLst>
                </p14:cNvPr>
                <p14:cNvContentPartPr/>
                <p14:nvPr/>
              </p14:nvContentPartPr>
              <p14:xfrm>
                <a:off x="6739472" y="4680323"/>
                <a:ext cx="327240" cy="609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24B44B-2EEB-7446-12A6-7D3B39324C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33352" y="4674203"/>
                  <a:ext cx="3394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ABEDD1-D4EC-01A6-3638-7A0DF359F4F7}"/>
                    </a:ext>
                  </a:extLst>
                </p14:cNvPr>
                <p14:cNvContentPartPr/>
                <p14:nvPr/>
              </p14:nvContentPartPr>
              <p14:xfrm>
                <a:off x="7122872" y="4803803"/>
                <a:ext cx="235440" cy="483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ABEDD1-D4EC-01A6-3638-7A0DF359F4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16752" y="4797683"/>
                  <a:ext cx="2476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B2F962-7106-D646-9C29-DB37289AFFEF}"/>
                    </a:ext>
                  </a:extLst>
                </p14:cNvPr>
                <p14:cNvContentPartPr/>
                <p14:nvPr/>
              </p14:nvContentPartPr>
              <p14:xfrm>
                <a:off x="7530392" y="4868603"/>
                <a:ext cx="259920" cy="355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B2F962-7106-D646-9C29-DB37289AFF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4272" y="4862483"/>
                  <a:ext cx="272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65180D4-DB04-11EE-09E7-C65B5E48C004}"/>
                    </a:ext>
                  </a:extLst>
                </p14:cNvPr>
                <p14:cNvContentPartPr/>
                <p14:nvPr/>
              </p14:nvContentPartPr>
              <p14:xfrm>
                <a:off x="7952312" y="4794803"/>
                <a:ext cx="1202760" cy="91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65180D4-DB04-11EE-09E7-C65B5E48C0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46192" y="4788683"/>
                  <a:ext cx="12150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CA9136-3B6F-9638-4603-84D90F00CF00}"/>
                    </a:ext>
                  </a:extLst>
                </p14:cNvPr>
                <p14:cNvContentPartPr/>
                <p14:nvPr/>
              </p14:nvContentPartPr>
              <p14:xfrm>
                <a:off x="9089552" y="4604003"/>
                <a:ext cx="285480" cy="1591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CA9136-3B6F-9638-4603-84D90F00CF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83432" y="4597883"/>
                  <a:ext cx="29772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96A5108-F27E-BC12-F6A4-23FC136DE71F}"/>
                    </a:ext>
                  </a:extLst>
                </p14:cNvPr>
                <p14:cNvContentPartPr/>
                <p14:nvPr/>
              </p14:nvContentPartPr>
              <p14:xfrm>
                <a:off x="9439472" y="4965083"/>
                <a:ext cx="604800" cy="81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96A5108-F27E-BC12-F6A4-23FC136DE7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33352" y="4958963"/>
                  <a:ext cx="61704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5D1D63-DB63-8292-EB22-98BD73AF4558}"/>
                    </a:ext>
                  </a:extLst>
                </p14:cNvPr>
                <p14:cNvContentPartPr/>
                <p14:nvPr/>
              </p14:nvContentPartPr>
              <p14:xfrm>
                <a:off x="9351992" y="5090723"/>
                <a:ext cx="636480" cy="644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5D1D63-DB63-8292-EB22-98BD73AF45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45872" y="5084603"/>
                  <a:ext cx="64872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D864D1-5F5C-F637-C872-E4BFC63A12F9}"/>
                    </a:ext>
                  </a:extLst>
                </p14:cNvPr>
                <p14:cNvContentPartPr/>
                <p14:nvPr/>
              </p14:nvContentPartPr>
              <p14:xfrm>
                <a:off x="10085672" y="5054363"/>
                <a:ext cx="214560" cy="686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D864D1-5F5C-F637-C872-E4BFC63A12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79552" y="5048243"/>
                  <a:ext cx="22680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6D595B-BEF7-534F-2700-AAD76F62E904}"/>
                    </a:ext>
                  </a:extLst>
                </p14:cNvPr>
                <p14:cNvContentPartPr/>
                <p14:nvPr/>
              </p14:nvContentPartPr>
              <p14:xfrm>
                <a:off x="9895232" y="5010443"/>
                <a:ext cx="1764720" cy="863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6D595B-BEF7-534F-2700-AAD76F62E90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89112" y="5004323"/>
                  <a:ext cx="177696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6B5F398-DAC5-98EE-7F8F-13B90D6BC5D4}"/>
                    </a:ext>
                  </a:extLst>
                </p14:cNvPr>
                <p14:cNvContentPartPr/>
                <p14:nvPr/>
              </p14:nvContentPartPr>
              <p14:xfrm>
                <a:off x="10119872" y="5983163"/>
                <a:ext cx="1772280" cy="177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6B5F398-DAC5-98EE-7F8F-13B90D6BC5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13752" y="5977043"/>
                  <a:ext cx="1784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04EA018-38BB-D276-3829-4C2B999FFD7D}"/>
                    </a:ext>
                  </a:extLst>
                </p14:cNvPr>
                <p14:cNvContentPartPr/>
                <p14:nvPr/>
              </p14:nvContentPartPr>
              <p14:xfrm>
                <a:off x="10447472" y="6016643"/>
                <a:ext cx="1063800" cy="133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04EA018-38BB-D276-3829-4C2B999FFD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41352" y="6010523"/>
                  <a:ext cx="1076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65AA56-3868-A03C-9084-0303A615ECE9}"/>
                    </a:ext>
                  </a:extLst>
                </p14:cNvPr>
                <p14:cNvContentPartPr/>
                <p14:nvPr/>
              </p14:nvContentPartPr>
              <p14:xfrm>
                <a:off x="11400392" y="5831243"/>
                <a:ext cx="36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65AA56-3868-A03C-9084-0303A615EC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94272" y="5825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776932F-15E7-2245-4B2F-BC762EEDCC03}"/>
                  </a:ext>
                </a:extLst>
              </p14:cNvPr>
              <p14:cNvContentPartPr/>
              <p14:nvPr/>
            </p14:nvContentPartPr>
            <p14:xfrm>
              <a:off x="6297752" y="1397843"/>
              <a:ext cx="1359720" cy="1002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776932F-15E7-2245-4B2F-BC762EEDCC0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291632" y="1391723"/>
                <a:ext cx="137196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2035A7C-BE51-1472-E73F-33D4FCC13CB3}"/>
                  </a:ext>
                </a:extLst>
              </p14:cNvPr>
              <p14:cNvContentPartPr/>
              <p14:nvPr/>
            </p14:nvContentPartPr>
            <p14:xfrm>
              <a:off x="5657312" y="1753163"/>
              <a:ext cx="2741040" cy="19612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2035A7C-BE51-1472-E73F-33D4FCC13CB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651192" y="1747043"/>
                <a:ext cx="2753280" cy="19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7DA92C9-FD27-9115-D3D2-F523D13C5659}"/>
              </a:ext>
            </a:extLst>
          </p:cNvPr>
          <p:cNvGrpSpPr/>
          <p:nvPr/>
        </p:nvGrpSpPr>
        <p:grpSpPr>
          <a:xfrm>
            <a:off x="6848552" y="1632203"/>
            <a:ext cx="1549800" cy="516240"/>
            <a:chOff x="6848552" y="1632203"/>
            <a:chExt cx="154980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AF5C50-ADD4-B93C-DAC3-BE8D94702E9F}"/>
                    </a:ext>
                  </a:extLst>
                </p14:cNvPr>
                <p14:cNvContentPartPr/>
                <p14:nvPr/>
              </p14:nvContentPartPr>
              <p14:xfrm>
                <a:off x="6848552" y="1922003"/>
                <a:ext cx="437760" cy="139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AF5C50-ADD4-B93C-DAC3-BE8D94702E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42432" y="1915883"/>
                  <a:ext cx="450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0AED904-C905-9391-7AE2-034BC8DC199C}"/>
                    </a:ext>
                  </a:extLst>
                </p14:cNvPr>
                <p14:cNvContentPartPr/>
                <p14:nvPr/>
              </p14:nvContentPartPr>
              <p14:xfrm>
                <a:off x="7707152" y="1632203"/>
                <a:ext cx="691200" cy="516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0AED904-C905-9391-7AE2-034BC8DC19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01032" y="1626083"/>
                  <a:ext cx="703440" cy="52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9D768A-BA6F-9F45-C6BA-67DA994166F1}"/>
                  </a:ext>
                </a:extLst>
              </p14:cNvPr>
              <p14:cNvContentPartPr/>
              <p14:nvPr/>
            </p14:nvContentPartPr>
            <p14:xfrm>
              <a:off x="5961872" y="5505083"/>
              <a:ext cx="2986200" cy="2804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9D768A-BA6F-9F45-C6BA-67DA994166F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955752" y="5498963"/>
                <a:ext cx="29984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07B1A4D-527C-2252-B628-E602BDA85A17}"/>
                  </a:ext>
                </a:extLst>
              </p14:cNvPr>
              <p14:cNvContentPartPr/>
              <p14:nvPr/>
            </p14:nvContentPartPr>
            <p14:xfrm>
              <a:off x="1744472" y="1800323"/>
              <a:ext cx="360" cy="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07B1A4D-527C-2252-B628-E602BDA85A1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38352" y="179420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139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950376D-5F7F-2934-EF3E-F7B14ED7C14E}"/>
              </a:ext>
            </a:extLst>
          </p:cNvPr>
          <p:cNvGrpSpPr/>
          <p:nvPr/>
        </p:nvGrpSpPr>
        <p:grpSpPr>
          <a:xfrm>
            <a:off x="178112" y="435923"/>
            <a:ext cx="11511000" cy="6357240"/>
            <a:chOff x="178112" y="435923"/>
            <a:chExt cx="11511000" cy="63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61A3706-DFEE-73ED-598E-E942915C0348}"/>
                    </a:ext>
                  </a:extLst>
                </p14:cNvPr>
                <p14:cNvContentPartPr/>
                <p14:nvPr/>
              </p14:nvContentPartPr>
              <p14:xfrm>
                <a:off x="1173512" y="482723"/>
                <a:ext cx="396000" cy="4615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61A3706-DFEE-73ED-598E-E942915C03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7392" y="476603"/>
                  <a:ext cx="408240" cy="46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0128317-2850-6544-EBE1-CFABA1E4A9C3}"/>
                    </a:ext>
                  </a:extLst>
                </p14:cNvPr>
                <p14:cNvContentPartPr/>
                <p14:nvPr/>
              </p14:nvContentPartPr>
              <p14:xfrm>
                <a:off x="651512" y="435923"/>
                <a:ext cx="1201320" cy="1031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0128317-2850-6544-EBE1-CFABA1E4A9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5392" y="429803"/>
                  <a:ext cx="121356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33C3C2-8857-26A9-A078-B1D742487DDC}"/>
                    </a:ext>
                  </a:extLst>
                </p14:cNvPr>
                <p14:cNvContentPartPr/>
                <p14:nvPr/>
              </p14:nvContentPartPr>
              <p14:xfrm>
                <a:off x="1434512" y="4549283"/>
                <a:ext cx="9669600" cy="559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33C3C2-8857-26A9-A078-B1D742487D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8392" y="4543163"/>
                  <a:ext cx="968184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0ECC36-01AD-8B60-6EAC-BF0BFBC44350}"/>
                    </a:ext>
                  </a:extLst>
                </p14:cNvPr>
                <p14:cNvContentPartPr/>
                <p14:nvPr/>
              </p14:nvContentPartPr>
              <p14:xfrm>
                <a:off x="10204832" y="4318883"/>
                <a:ext cx="1484280" cy="147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0ECC36-01AD-8B60-6EAC-BF0BFBC443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98712" y="4312763"/>
                  <a:ext cx="1496520" cy="14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1A35C2-2D07-E9B9-ED83-2E2E1CA8C548}"/>
                    </a:ext>
                  </a:extLst>
                </p14:cNvPr>
                <p14:cNvContentPartPr/>
                <p14:nvPr/>
              </p14:nvContentPartPr>
              <p14:xfrm>
                <a:off x="6507992" y="5341283"/>
                <a:ext cx="708480" cy="133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1A35C2-2D07-E9B9-ED83-2E2E1CA8C5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1872" y="5335163"/>
                  <a:ext cx="72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F580D7-DC2E-63F7-0D66-F22EC0F31FCA}"/>
                    </a:ext>
                  </a:extLst>
                </p14:cNvPr>
                <p14:cNvContentPartPr/>
                <p14:nvPr/>
              </p14:nvContentPartPr>
              <p14:xfrm>
                <a:off x="6496112" y="5474123"/>
                <a:ext cx="477720" cy="871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F580D7-DC2E-63F7-0D66-F22EC0F31F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89992" y="5468003"/>
                  <a:ext cx="48996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3B8173-41C6-6A7F-A1F1-ABD4F6358D84}"/>
                    </a:ext>
                  </a:extLst>
                </p14:cNvPr>
                <p14:cNvContentPartPr/>
                <p14:nvPr/>
              </p14:nvContentPartPr>
              <p14:xfrm>
                <a:off x="6561992" y="5653763"/>
                <a:ext cx="970200" cy="76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3B8173-41C6-6A7F-A1F1-ABD4F6358D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55872" y="5647643"/>
                  <a:ext cx="98244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DD942D-CEDA-1807-5E00-DB6FF89D0517}"/>
                    </a:ext>
                  </a:extLst>
                </p14:cNvPr>
                <p14:cNvContentPartPr/>
                <p14:nvPr/>
              </p14:nvContentPartPr>
              <p14:xfrm>
                <a:off x="7663232" y="5772923"/>
                <a:ext cx="311040" cy="481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DD942D-CEDA-1807-5E00-DB6FF89D05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57112" y="5766803"/>
                  <a:ext cx="3232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39215B-042F-F989-1F86-C57472FB8857}"/>
                    </a:ext>
                  </a:extLst>
                </p14:cNvPr>
                <p14:cNvContentPartPr/>
                <p14:nvPr/>
              </p14:nvContentPartPr>
              <p14:xfrm>
                <a:off x="8082992" y="5490683"/>
                <a:ext cx="1578240" cy="99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39215B-042F-F989-1F86-C57472FB88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76872" y="5484563"/>
                  <a:ext cx="159048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F786D7-5728-1D9C-7A15-D1757177AB42}"/>
                    </a:ext>
                  </a:extLst>
                </p14:cNvPr>
                <p14:cNvContentPartPr/>
                <p14:nvPr/>
              </p14:nvContentPartPr>
              <p14:xfrm>
                <a:off x="9778952" y="5105123"/>
                <a:ext cx="149760" cy="168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F786D7-5728-1D9C-7A15-D1757177AB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72832" y="5099003"/>
                  <a:ext cx="162000" cy="17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22EFC7-7296-DB9D-343E-5C46AFCFDFF6}"/>
                    </a:ext>
                  </a:extLst>
                </p14:cNvPr>
                <p14:cNvContentPartPr/>
                <p14:nvPr/>
              </p14:nvContentPartPr>
              <p14:xfrm>
                <a:off x="10045712" y="5956163"/>
                <a:ext cx="484920" cy="71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22EFC7-7296-DB9D-343E-5C46AFCFDF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39592" y="5950043"/>
                  <a:ext cx="497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730FEA-CC60-17C9-04AC-A1F822704615}"/>
                    </a:ext>
                  </a:extLst>
                </p14:cNvPr>
                <p14:cNvContentPartPr/>
                <p14:nvPr/>
              </p14:nvContentPartPr>
              <p14:xfrm>
                <a:off x="10202312" y="6053003"/>
                <a:ext cx="44640" cy="45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730FEA-CC60-17C9-04AC-A1F8227046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96192" y="6046883"/>
                  <a:ext cx="568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AD3277-CCEE-19EA-8F90-7C940FFD4FDE}"/>
                    </a:ext>
                  </a:extLst>
                </p14:cNvPr>
                <p14:cNvContentPartPr/>
                <p14:nvPr/>
              </p14:nvContentPartPr>
              <p14:xfrm>
                <a:off x="9986672" y="6446123"/>
                <a:ext cx="364680" cy="4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AD3277-CCEE-19EA-8F90-7C940FFD4F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80552" y="6440003"/>
                  <a:ext cx="37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3E211C-E8F3-3E6B-612E-4836979C1BBB}"/>
                    </a:ext>
                  </a:extLst>
                </p14:cNvPr>
                <p14:cNvContentPartPr/>
                <p14:nvPr/>
              </p14:nvContentPartPr>
              <p14:xfrm>
                <a:off x="10559072" y="5809643"/>
                <a:ext cx="143640" cy="80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3E211C-E8F3-3E6B-612E-4836979C1B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52952" y="5803523"/>
                  <a:ext cx="15588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FCFAC7-6513-5F7C-A93E-EB0FAFEEF3FE}"/>
                    </a:ext>
                  </a:extLst>
                </p14:cNvPr>
                <p14:cNvContentPartPr/>
                <p14:nvPr/>
              </p14:nvContentPartPr>
              <p14:xfrm>
                <a:off x="10438112" y="6121043"/>
                <a:ext cx="543960" cy="344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FCFAC7-6513-5F7C-A93E-EB0FAFEEF3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31992" y="6114923"/>
                  <a:ext cx="5562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2EBB2F-EE8C-4919-ABFA-6A1B006E8566}"/>
                    </a:ext>
                  </a:extLst>
                </p14:cNvPr>
                <p14:cNvContentPartPr/>
                <p14:nvPr/>
              </p14:nvContentPartPr>
              <p14:xfrm>
                <a:off x="10974512" y="6091883"/>
                <a:ext cx="153360" cy="432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2EBB2F-EE8C-4919-ABFA-6A1B006E85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68392" y="6085763"/>
                  <a:ext cx="1656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940806-DD81-02B8-F71B-27E567FB6EA9}"/>
                    </a:ext>
                  </a:extLst>
                </p14:cNvPr>
                <p14:cNvContentPartPr/>
                <p14:nvPr/>
              </p14:nvContentPartPr>
              <p14:xfrm>
                <a:off x="178112" y="1258883"/>
                <a:ext cx="96120" cy="761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940806-DD81-02B8-F71B-27E567FB6E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1992" y="1252763"/>
                  <a:ext cx="10836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D2F0AC-85FE-102C-EF15-CCFD7DE56CA3}"/>
                    </a:ext>
                  </a:extLst>
                </p14:cNvPr>
                <p14:cNvContentPartPr/>
                <p14:nvPr/>
              </p14:nvContentPartPr>
              <p14:xfrm>
                <a:off x="398432" y="1407203"/>
                <a:ext cx="1152720" cy="76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D2F0AC-85FE-102C-EF15-CCFD7DE56C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2312" y="1401083"/>
                  <a:ext cx="1164960" cy="78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01A1E67-D097-79AB-A224-BDA946161CF1}"/>
                  </a:ext>
                </a:extLst>
              </p14:cNvPr>
              <p14:cNvContentPartPr/>
              <p14:nvPr/>
            </p14:nvContentPartPr>
            <p14:xfrm>
              <a:off x="2029952" y="593243"/>
              <a:ext cx="8401680" cy="3683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01A1E67-D097-79AB-A224-BDA946161CF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23832" y="587123"/>
                <a:ext cx="8413920" cy="36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3322B3E-B43F-1654-0274-7FCD4BC0E808}"/>
                  </a:ext>
                </a:extLst>
              </p14:cNvPr>
              <p14:cNvContentPartPr/>
              <p14:nvPr/>
            </p14:nvContentPartPr>
            <p14:xfrm>
              <a:off x="2419832" y="639323"/>
              <a:ext cx="8026920" cy="3803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3322B3E-B43F-1654-0274-7FCD4BC0E80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13712" y="633203"/>
                <a:ext cx="8039160" cy="38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EC9351-ADEB-7048-0C7F-CA7412DDDC1E}"/>
                  </a:ext>
                </a:extLst>
              </p14:cNvPr>
              <p14:cNvContentPartPr/>
              <p14:nvPr/>
            </p14:nvContentPartPr>
            <p14:xfrm>
              <a:off x="4421432" y="906803"/>
              <a:ext cx="2273400" cy="1663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EC9351-ADEB-7048-0C7F-CA7412DDDC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15312" y="900683"/>
                <a:ext cx="2285640" cy="16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6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DB31F-0126-BE85-7A15-1A166C097723}"/>
              </a:ext>
            </a:extLst>
          </p:cNvPr>
          <p:cNvGrpSpPr/>
          <p:nvPr/>
        </p:nvGrpSpPr>
        <p:grpSpPr>
          <a:xfrm>
            <a:off x="206192" y="-264997"/>
            <a:ext cx="11472120" cy="7232400"/>
            <a:chOff x="206192" y="-264997"/>
            <a:chExt cx="11472120" cy="723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C7A8D0-CB62-9600-CC4C-162A102722C4}"/>
                    </a:ext>
                  </a:extLst>
                </p14:cNvPr>
                <p14:cNvContentPartPr/>
                <p14:nvPr/>
              </p14:nvContentPartPr>
              <p14:xfrm>
                <a:off x="1598672" y="-220717"/>
                <a:ext cx="438840" cy="6725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C7A8D0-CB62-9600-CC4C-162A102722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92552" y="-226837"/>
                  <a:ext cx="451080" cy="67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B55B484-2086-D781-E073-534C659B6EF3}"/>
                    </a:ext>
                  </a:extLst>
                </p14:cNvPr>
                <p14:cNvContentPartPr/>
                <p14:nvPr/>
              </p14:nvContentPartPr>
              <p14:xfrm>
                <a:off x="856712" y="-264997"/>
                <a:ext cx="1619280" cy="1323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B55B484-2086-D781-E073-534C659B6E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0592" y="-271117"/>
                  <a:ext cx="1631520" cy="13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DBB57C-BAB4-F7C0-9E4A-2208773D8C2D}"/>
                    </a:ext>
                  </a:extLst>
                </p14:cNvPr>
                <p14:cNvContentPartPr/>
                <p14:nvPr/>
              </p14:nvContentPartPr>
              <p14:xfrm>
                <a:off x="1716392" y="5728643"/>
                <a:ext cx="9961920" cy="848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DBB57C-BAB4-F7C0-9E4A-2208773D8C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0272" y="5722523"/>
                  <a:ext cx="997416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E18E7C-5409-6F8E-9D6C-C293661622A1}"/>
                    </a:ext>
                  </a:extLst>
                </p14:cNvPr>
                <p14:cNvContentPartPr/>
                <p14:nvPr/>
              </p14:nvContentPartPr>
              <p14:xfrm>
                <a:off x="10469072" y="6389243"/>
                <a:ext cx="658080" cy="578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E18E7C-5409-6F8E-9D6C-C293661622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62952" y="6383123"/>
                  <a:ext cx="67032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C76B91-BFDE-7A17-C279-7592D4C2A2C4}"/>
                    </a:ext>
                  </a:extLst>
                </p14:cNvPr>
                <p14:cNvContentPartPr/>
                <p14:nvPr/>
              </p14:nvContentPartPr>
              <p14:xfrm>
                <a:off x="206192" y="456803"/>
                <a:ext cx="837000" cy="1487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C76B91-BFDE-7A17-C279-7592D4C2A2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072" y="450683"/>
                  <a:ext cx="849240" cy="150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B276E7-F880-8982-0A60-5D33E385DE6B}"/>
                  </a:ext>
                </a:extLst>
              </p14:cNvPr>
              <p14:cNvContentPartPr/>
              <p14:nvPr/>
            </p14:nvContentPartPr>
            <p14:xfrm>
              <a:off x="-204568" y="6262883"/>
              <a:ext cx="12240" cy="5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B276E7-F880-8982-0A60-5D33E385DE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0688" y="6256763"/>
                <a:ext cx="2448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7E1B2D-B278-AC61-B245-952D1726A3BD}"/>
                  </a:ext>
                </a:extLst>
              </p14:cNvPr>
              <p14:cNvContentPartPr/>
              <p14:nvPr/>
            </p14:nvContentPartPr>
            <p14:xfrm>
              <a:off x="2653832" y="215963"/>
              <a:ext cx="8955000" cy="526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7E1B2D-B278-AC61-B245-952D1726A3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47712" y="209843"/>
                <a:ext cx="8967240" cy="52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BB0374-C912-9534-3E66-87DDB0270AB3}"/>
                  </a:ext>
                </a:extLst>
              </p14:cNvPr>
              <p14:cNvContentPartPr/>
              <p14:nvPr/>
            </p14:nvContentPartPr>
            <p14:xfrm>
              <a:off x="10970912" y="956483"/>
              <a:ext cx="423360" cy="3776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BB0374-C912-9534-3E66-87DDB0270A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4792" y="950363"/>
                <a:ext cx="435600" cy="37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8B2BF5A-B062-8D52-2EA9-B662A264BC50}"/>
                  </a:ext>
                </a:extLst>
              </p14:cNvPr>
              <p14:cNvContentPartPr/>
              <p14:nvPr/>
            </p14:nvContentPartPr>
            <p14:xfrm>
              <a:off x="1903592" y="364283"/>
              <a:ext cx="8052840" cy="5219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8B2BF5A-B062-8D52-2EA9-B662A264BC5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97472" y="358163"/>
                <a:ext cx="8065080" cy="523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F14257A-D79D-72C0-A38E-03F8814FFC26}"/>
              </a:ext>
            </a:extLst>
          </p:cNvPr>
          <p:cNvGrpSpPr/>
          <p:nvPr/>
        </p:nvGrpSpPr>
        <p:grpSpPr>
          <a:xfrm>
            <a:off x="4856312" y="825083"/>
            <a:ext cx="1956600" cy="649080"/>
            <a:chOff x="4856312" y="825083"/>
            <a:chExt cx="1956600" cy="64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BFC9C5-CDA3-D578-A98A-0F514B417E2D}"/>
                    </a:ext>
                  </a:extLst>
                </p14:cNvPr>
                <p14:cNvContentPartPr/>
                <p14:nvPr/>
              </p14:nvContentPartPr>
              <p14:xfrm>
                <a:off x="4856312" y="825083"/>
                <a:ext cx="797760" cy="649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BFC9C5-CDA3-D578-A98A-0F514B417E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0192" y="818963"/>
                  <a:ext cx="8100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AB08A9-D9DA-C135-49E9-2B6AFDD1E300}"/>
                    </a:ext>
                  </a:extLst>
                </p14:cNvPr>
                <p14:cNvContentPartPr/>
                <p14:nvPr/>
              </p14:nvContentPartPr>
              <p14:xfrm>
                <a:off x="5655512" y="1090763"/>
                <a:ext cx="1157400" cy="37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AB08A9-D9DA-C135-49E9-2B6AFDD1E3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9392" y="1084643"/>
                  <a:ext cx="1169640" cy="39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699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EE9793-F182-ABBD-4EFD-42C4FA56D10D}"/>
              </a:ext>
            </a:extLst>
          </p:cNvPr>
          <p:cNvSpPr txBox="1"/>
          <p:nvPr/>
        </p:nvSpPr>
        <p:spPr>
          <a:xfrm>
            <a:off x="1660849" y="979713"/>
            <a:ext cx="57849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Numerical stability </a:t>
            </a:r>
            <a:r>
              <a:rPr lang="en-GB" dirty="0">
                <a:sym typeface="Wingdings" panose="05000000000000000000" pitchFamily="2" charset="2"/>
              </a:rPr>
              <a:t> Data is noisy ..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Data comes :</a:t>
            </a:r>
          </a:p>
          <a:p>
            <a:r>
              <a:rPr lang="en-GB" dirty="0">
                <a:sym typeface="Wingdings" panose="05000000000000000000" pitchFamily="2" charset="2"/>
              </a:rPr>
              <a:t>Sensors</a:t>
            </a:r>
          </a:p>
          <a:p>
            <a:r>
              <a:rPr lang="en-GB" dirty="0">
                <a:sym typeface="Wingdings" panose="05000000000000000000" pitchFamily="2" charset="2"/>
              </a:rPr>
              <a:t>Images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BC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u="sng" dirty="0">
                <a:sym typeface="Wingdings" panose="05000000000000000000" pitchFamily="2" charset="2"/>
              </a:rPr>
              <a:t>DURING TRAINING (Data is very noisy)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C1: use single node in o/p layer with sigmoid function with binary cross entropy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C2: use 2 node in o/p layer with </a:t>
            </a:r>
            <a:r>
              <a:rPr lang="en-GB" dirty="0" err="1">
                <a:sym typeface="Wingdings" panose="05000000000000000000" pitchFamily="2" charset="2"/>
              </a:rPr>
              <a:t>softmax</a:t>
            </a:r>
            <a:r>
              <a:rPr lang="en-GB" dirty="0">
                <a:sym typeface="Wingdings" panose="05000000000000000000" pitchFamily="2" charset="2"/>
              </a:rPr>
              <a:t> function with cross entropy.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6359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F979-305B-DE01-5445-60FC2F72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5E4DD-9261-73DD-C719-99F4B0F3B3BF}"/>
              </a:ext>
            </a:extLst>
          </p:cNvPr>
          <p:cNvSpPr txBox="1"/>
          <p:nvPr/>
        </p:nvSpPr>
        <p:spPr>
          <a:xfrm>
            <a:off x="447870" y="279917"/>
            <a:ext cx="10058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Numerical stability </a:t>
            </a:r>
            <a:r>
              <a:rPr lang="en-GB" sz="1200" dirty="0">
                <a:sym typeface="Wingdings" panose="05000000000000000000" pitchFamily="2" charset="2"/>
              </a:rPr>
              <a:t> Data is noisy .. 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Gradient  not vanishing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Gradient  Not exploding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Computation  avoid overflow or underflow 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From where instability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Exponentials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Activations  saturate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DURING TRAINING (Data is very noisy)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C1: use single node in o/p layer with sigmoid function with binary cross entropy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dirty="0">
                <a:sym typeface="Wingdings" panose="05000000000000000000" pitchFamily="2" charset="2"/>
              </a:rPr>
              <a:t>L = -[y log </a:t>
            </a:r>
            <a:r>
              <a:rPr lang="en-GB" sz="1200" b="1" dirty="0" err="1">
                <a:sym typeface="Wingdings" panose="05000000000000000000" pitchFamily="2" charset="2"/>
              </a:rPr>
              <a:t>y_pred</a:t>
            </a:r>
            <a:r>
              <a:rPr lang="en-GB" sz="1200" b="1" dirty="0">
                <a:sym typeface="Wingdings" panose="05000000000000000000" pitchFamily="2" charset="2"/>
              </a:rPr>
              <a:t> + (1-y) log (1-y_pred)]</a:t>
            </a:r>
          </a:p>
          <a:p>
            <a:r>
              <a:rPr lang="en-GB" sz="1200" dirty="0">
                <a:sym typeface="Wingdings" panose="05000000000000000000" pitchFamily="2" charset="2"/>
              </a:rPr>
              <a:t>DL/DZ ==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-y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= 1/(1+e^-Z1)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Z &gt;&gt; 0 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~ 1</a:t>
            </a:r>
          </a:p>
          <a:p>
            <a:r>
              <a:rPr lang="en-GB" sz="1200" dirty="0">
                <a:sym typeface="Wingdings" panose="05000000000000000000" pitchFamily="2" charset="2"/>
              </a:rPr>
              <a:t>Z &lt;&lt;0 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~ 0   Log(1-y_pred) - log(0)   numerical underflow 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C2: use 2 node in o/p layer with </a:t>
            </a:r>
            <a:r>
              <a:rPr lang="en-GB" sz="1200" b="1" u="sng" dirty="0" err="1">
                <a:sym typeface="Wingdings" panose="05000000000000000000" pitchFamily="2" charset="2"/>
              </a:rPr>
              <a:t>softmax</a:t>
            </a:r>
            <a:r>
              <a:rPr lang="en-GB" sz="1200" b="1" u="sng" dirty="0">
                <a:sym typeface="Wingdings" panose="05000000000000000000" pitchFamily="2" charset="2"/>
              </a:rPr>
              <a:t> function with cross entropy. </a:t>
            </a:r>
          </a:p>
          <a:p>
            <a:endParaRPr lang="en-GB" sz="1200" b="1" u="sng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L = - (SUMMATION (y * Log (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)))</a:t>
            </a:r>
            <a:endParaRPr lang="en-GB" sz="1200" dirty="0"/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= e^(z1)/(e^z1 + e^z2)    e^(z1 – max(Z1,Z2,Z3))/(e^(z1 – max(Z) + e^(z2 – max(Z)) ))</a:t>
            </a:r>
          </a:p>
          <a:p>
            <a:r>
              <a:rPr lang="en-GB" sz="1200" dirty="0">
                <a:sym typeface="Wingdings" panose="05000000000000000000" pitchFamily="2" charset="2"/>
              </a:rPr>
              <a:t>DL/DZ ==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-y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139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655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6</cp:revision>
  <dcterms:created xsi:type="dcterms:W3CDTF">2025-12-20T11:17:46Z</dcterms:created>
  <dcterms:modified xsi:type="dcterms:W3CDTF">2025-12-20T12:43:49Z</dcterms:modified>
</cp:coreProperties>
</file>
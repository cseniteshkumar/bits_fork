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 05 - Python Libraries &amp; Control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Random | Time | Datetime | Functions | If-Else | Save DataFrame to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Generate random numbers and choices</a:t>
            </a:r>
          </a:p>
          <a:p>
            <a:pPr>
              <a:defRPr sz="1400"/>
            </a:pPr>
            <a:r>
              <a:t>• random.random() - float between 0 and 1</a:t>
            </a:r>
          </a:p>
          <a:p>
            <a:pPr>
              <a:defRPr sz="1400"/>
            </a:pPr>
            <a:r>
              <a:t>• random.uniform(a,b) - float in range</a:t>
            </a:r>
          </a:p>
          <a:p>
            <a:pPr>
              <a:defRPr sz="1400"/>
            </a:pPr>
            <a:r>
              <a:t>• random.randint(a,b) - integer in range</a:t>
            </a:r>
          </a:p>
          <a:p>
            <a:pPr>
              <a:defRPr sz="1400"/>
            </a:pPr>
            <a:r>
              <a:t>• random.choice(list) - pick one item</a:t>
            </a:r>
          </a:p>
          <a:p>
            <a:pPr>
              <a:defRPr sz="1400"/>
            </a:pPr>
            <a:r>
              <a:t>• random.choices(list, k=n, weights=w) - pick multiple items with weights</a:t>
            </a:r>
          </a:p>
          <a:p>
            <a:pPr>
              <a:defRPr sz="1400"/>
            </a:pPr>
            <a:r>
              <a:t>• random.shuffle(list) - reorder items</a:t>
            </a:r>
          </a:p>
          <a:p>
            <a:pPr>
              <a:defRPr sz="1400"/>
            </a:pPr>
            <a:r>
              <a:t>• random.seed(value) - fix randomness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time.time() - seconds since epoch (1 Jan 1970)</a:t>
            </a:r>
          </a:p>
          <a:p>
            <a:pPr>
              <a:defRPr sz="1400"/>
            </a:pPr>
            <a:r>
              <a:t>• time.sleep(seconds) - pause execution</a:t>
            </a:r>
          </a:p>
          <a:p>
            <a:pPr>
              <a:defRPr sz="1400"/>
            </a:pPr>
            <a:r>
              <a:t>• time.ctime(secs) - readable string</a:t>
            </a:r>
          </a:p>
          <a:p>
            <a:pPr>
              <a:defRPr sz="1400"/>
            </a:pPr>
            <a:r>
              <a:t>• time.localtime() - structured time</a:t>
            </a:r>
          </a:p>
          <a:p>
            <a:pPr>
              <a:defRPr sz="1400"/>
            </a:pPr>
            <a:r>
              <a:t>• time.strftime(fmt, time) - format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Datetime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datetime.now() - current datetime</a:t>
            </a:r>
          </a:p>
          <a:p>
            <a:pPr>
              <a:defRPr sz="1400"/>
            </a:pPr>
            <a:r>
              <a:t>• pytz - timezone handling</a:t>
            </a:r>
          </a:p>
          <a:p>
            <a:pPr>
              <a:defRPr sz="1400"/>
            </a:pPr>
            <a:r>
              <a:t>• astimezone() - convert timezone</a:t>
            </a:r>
          </a:p>
          <a:p>
            <a:pPr>
              <a:defRPr sz="1400"/>
            </a:pPr>
            <a:r>
              <a:t>• timedelta - add/subtract time</a:t>
            </a:r>
          </a:p>
          <a:p>
            <a:pPr>
              <a:defRPr sz="1400"/>
            </a:pPr>
            <a:r>
              <a:t>• datetime.strptime(str, fmt) - parse string to datetime</a:t>
            </a:r>
          </a:p>
          <a:p>
            <a:pPr>
              <a:defRPr sz="1400"/>
            </a:pPr>
            <a:r>
              <a:t>• Attributes: year, month, day, hour, minute, second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Reusable block of code for specific tasks</a:t>
            </a:r>
          </a:p>
          <a:p>
            <a:pPr>
              <a:defRPr sz="1400"/>
            </a:pPr>
            <a:r>
              <a:t>• Syntax: def name(params):</a:t>
            </a:r>
          </a:p>
          <a:p>
            <a:pPr>
              <a:defRPr sz="1400"/>
            </a:pPr>
            <a:r>
              <a:t>• Use meaningful names, single responsibility</a:t>
            </a:r>
          </a:p>
          <a:p>
            <a:pPr>
              <a:defRPr sz="1400"/>
            </a:pPr>
            <a:r>
              <a:t>• Can have parameters and return values</a:t>
            </a:r>
          </a:p>
          <a:p>
            <a:pPr>
              <a:defRPr sz="1400"/>
            </a:pPr>
            <a:r>
              <a:t>• Example:</a:t>
            </a:r>
          </a:p>
          <a:p>
            <a:pPr>
              <a:defRPr sz="1400"/>
            </a:pPr>
            <a:r>
              <a:t>    def greet(name):</a:t>
            </a:r>
          </a:p>
          <a:p>
            <a:pPr>
              <a:defRPr sz="1400"/>
            </a:pPr>
            <a:r>
              <a:t>        print(f"Hi {name}")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Control flow in programs</a:t>
            </a:r>
          </a:p>
          <a:p>
            <a:pPr>
              <a:defRPr sz="1400"/>
            </a:pPr>
            <a:r>
              <a:t>• if condition: ...</a:t>
            </a:r>
          </a:p>
          <a:p>
            <a:pPr>
              <a:defRPr sz="1400"/>
            </a:pPr>
            <a:r>
              <a:t>• elif condition: ...</a:t>
            </a:r>
          </a:p>
          <a:p>
            <a:pPr>
              <a:defRPr sz="1400"/>
            </a:pPr>
            <a:r>
              <a:t>• else: ...</a:t>
            </a:r>
          </a:p>
          <a:p>
            <a:pPr>
              <a:defRPr sz="1400"/>
            </a:pPr>
            <a:r>
              <a:t>• Logical operators: and, or</a:t>
            </a:r>
          </a:p>
          <a:p>
            <a:pPr>
              <a:defRPr sz="1400"/>
            </a:pPr>
            <a:r>
              <a:t>• Nested conditions</a:t>
            </a:r>
          </a:p>
          <a:p>
            <a:pPr>
              <a:defRPr sz="1400"/>
            </a:pPr>
            <a:r>
              <a:t>• Compact syntax: x if cond else 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 DataFrame to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Use pandas DataFrame.to_excel(filename)</a:t>
            </a:r>
          </a:p>
          <a:p>
            <a:pPr>
              <a:defRPr sz="1400"/>
            </a:pPr>
            <a:r>
              <a:t>• Example:</a:t>
            </a:r>
          </a:p>
          <a:p>
            <a:pPr>
              <a:defRPr sz="1400"/>
            </a:pPr>
            <a:r>
              <a:t>    import pandas as pd</a:t>
            </a:r>
          </a:p>
          <a:p>
            <a:pPr>
              <a:defRPr sz="1400"/>
            </a:pPr>
            <a:r>
              <a:t>    df = pd.DataFrame(data)</a:t>
            </a:r>
          </a:p>
          <a:p>
            <a:pPr>
              <a:defRPr sz="1400"/>
            </a:pPr>
            <a:r>
              <a:t>    df.to_excel("data.xlsx")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365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Class 05 - Python Libraries &amp; Control Flow</vt:lpstr>
      <vt:lpstr>Random Module</vt:lpstr>
      <vt:lpstr>Time Module</vt:lpstr>
      <vt:lpstr>Datetime Module</vt:lpstr>
      <vt:lpstr>Functions in Python</vt:lpstr>
      <vt:lpstr>If-Else Conditions</vt:lpstr>
      <vt:lpstr>Saving DataFrame to Excel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Goel (MSTIC DS&amp;AI)</cp:lastModifiedBy>
  <cp:revision>2</cp:revision>
  <dcterms:created xsi:type="dcterms:W3CDTF">2013-01-27T09:14:16Z</dcterms:created>
  <dcterms:modified xsi:type="dcterms:W3CDTF">2025-08-12T09:58:15Z</dcterms:modified>
  <cp:category/>
</cp:coreProperties>
</file>
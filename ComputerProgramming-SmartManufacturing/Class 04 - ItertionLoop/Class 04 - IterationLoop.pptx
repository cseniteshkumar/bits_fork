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5B1D2-3F0D-4923-DEE8-6061A37A0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C22290-FA97-BE85-FE73-76C3100B2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AB13-C0A3-FC81-5404-C3F6B640B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7C9D4-9601-A2B6-30C6-36421E5B3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11239-C3E6-430D-25E3-AF53A467E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7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7C0-2FB0-1A82-9585-45C74FC4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8326A-671A-2A77-6D16-F04165813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BB326-588A-F20F-F02E-8FFABD797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3559-3C8F-A360-7EB3-0ADDF4BE7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73A0-8A89-2730-8E16-52274910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5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34E9-3112-F79B-8E8A-D4B822E0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4C62F-5ADE-F969-2492-1B1D3C6B8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4B43E-89A5-4AC0-616A-AE3B12D44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3CDFE-D723-152E-2DF8-D2F04DC61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74C29-8AC6-CE8D-CB34-052FE38B6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71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84EEF-D104-E6B5-7885-B2D50D988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2C2F7-1B52-866D-D358-0FEA792EF0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366EC-AA9B-2FBB-76FC-141CCDBDB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4A45A-B4B9-01EC-3292-CD29BFB45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7AA2-C58D-90AB-1DE8-0FA1D7E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B2A22-651A-81F6-1F03-B3D5AB8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21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A1AA6-9686-895D-F576-03EAF289D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137A7-6864-B686-8E16-A012E8EA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DF6DCB-8595-C2E2-955E-62B2F5D4E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021B2-7248-6EB7-341F-E2528BFF0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3081E-42CB-C1D8-38BF-C45036009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B49020-E96D-B00A-F8A0-B2D75E70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0E7AC-A191-A02A-A52D-9270C55B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32CE0B-ED66-AF80-150D-F3BA107CC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2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B2F7-EF56-6A1A-9309-CE5C973C2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158B2-4CF9-B2AC-8FEC-FCCD129B4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F7972-33F0-2522-6B6F-B147E8B6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89BFCF-E33A-6ADD-8390-7CD5E3A3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16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1816FB-1B10-AB1F-6E23-9D7B99F0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55DA6-7E1D-68B9-0627-60586EC76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DA992-EF58-D31E-900C-0EA05528E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57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9368E-3787-78A0-5705-291F13D8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E6487-9D5F-DF10-3237-4592710C2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45782-130B-494A-D1F0-FFBCCB9A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FF98E-FA5D-3704-9B1A-8D84C0EBF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86A16-1DE8-B155-A125-E9CED1FA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D369A-6693-3801-88FF-A55E4EDE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AB24-DFB7-5BE3-AB31-3415C3408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F9BDD0-D788-E5ED-805A-A92998BAA0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A64BD-F780-3F8E-5BF5-C943F4A5B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E8EAE-EEC2-0AFC-F2DC-A1D301E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0C1F-456F-C9B4-4062-BD380B49E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0D1917-850F-6286-9C91-A97FD771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D920-9E17-BA3D-2F76-ABCB1DFD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AEADE-C52C-0266-AC07-3BC1EFC9A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385B9-96CA-294C-4932-34C0845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D738A-12D5-E4B3-A6E4-E8065C9DB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4622-B39A-FA01-17B8-8AE19A939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5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DEBF8-5868-BF9F-48B6-2D67C11CC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CA82D4-63CD-4956-4F3B-72853CB55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7AB4-D92E-27E2-2ADA-6960550E8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9B93-9224-12FE-D2A4-288DFB002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17D45-9897-5DCD-9EB3-BA906F5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39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5816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657724" y="2809875"/>
            <a:ext cx="6696075" cy="190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4657725" y="5028803"/>
            <a:ext cx="66960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1600"/>
              <a:buNone/>
              <a:defRPr sz="1600">
                <a:solidFill>
                  <a:srgbClr val="75707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6743699" y="6356350"/>
            <a:ext cx="25431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9658350" y="6356350"/>
            <a:ext cx="16954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9" descr="BITS Pilani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36705" y="192510"/>
            <a:ext cx="3338739" cy="865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860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25DD9-72D3-E900-1793-65A2A7C3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2C0D1-DBD4-F7EE-F1FA-A4E06906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585F-8819-2522-AA82-56C716348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752C3-6E00-4778-84BC-64D65AC061B8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A16CB-6717-C0A7-BE49-63C73F002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47A1C-3AFA-2A96-8EAD-7E9BAC03C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CC14A-E7C1-4B6D-8140-3AE7E9F28A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64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oelaakash123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D0C69-C9ED-17AF-8127-828113E1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7724" y="2809875"/>
            <a:ext cx="7273019" cy="1909763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Aakash Goel</a:t>
            </a:r>
            <a:b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https://www.linkedin.com/in/goelaakash123/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F7BA-7C01-3743-F6C5-F75895750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6B0C6-F660-E59C-6C87-5A6540BC8E38}"/>
              </a:ext>
            </a:extLst>
          </p:cNvPr>
          <p:cNvSpPr txBox="1"/>
          <p:nvPr/>
        </p:nvSpPr>
        <p:spPr>
          <a:xfrm>
            <a:off x="5491279" y="180956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b="1" u="sng" dirty="0"/>
              <a:t>Session 4: </a:t>
            </a:r>
          </a:p>
          <a:p>
            <a:pPr lvl="0">
              <a:buClr>
                <a:schemeClr val="dk1"/>
              </a:buClr>
              <a:buSzPts val="3600"/>
            </a:pPr>
            <a:r>
              <a:rPr lang="en-US" dirty="0"/>
              <a:t>Iteration (Loops) in Python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953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D7E7-3F4B-8AA0-7081-4589F4792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Loops Matter?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AAFCDF-E159-70A6-1846-C372CF8D24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829050"/>
            <a:ext cx="415925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repetitive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 &amp; reduces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programs scalable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status updates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logging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43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4F5DA-09EB-A1FA-36CA-0409926F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Loop?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4613A-75D0-68CA-3074-569F706549E8}"/>
              </a:ext>
            </a:extLst>
          </p:cNvPr>
          <p:cNvSpPr txBox="1"/>
          <p:nvPr/>
        </p:nvSpPr>
        <p:spPr>
          <a:xfrm>
            <a:off x="838200" y="241291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Two main types: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Fixed repetitions</a:t>
            </a:r>
            <a:r>
              <a:rPr lang="en-US" dirty="0"/>
              <a:t> – known number of times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Condition-based</a:t>
            </a:r>
            <a:r>
              <a:rPr lang="en-US" dirty="0"/>
              <a:t> – run until a condition is false</a:t>
            </a:r>
          </a:p>
        </p:txBody>
      </p:sp>
    </p:spTree>
    <p:extLst>
      <p:ext uri="{BB962C8B-B14F-4D97-AF65-F5344CB8AC3E}">
        <p14:creationId xmlns:p14="http://schemas.microsoft.com/office/powerpoint/2010/main" val="99737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7D6A-6779-C5C7-A34D-8B939E76B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Syntax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D79E53-24DA-54F1-0AE9-C7EFE9896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46159"/>
            <a:ext cx="25859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for item in sequence: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    # Code block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0F583B-2783-837F-CA7B-A57368AB7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305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indentation (1 tab = 4 spaces)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moves to next item in sequence</a:t>
            </a:r>
          </a:p>
        </p:txBody>
      </p:sp>
    </p:spTree>
    <p:extLst>
      <p:ext uri="{BB962C8B-B14F-4D97-AF65-F5344CB8AC3E}">
        <p14:creationId xmlns:p14="http://schemas.microsoft.com/office/powerpoint/2010/main" val="4215360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C6D34-2AB3-2F28-37C6-B9C7D2DE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Example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F2EAEF7-B637-EB45-4BB3-BB9253C6BC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4118" y="3013502"/>
            <a:ext cx="856855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latin typeface="Arial" panose="020B0604020202020204" pitchFamily="34" charset="0"/>
              </a:rPr>
              <a:t>sensor_data</a:t>
            </a:r>
            <a:r>
              <a:rPr lang="en-US" altLang="en-US" dirty="0">
                <a:latin typeface="Arial" panose="020B0604020202020204" pitchFamily="34" charset="0"/>
              </a:rPr>
              <a:t> = [78,82,91,88,95]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for temp in </a:t>
            </a:r>
            <a:r>
              <a:rPr lang="en-US" altLang="en-US" dirty="0" err="1">
                <a:latin typeface="Arial" panose="020B0604020202020204" pitchFamily="34" charset="0"/>
              </a:rPr>
              <a:t>sensor_data</a:t>
            </a:r>
            <a:r>
              <a:rPr lang="en-US" altLang="en-US" dirty="0">
                <a:latin typeface="Arial" panose="020B0604020202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 if temp &gt; 90: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     print(</a:t>
            </a:r>
            <a:r>
              <a:rPr lang="en-US" altLang="en-US" dirty="0" err="1">
                <a:latin typeface="Arial" panose="020B0604020202020204" pitchFamily="34" charset="0"/>
              </a:rPr>
              <a:t>f"ALERT</a:t>
            </a:r>
            <a:r>
              <a:rPr lang="en-US" altLang="en-US" dirty="0">
                <a:latin typeface="Arial" panose="020B0604020202020204" pitchFamily="34" charset="0"/>
              </a:rPr>
              <a:t>! High Temperature - {temp}")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 else: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       print(</a:t>
            </a:r>
            <a:r>
              <a:rPr lang="en-US" altLang="en-US" dirty="0" err="1">
                <a:latin typeface="Arial" panose="020B0604020202020204" pitchFamily="34" charset="0"/>
              </a:rPr>
              <a:t>f"OK</a:t>
            </a:r>
            <a:r>
              <a:rPr lang="en-US" altLang="en-US" dirty="0">
                <a:latin typeface="Arial" panose="020B0604020202020204" pitchFamily="34" charset="0"/>
              </a:rPr>
              <a:t>: {temp}")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1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034FB-0DE2-3BDD-77F2-3532E8D74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over Multiple Lists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206100-C86C-CCCC-4370-6FA4E575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31" y="2033412"/>
            <a:ext cx="89418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zip()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combine elements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machines = ["M1","M2","M3","M4"] status = ["OK","OK","MAINTENANCE","OK"] for m, s in zip(machines, status): print(f"{m}: {s}")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81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261E-1131-3C7B-FEC9-2A5FF52BB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over Dictionary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01D993-8560-201E-61FD-8E79D5A9C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85382"/>
            <a:ext cx="812914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Arial" panose="020B0604020202020204" pitchFamily="34" charset="0"/>
              </a:rPr>
              <a:t>machine_status</a:t>
            </a:r>
            <a:r>
              <a:rPr lang="en-US" altLang="en-US" dirty="0">
                <a:latin typeface="Arial" panose="020B0604020202020204" pitchFamily="34" charset="0"/>
              </a:rPr>
              <a:t> = {"M1":"OK", "M2":"OK", "M3":"MAINTENANCE", "M4":"OK"}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for m, s in </a:t>
            </a:r>
            <a:r>
              <a:rPr lang="en-US" altLang="en-US" dirty="0" err="1">
                <a:latin typeface="Arial" panose="020B0604020202020204" pitchFamily="34" charset="0"/>
              </a:rPr>
              <a:t>machine_status.items</a:t>
            </a:r>
            <a:r>
              <a:rPr lang="en-US" altLang="en-US" dirty="0">
                <a:latin typeface="Arial" panose="020B0604020202020204" pitchFamily="34" charset="0"/>
              </a:rPr>
              <a:t>():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    print(f"{m}: {s}")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187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9E41-3F07-9030-1D7F-7633E73D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498D9-313C-773A-2CD2-77548BDD16DE}"/>
              </a:ext>
            </a:extLst>
          </p:cNvPr>
          <p:cNvSpPr txBox="1"/>
          <p:nvPr/>
        </p:nvSpPr>
        <p:spPr>
          <a:xfrm>
            <a:off x="838200" y="206793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while condition:</a:t>
            </a:r>
          </a:p>
          <a:p>
            <a:r>
              <a:rPr lang="en-US" dirty="0"/>
              <a:t>    # Code block</a:t>
            </a:r>
          </a:p>
          <a:p>
            <a:r>
              <a:rPr lang="en-US" dirty="0"/>
              <a:t>Runs until condition becomes false</a:t>
            </a:r>
          </a:p>
          <a:p>
            <a:endParaRPr lang="en-US" dirty="0"/>
          </a:p>
          <a:p>
            <a:r>
              <a:rPr lang="en-US" dirty="0"/>
              <a:t>Good for real-time monitoring, simulations</a:t>
            </a:r>
          </a:p>
        </p:txBody>
      </p:sp>
    </p:spTree>
    <p:extLst>
      <p:ext uri="{BB962C8B-B14F-4D97-AF65-F5344CB8AC3E}">
        <p14:creationId xmlns:p14="http://schemas.microsoft.com/office/powerpoint/2010/main" val="3866919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DA6E8-F6F0-5EF8-1419-BADEF4619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9A128E-987E-A5BE-5CB7-592331C278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63367"/>
            <a:ext cx="6100260" cy="1475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Water Tank Simulation</a:t>
            </a:r>
            <a:endParaRPr lang="en-US" sz="1800" dirty="0"/>
          </a:p>
          <a:p>
            <a:r>
              <a:rPr lang="en-US" sz="1800" dirty="0"/>
              <a:t>Start at 60% full</a:t>
            </a:r>
          </a:p>
          <a:p>
            <a:r>
              <a:rPr lang="en-US" sz="1800" dirty="0"/>
              <a:t>Fill until 100%</a:t>
            </a:r>
          </a:p>
          <a:p>
            <a:r>
              <a:rPr lang="en-US" sz="1800" dirty="0"/>
              <a:t>(Insert your water filling code snippet here in a short form)</a:t>
            </a:r>
          </a:p>
        </p:txBody>
      </p:sp>
    </p:spTree>
    <p:extLst>
      <p:ext uri="{BB962C8B-B14F-4D97-AF65-F5344CB8AC3E}">
        <p14:creationId xmlns:p14="http://schemas.microsoft.com/office/powerpoint/2010/main" val="2966940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8B-E17C-8F43-1F6B-5272FE3D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Loop Tools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24EEC7-DE2F-CB2D-E615-8A83A4214D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678129"/>
            <a:ext cx="1750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range(start, end, step)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min(), max(), sum()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sorted()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162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0468-DCC0-F7DE-5528-99FDCD30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75232BE-DCCC-8519-E1EF-8065215809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54263"/>
            <a:ext cx="6435725" cy="369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Motor ON/OFF simulation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start/stop based on water level</a:t>
            </a:r>
          </a:p>
        </p:txBody>
      </p:sp>
    </p:spTree>
    <p:extLst>
      <p:ext uri="{BB962C8B-B14F-4D97-AF65-F5344CB8AC3E}">
        <p14:creationId xmlns:p14="http://schemas.microsoft.com/office/powerpoint/2010/main" val="305765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D7472-64F7-5530-F271-FC2A8DB72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Exercise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8FF9C9B-5B97-E134-6EF3-44749EDBC6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 through numbers 1–10, print only even numbers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two lists of equal size, print them side-by-side using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zip()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a list of temperatures, count how many are above 80</a:t>
            </a:r>
          </a:p>
        </p:txBody>
      </p:sp>
    </p:spTree>
    <p:extLst>
      <p:ext uri="{BB962C8B-B14F-4D97-AF65-F5344CB8AC3E}">
        <p14:creationId xmlns:p14="http://schemas.microsoft.com/office/powerpoint/2010/main" val="1436651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6186-C21D-FD96-BA56-985885DCA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50DCB0-E6B6-4F35-B180-FD9F0526DD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93463"/>
            <a:ext cx="4011034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Loops automate repetitive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iterate over sequences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run until condition is false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zip()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range()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list functions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Real-world: sensor data, tank monitoring, status checks</a:t>
            </a:r>
          </a:p>
        </p:txBody>
      </p:sp>
    </p:spTree>
    <p:extLst>
      <p:ext uri="{BB962C8B-B14F-4D97-AF65-F5344CB8AC3E}">
        <p14:creationId xmlns:p14="http://schemas.microsoft.com/office/powerpoint/2010/main" val="181325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406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Arial Unicode MS</vt:lpstr>
      <vt:lpstr>Calibri</vt:lpstr>
      <vt:lpstr>Office Theme</vt:lpstr>
      <vt:lpstr>Aakash Goel https://www.linkedin.com/in/goelaakash123/</vt:lpstr>
      <vt:lpstr>Why Loops Matter?</vt:lpstr>
      <vt:lpstr>What is a Loop?</vt:lpstr>
      <vt:lpstr>For Loop Syntax</vt:lpstr>
      <vt:lpstr>For Loop Example</vt:lpstr>
      <vt:lpstr>Looping over Multiple Lists</vt:lpstr>
      <vt:lpstr>Looping over Dictionary</vt:lpstr>
      <vt:lpstr>While Loop</vt:lpstr>
      <vt:lpstr>While Loop Example</vt:lpstr>
      <vt:lpstr>Useful Loop Tools</vt:lpstr>
      <vt:lpstr>Real-world Example</vt:lpstr>
      <vt:lpstr>Quick Exercise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(MSTIC DS&amp;AI)</dc:creator>
  <cp:lastModifiedBy>Aakash Goel (MSTIC DS&amp;AI)</cp:lastModifiedBy>
  <cp:revision>45</cp:revision>
  <dcterms:created xsi:type="dcterms:W3CDTF">2025-05-03T15:51:14Z</dcterms:created>
  <dcterms:modified xsi:type="dcterms:W3CDTF">2025-08-12T09:55:10Z</dcterms:modified>
</cp:coreProperties>
</file>
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D7E6-AA36-149C-16F1-CA8949DA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F4FF4-04C6-2E66-AAF2-25CE077D8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84C9-8357-5F06-B000-F5ACDA77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43C4-696A-4C77-976E-A99FC5B63D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93021-417D-3CFA-024F-A00906F0E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D8310-20BE-62B8-CD3A-68C9B95D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C65B-8092-4E14-BBDF-F941E4ED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15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54570-A1BD-8385-AE02-219B066E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19F13-5AA2-53DB-CAA2-FC595103B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66AA4-3871-6482-B097-E0C1F2C51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43C4-696A-4C77-976E-A99FC5B63D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AFE09-18B1-FC94-4340-77E2545D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23712-03BC-7762-2719-8B929ACE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C65B-8092-4E14-BBDF-F941E4ED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23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2C7F-C328-D178-6CCE-F1B329A4D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E8639-1FDB-DDA5-FDB1-4561E6102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D0F06-8074-D7CD-C2B1-B7132F27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43C4-696A-4C77-976E-A99FC5B63D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13778-007A-5A8E-FC64-76C39B01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5B3BE-E42E-A390-091D-D52484C5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C65B-8092-4E14-BBDF-F941E4ED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93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F955C-6F84-6601-4879-15C990AC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7B1CB-5F52-7509-3EBC-742FDFDE3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7C5CB-A06F-55F6-1C69-399D3BCAF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27D6E-791B-E0EC-36F8-96F582FA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43C4-696A-4C77-976E-A99FC5B63D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4E95B-AA02-844D-29A3-78C47C10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D383F-9BB9-09DC-095C-E3D2FDB6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C65B-8092-4E14-BBDF-F941E4ED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66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FA94-8918-094C-F3F3-B596AA87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2EA82-FE0D-751B-4D2C-F76EF1A18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8953E-4A6E-1866-61ED-627D7DB6B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5ADA0-D31F-1CE9-536D-7A4C7DF2B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E5370-BFB2-2EB4-1C74-42C45E2B66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1CB25A-8CB5-6DA9-7A75-5D01BF1C3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43C4-696A-4C77-976E-A99FC5B63D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7218C-2A22-6A82-A5F7-4316241DD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C51B9-9BB7-7646-DC29-AF2989EB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C65B-8092-4E14-BBDF-F941E4ED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9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E411E-C43F-4BDB-BF76-C6EBD796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045F2-E9DD-6E8A-1318-F2E4183F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43C4-696A-4C77-976E-A99FC5B63D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2AC1F-C21E-96E1-DC4C-46E2D29AF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398E8-97BB-3D8C-7EFD-01D3B7502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C65B-8092-4E14-BBDF-F941E4ED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3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59D3B-474E-F2F7-713C-FCF036B1A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43C4-696A-4C77-976E-A99FC5B63D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1ED77-3D72-998E-DF8E-4C45201DC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B64DD-FB91-5A6A-546C-29ECC96A3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C65B-8092-4E14-BBDF-F941E4ED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86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C2B9-8115-2C6B-2994-3332788D9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15C44-379C-68D0-21D4-167CA608F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1F340-E24F-D3E3-CA0D-96F8E631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EEB77-336B-37EE-6CEC-C5CA670A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43C4-696A-4C77-976E-A99FC5B63D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DC0CD-C6EF-255B-3031-BB9A0061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6F38E-5B21-5747-8988-8DAE64E0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C65B-8092-4E14-BBDF-F941E4ED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8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01C4-38D8-840D-DD6E-47696497A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8AF7A0-88E7-EAA8-EDC6-602596EE1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87B6C-6937-4FB9-E77E-5705EE5C5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815C2-3DD2-E295-1FEE-B7ABC4E2A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43C4-696A-4C77-976E-A99FC5B63D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D0B0F-6039-800B-2510-4695FEDA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15659-9C55-3481-66CE-AAD108D8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C65B-8092-4E14-BBDF-F941E4ED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56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DBD5-A669-3ABF-6B87-471070E3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2B9A5-CB9F-1446-9BFB-7EC610CBE2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2FB4D-E6C0-6A0C-4540-614943C4D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43C4-696A-4C77-976E-A99FC5B63D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9028E-C01D-41DE-4C3C-AC851BC91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A7BAB-CB58-FB00-12A1-DE4182FA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C65B-8092-4E14-BBDF-F941E4ED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02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03534B-102F-3BC7-BF7E-54D5EE2B7D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3617F-2F04-55C8-1172-58B076344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66A1D-1722-4446-2F6B-2AD101828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43C4-696A-4C77-976E-A99FC5B63D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5EE31-10F2-4586-433E-F3616199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527AC-6A7F-83A7-B599-DB48C102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BC65B-8092-4E14-BBDF-F941E4ED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51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E78F1E-814F-B697-AB04-E58C37287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78B6A-2A35-A7BA-DB24-54DF5F40D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8F63E-03E3-7B19-4D4C-8DC00F685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143C4-696A-4C77-976E-A99FC5B63D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582A5-8720-6E77-22EB-4DD1D14CC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637A9-CC0E-4737-40D8-30C87BD6F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BC65B-8092-4E14-BBDF-F941E4ED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50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2355-2BE3-5429-57ED-A7160159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OOP?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FC6ED-3FE6-C0B9-42A5-DEDB249FC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A paradigm that organizes software design around objects rather than functions.</a:t>
            </a:r>
          </a:p>
          <a:p>
            <a:r>
              <a:rPr lang="en-US" b="1" dirty="0"/>
              <a:t>Key Concepts:</a:t>
            </a:r>
            <a:endParaRPr lang="en-US" dirty="0"/>
          </a:p>
          <a:p>
            <a:pPr lvl="1"/>
            <a:r>
              <a:rPr lang="en-US" dirty="0"/>
              <a:t>Class</a:t>
            </a:r>
          </a:p>
          <a:p>
            <a:pPr lvl="1"/>
            <a:r>
              <a:rPr lang="en-US" dirty="0"/>
              <a:t>Object</a:t>
            </a:r>
          </a:p>
          <a:p>
            <a:pPr lvl="1"/>
            <a:r>
              <a:rPr lang="en-US" dirty="0"/>
              <a:t>Attribute</a:t>
            </a:r>
          </a:p>
          <a:p>
            <a:pPr lvl="1"/>
            <a:r>
              <a:rPr lang="en-US" dirty="0"/>
              <a:t>Method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 (Constructor)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381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24342-4081-3862-3860-5FF62F53F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Concepts Explained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A98F6-2E92-6204-60B9-243CFE2B1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Class:</a:t>
            </a:r>
            <a:r>
              <a:rPr lang="en-US" dirty="0"/>
              <a:t> Blueprint/template for creating objects.</a:t>
            </a:r>
          </a:p>
          <a:p>
            <a:r>
              <a:rPr lang="en-US" b="1" dirty="0"/>
              <a:t>Object:</a:t>
            </a:r>
            <a:r>
              <a:rPr lang="en-US" dirty="0"/>
              <a:t> Instance of a class (e.g., a specific machine).</a:t>
            </a:r>
          </a:p>
          <a:p>
            <a:r>
              <a:rPr lang="en-US" b="1" dirty="0"/>
              <a:t>Attribute:</a:t>
            </a:r>
            <a:r>
              <a:rPr lang="en-US" dirty="0"/>
              <a:t> Data associated with an object (e.g., color, model).</a:t>
            </a:r>
          </a:p>
          <a:p>
            <a:r>
              <a:rPr lang="en-US" b="1" dirty="0"/>
              <a:t>Method:</a:t>
            </a:r>
            <a:r>
              <a:rPr lang="en-US" dirty="0"/>
              <a:t> Functions inside a class that perform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39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386A-F921-FEA5-89AD-6824EFE17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Example: Car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89A16-C14D-ED98-6C99-AD3CB876B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Attributes:</a:t>
            </a:r>
            <a:r>
              <a:rPr lang="en-US" dirty="0"/>
              <a:t> Color, model, engine capacity.</a:t>
            </a:r>
          </a:p>
          <a:p>
            <a:r>
              <a:rPr lang="en-US" b="1" dirty="0"/>
              <a:t>Methods:</a:t>
            </a:r>
            <a:r>
              <a:rPr lang="en-US" dirty="0"/>
              <a:t> start(), stop(), accelerate()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063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8365-8F76-6F25-C95D-58A22D7D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Class Example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A8F1B3-4993-1AEF-CC22-BF6F2BC84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3311" y="2886713"/>
            <a:ext cx="5925377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16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B8D8-7847-EA41-63A8-D17CA723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Creating Objects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D4D789-24F4-0C16-3276-B2E3A79D1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9787" y="3558319"/>
            <a:ext cx="3772426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28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99A15-7625-2F57-D534-AD2971F59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Encapsulation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26932D-BC42-690C-A426-72EB505EB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3208" y="3101056"/>
            <a:ext cx="3105583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67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E7F1B-5DDC-8BC9-BC44-EDAE0240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Why OOP is Useful?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48798-0995-C223-D33D-E595C4FD3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Reusability:</a:t>
            </a:r>
            <a:r>
              <a:rPr lang="en-US" dirty="0"/>
              <a:t> Define once and reuse.</a:t>
            </a:r>
          </a:p>
          <a:p>
            <a:r>
              <a:rPr lang="en-US" b="1" dirty="0"/>
              <a:t>Organization:</a:t>
            </a:r>
            <a:r>
              <a:rPr lang="en-US" dirty="0"/>
              <a:t> Structured and easy to manage.</a:t>
            </a:r>
          </a:p>
          <a:p>
            <a:r>
              <a:rPr lang="en-US" b="1" dirty="0"/>
              <a:t>Scalability:</a:t>
            </a:r>
            <a:r>
              <a:rPr lang="en-US" dirty="0"/>
              <a:t> Useful for large projects.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980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70E9-6AE3-689A-785C-0517FA94D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Robot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C001E-1B68-3203-220C-535015B53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Attributes:</a:t>
            </a:r>
            <a:r>
              <a:rPr lang="en-US" dirty="0"/>
              <a:t> Name, task.</a:t>
            </a:r>
          </a:p>
          <a:p>
            <a:r>
              <a:rPr lang="en-US" b="1" dirty="0"/>
              <a:t>Methods:</a:t>
            </a:r>
            <a:r>
              <a:rPr lang="en-US" dirty="0"/>
              <a:t> </a:t>
            </a:r>
            <a:r>
              <a:rPr lang="en-US" dirty="0" err="1"/>
              <a:t>start_task</a:t>
            </a:r>
            <a:r>
              <a:rPr lang="en-US" dirty="0"/>
              <a:t>(), </a:t>
            </a:r>
            <a:r>
              <a:rPr lang="en-US" dirty="0" err="1"/>
              <a:t>stop_task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A4B11-89AC-8DEB-9CA5-53DFCA5A0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512" y="3667030"/>
            <a:ext cx="5268060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4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AAF7-D27E-006B-36A1-B5AB2E361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Inheritance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BF5F8-9432-0F39-C46E-08F901D1B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Allows a class to inherit properties and methods from another class.</a:t>
            </a:r>
          </a:p>
          <a:p>
            <a:r>
              <a:rPr lang="en-US" b="1" dirty="0"/>
              <a:t>Types:</a:t>
            </a:r>
            <a:endParaRPr lang="en-US" dirty="0"/>
          </a:p>
          <a:p>
            <a:pPr lvl="1"/>
            <a:r>
              <a:rPr lang="en-US" dirty="0"/>
              <a:t>Single</a:t>
            </a:r>
          </a:p>
          <a:p>
            <a:pPr lvl="1"/>
            <a:r>
              <a:rPr lang="en-US" dirty="0"/>
              <a:t>Multiple</a:t>
            </a:r>
          </a:p>
          <a:p>
            <a:pPr lvl="1"/>
            <a:r>
              <a:rPr lang="en-US" dirty="0"/>
              <a:t>Multilevel</a:t>
            </a:r>
          </a:p>
          <a:p>
            <a:pPr lvl="1"/>
            <a:r>
              <a:rPr lang="en-US" dirty="0"/>
              <a:t>Hierarchical</a:t>
            </a:r>
          </a:p>
          <a:p>
            <a:pPr lvl="1"/>
            <a:r>
              <a:rPr lang="en-US" dirty="0"/>
              <a:t>Hybrid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917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C2DE-C99B-0D03-74CB-43107B42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Inheritance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FB25FE-2955-FC9A-F5EA-9D69B641BF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4050" y="3105819"/>
            <a:ext cx="3943900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054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2103-ACEE-E011-B741-AD0A65F99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Polymorphism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79FF0-7133-0C7B-791B-EA13D0A38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Child class can redefine methods from the parent class.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D18ED-DE0E-437E-3E33-914A2811D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328" y="3525516"/>
            <a:ext cx="3639058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00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16DB-8584-DF49-694E-BE200F502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3B377-8666-6FFD-73AF-C86872B79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Summary:</a:t>
            </a:r>
            <a:r>
              <a:rPr lang="en-US" dirty="0"/>
              <a:t> OOP is a powerful paradigm that enhances code reusability, organization, and scalability.</a:t>
            </a:r>
          </a:p>
          <a:p>
            <a:r>
              <a:rPr lang="en-US" b="1"/>
              <a:t>Encouragement:</a:t>
            </a:r>
            <a:r>
              <a:rPr lang="en-US"/>
              <a:t> Start experimenting with creating your own classes and objects!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85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231</Words>
  <Application>Microsoft Office PowerPoint</Application>
  <PresentationFormat>Widescreen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What is OOP? </vt:lpstr>
      <vt:lpstr>Key Concepts Explained </vt:lpstr>
      <vt:lpstr> Example: Car</vt:lpstr>
      <vt:lpstr>Basic Class Example</vt:lpstr>
      <vt:lpstr>Creating Objects</vt:lpstr>
      <vt:lpstr>Encapsulation</vt:lpstr>
      <vt:lpstr> Why OOP is Useful?</vt:lpstr>
      <vt:lpstr>Example: Robot Class</vt:lpstr>
      <vt:lpstr>Inheritance</vt:lpstr>
      <vt:lpstr>Example: Inheritance</vt:lpstr>
      <vt:lpstr>Polymorphism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(MSTIC DS&amp;AI)</dc:creator>
  <cp:lastModifiedBy>Aakash Goel (MSTIC DS&amp;AI)</cp:lastModifiedBy>
  <cp:revision>6</cp:revision>
  <dcterms:created xsi:type="dcterms:W3CDTF">2025-08-21T10:08:19Z</dcterms:created>
  <dcterms:modified xsi:type="dcterms:W3CDTF">2025-08-21T10:14:42Z</dcterms:modified>
</cp:coreProperties>
</file>
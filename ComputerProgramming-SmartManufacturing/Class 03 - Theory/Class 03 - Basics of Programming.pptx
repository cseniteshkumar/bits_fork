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8" r:id="rId2"/>
    <p:sldId id="319" r:id="rId3"/>
    <p:sldId id="320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3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5B1D2-3F0D-4923-DEE8-6061A37A0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C22290-FA97-BE85-FE73-76C3100B2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6AB13-C0A3-FC81-5404-C3F6B640B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7C9D4-9601-A2B6-30C6-36421E5B3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11239-C3E6-430D-25E3-AF53A467E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87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AA7C0-2FB0-1A82-9585-45C74FC4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8326A-671A-2A77-6D16-F04165813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BB326-588A-F20F-F02E-8FFABD797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A3559-3C8F-A360-7EB3-0ADDF4BE7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373A0-8A89-2730-8E16-522749107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5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D34E9-3112-F79B-8E8A-D4B822E0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4C62F-5ADE-F969-2492-1B1D3C6B8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4B43E-89A5-4AC0-616A-AE3B12D44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3CDFE-D723-152E-2DF8-D2F04DC6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74C29-8AC6-CE8D-CB34-052FE38B6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71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84EEF-D104-E6B5-7885-B2D50D98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2C2F7-1B52-866D-D358-0FEA792EF0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366EC-AA9B-2FBB-76FC-141CCDBDB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4A45A-B4B9-01EC-3292-CD29BFB4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87AA2-C58D-90AB-1DE8-0FA1D7E97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B2A22-651A-81F6-1F03-B3D5AB8A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21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A1AA6-9686-895D-F576-03EAF289D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137A7-6864-B686-8E16-A012E8EAB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DF6DCB-8595-C2E2-955E-62B2F5D4E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B021B2-7248-6EB7-341F-E2528BFF0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C3081E-42CB-C1D8-38BF-C45036009B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B49020-E96D-B00A-F8A0-B2D75E708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50E7AC-A191-A02A-A52D-9270C55B3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32CE0B-ED66-AF80-150D-F3BA107C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2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1B2F7-EF56-6A1A-9309-CE5C973C2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E158B2-4CF9-B2AC-8FEC-FCCD129B4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5F7972-33F0-2522-6B6F-B147E8B6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89BFCF-E33A-6ADD-8390-7CD5E3A3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160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1816FB-1B10-AB1F-6E23-9D7B99F0F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55DA6-7E1D-68B9-0627-60586EC76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DA992-EF58-D31E-900C-0EA05528E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57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9368E-3787-78A0-5705-291F13D8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E6487-9D5F-DF10-3237-4592710C2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45782-130B-494A-D1F0-FFBCCB9A9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FF98E-FA5D-3704-9B1A-8D84C0EBF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86A16-1DE8-B155-A125-E9CED1FA7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D369A-6693-3801-88FF-A55E4EDE3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85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DAB24-DFB7-5BE3-AB31-3415C3408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F9BDD0-D788-E5ED-805A-A92998BAA0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A64BD-F780-3F8E-5BF5-C943F4A5B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E8EAE-EEC2-0AFC-F2DC-A1D301E0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90C1F-456F-C9B4-4062-BD380B49E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D1917-850F-6286-9C91-A97FD771A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05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D920-9E17-BA3D-2F76-ABCB1DFD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8AEADE-C52C-0266-AC07-3BC1EFC9A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385B9-96CA-294C-4932-34C0845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D738A-12D5-E4B3-A6E4-E8065C9DB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4622-B39A-FA01-17B8-8AE19A939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65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4DEBF8-5868-BF9F-48B6-2D67C11CC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CA82D4-63CD-4956-4F3B-72853CB55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37AB4-D92E-27E2-2ADA-6960550E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79B93-9224-12FE-D2A4-288DFB002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17D45-9897-5DCD-9EB3-BA906F5C1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839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55816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4657724" y="2809875"/>
            <a:ext cx="6696075" cy="190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ubTitle" idx="1"/>
          </p:nvPr>
        </p:nvSpPr>
        <p:spPr>
          <a:xfrm>
            <a:off x="4657725" y="5028803"/>
            <a:ext cx="6696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600"/>
              <a:buNone/>
              <a:defRPr sz="1600">
                <a:solidFill>
                  <a:srgbClr val="75707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6743699" y="6356350"/>
            <a:ext cx="25431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9658350" y="6356350"/>
            <a:ext cx="1695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9" descr="BITS Pilani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36705" y="192510"/>
            <a:ext cx="3338739" cy="865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8603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725DD9-72D3-E900-1793-65A2A7C3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2C0D1-DBD4-F7EE-F1FA-A4E069066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5585F-8819-2522-AA82-56C716348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A16CB-6717-C0A7-BE49-63C73F002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47A1C-3AFA-2A96-8EAD-7E9BAC03C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640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goelaakash123/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D0C69-C9ED-17AF-8127-828113E12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724" y="2809875"/>
            <a:ext cx="7273019" cy="1909763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Aakash Goel</a:t>
            </a:r>
            <a:b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https://www.linkedin.com/in/goelaakash123/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FF7BA-7C01-3743-F6C5-F758957501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B6B0C6-F660-E59C-6C87-5A6540BC8E38}"/>
              </a:ext>
            </a:extLst>
          </p:cNvPr>
          <p:cNvSpPr txBox="1"/>
          <p:nvPr/>
        </p:nvSpPr>
        <p:spPr>
          <a:xfrm>
            <a:off x="5491279" y="18095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b="1" u="sng" dirty="0"/>
              <a:t>Session 2: </a:t>
            </a:r>
          </a:p>
          <a:p>
            <a:pPr lvl="0">
              <a:buClr>
                <a:schemeClr val="dk1"/>
              </a:buClr>
              <a:buSzPts val="3600"/>
            </a:pPr>
            <a:r>
              <a:rPr lang="en-US" b="1" dirty="0"/>
              <a:t>Basics of Programming</a:t>
            </a:r>
          </a:p>
        </p:txBody>
      </p:sp>
    </p:spTree>
    <p:extLst>
      <p:ext uri="{BB962C8B-B14F-4D97-AF65-F5344CB8AC3E}">
        <p14:creationId xmlns:p14="http://schemas.microsoft.com/office/powerpoint/2010/main" val="599536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D7E7-3F4B-8AA0-7081-4589F4792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Programming?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C1DED5-C465-753C-108E-AFEDF97C90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452137"/>
            <a:ext cx="6241260" cy="1098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A tool to instruct machines to perform tasks</a:t>
            </a:r>
          </a:p>
          <a:p>
            <a:r>
              <a:rPr lang="en-US" sz="1800" b="1" dirty="0"/>
              <a:t>Analogy:</a:t>
            </a:r>
            <a:r>
              <a:rPr lang="en-US" sz="1800" dirty="0"/>
              <a:t> You are the “director,” the computer is the “actor”</a:t>
            </a:r>
          </a:p>
          <a:p>
            <a:r>
              <a:rPr lang="en-US" sz="1800" b="1" dirty="0"/>
              <a:t>Bridge</a:t>
            </a:r>
            <a:r>
              <a:rPr lang="en-US" sz="1800" dirty="0"/>
              <a:t> between human logic and machine execution</a:t>
            </a:r>
          </a:p>
        </p:txBody>
      </p:sp>
    </p:spTree>
    <p:extLst>
      <p:ext uri="{BB962C8B-B14F-4D97-AF65-F5344CB8AC3E}">
        <p14:creationId xmlns:p14="http://schemas.microsoft.com/office/powerpoint/2010/main" val="4069434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4F5DA-09EB-A1FA-36CA-0409926F7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vs Machine Language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4A8DE33-C469-9AD6-D025-5759DD84C2C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452654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6960702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830927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Humans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Machines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499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Natural Language (English, Hindi)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Programming Languages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729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Example: “Turn on the fan”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Example: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fan.on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140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7371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87D6A-6779-C5C7-A34D-8B939E76B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Programming Languages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DD79E53-24DA-54F1-0AE9-C7EFE9896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6932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High-Level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Python, Java, C# (Human-friendly)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Low-Level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Assembly, C (Closer to machine)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Object-Oriented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C++, Python, Java</a:t>
            </a:r>
          </a:p>
        </p:txBody>
      </p:sp>
    </p:spTree>
    <p:extLst>
      <p:ext uri="{BB962C8B-B14F-4D97-AF65-F5344CB8AC3E}">
        <p14:creationId xmlns:p14="http://schemas.microsoft.com/office/powerpoint/2010/main" val="4215360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C6D34-2AB3-2F28-37C6-B9C7D2DE1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Languages &amp; Use Cases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F2EAEF7-B637-EB45-4BB3-BB9253C6BC6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8200" y="1522387"/>
            <a:ext cx="856855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Data processing, ML, Automation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C/C++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Hardware control, embedded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Enterprise software, ERP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Data retrieval &amp; storage</a:t>
            </a:r>
          </a:p>
        </p:txBody>
      </p:sp>
    </p:spTree>
    <p:extLst>
      <p:ext uri="{BB962C8B-B14F-4D97-AF65-F5344CB8AC3E}">
        <p14:creationId xmlns:p14="http://schemas.microsoft.com/office/powerpoint/2010/main" val="2835187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034FB-0DE2-3BDD-77F2-3532E8D74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Code?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DE4C71-338A-D65E-0EFC-D3BB9348500B}"/>
              </a:ext>
            </a:extLst>
          </p:cNvPr>
          <p:cNvSpPr txBox="1"/>
          <p:nvPr/>
        </p:nvSpPr>
        <p:spPr>
          <a:xfrm>
            <a:off x="924912" y="2612611"/>
            <a:ext cx="62011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No installation, internet required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Setup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Install Python, works offline (needs good hardware for big tasks)</a:t>
            </a:r>
          </a:p>
        </p:txBody>
      </p:sp>
    </p:spTree>
    <p:extLst>
      <p:ext uri="{BB962C8B-B14F-4D97-AF65-F5344CB8AC3E}">
        <p14:creationId xmlns:p14="http://schemas.microsoft.com/office/powerpoint/2010/main" val="787819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D261E-1131-3C7B-FEC9-2A5FF52BB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Programming Concepts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01D993-8560-201E-61FD-8E79D5A9C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846882"/>
            <a:ext cx="400301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Types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float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Store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Keywords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Predefined words 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Store multiple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Dictionaries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Key-value pairs</a:t>
            </a:r>
          </a:p>
        </p:txBody>
      </p:sp>
    </p:spTree>
    <p:extLst>
      <p:ext uri="{BB962C8B-B14F-4D97-AF65-F5344CB8AC3E}">
        <p14:creationId xmlns:p14="http://schemas.microsoft.com/office/powerpoint/2010/main" val="747187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79E41-3F07-9030-1D7F-7633E73DF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6498D9-313C-773A-2CD2-77548BDD16DE}"/>
              </a:ext>
            </a:extLst>
          </p:cNvPr>
          <p:cNvSpPr txBox="1"/>
          <p:nvPr/>
        </p:nvSpPr>
        <p:spPr>
          <a:xfrm>
            <a:off x="838200" y="206793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temperature = 36.5</a:t>
            </a:r>
          </a:p>
          <a:p>
            <a:r>
              <a:rPr lang="en-US" dirty="0"/>
              <a:t>print(type(temperature))  # float</a:t>
            </a:r>
          </a:p>
        </p:txBody>
      </p:sp>
    </p:spTree>
    <p:extLst>
      <p:ext uri="{BB962C8B-B14F-4D97-AF65-F5344CB8AC3E}">
        <p14:creationId xmlns:p14="http://schemas.microsoft.com/office/powerpoint/2010/main" val="3866919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DA6E8-F6F0-5EF8-1419-BADEF4619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9A128E-987E-A5BE-5CB7-592331C278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multiple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by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(starts from 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temps = [36.5, 50.9, 88, 7, 99.9] print(temps[0]) # 36.5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940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C5E8B-E17C-8F43-1F6B-5272FE3D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F24493-3643-562F-51C8-9B07887CA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repeated tasks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 temp in temps: if temp &gt; 30: print(temp)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162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30468-DCC0-F7DE-5528-99FDCD30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735E627-FF31-F171-246E-7D4D693821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61741"/>
            <a:ext cx="643495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data with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machine_data = { "m1": {"temperature": [], "pressure": []}, "m2": {"temperature": [], "pressure": []} }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652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D7472-64F7-5530-F271-FC2A8DB72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E6D2D-1B01-6E5D-50C0-C388634BB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(Show the </a:t>
            </a:r>
            <a:r>
              <a:rPr lang="en-US" dirty="0" err="1"/>
              <a:t>random.choice</a:t>
            </a:r>
            <a:r>
              <a:rPr lang="en-US" dirty="0"/>
              <a:t>() example where students input machine data)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651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F6186-C21D-FD96-BA56-985885DCA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29F63A0-86A3-48AE-CE06-77B34A5036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816350"/>
            <a:ext cx="2651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KeyError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Accessing a non-existing key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TypeError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Wrong data type operation</a:t>
            </a:r>
          </a:p>
        </p:txBody>
      </p:sp>
    </p:spTree>
    <p:extLst>
      <p:ext uri="{BB962C8B-B14F-4D97-AF65-F5344CB8AC3E}">
        <p14:creationId xmlns:p14="http://schemas.microsoft.com/office/powerpoint/2010/main" val="1813253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A5D2B-FBA4-C5D9-3A13-43F1FEF75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3F4E94-277A-1F41-0605-466433A450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= Instructions for machines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types help store &amp; process info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Lists &amp; dictionaries store collections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Loops automate tasks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Errors are clues, not enemies</a:t>
            </a:r>
          </a:p>
        </p:txBody>
      </p:sp>
    </p:spTree>
    <p:extLst>
      <p:ext uri="{BB962C8B-B14F-4D97-AF65-F5344CB8AC3E}">
        <p14:creationId xmlns:p14="http://schemas.microsoft.com/office/powerpoint/2010/main" val="2586573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378</Words>
  <Application>Microsoft Office PowerPoint</Application>
  <PresentationFormat>Widescreen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Arial Unicode MS</vt:lpstr>
      <vt:lpstr>Calibri</vt:lpstr>
      <vt:lpstr>Courier New</vt:lpstr>
      <vt:lpstr>Office Theme</vt:lpstr>
      <vt:lpstr>Aakash Goel https://www.linkedin.com/in/goelaakash123/</vt:lpstr>
      <vt:lpstr>What is Programming?</vt:lpstr>
      <vt:lpstr>Human vs Machine Language</vt:lpstr>
      <vt:lpstr>Types of Programming Languages</vt:lpstr>
      <vt:lpstr>Popular Languages &amp; Use Cases</vt:lpstr>
      <vt:lpstr>How Do You Code?</vt:lpstr>
      <vt:lpstr>Core Programming Concepts</vt:lpstr>
      <vt:lpstr>Example: Variables</vt:lpstr>
      <vt:lpstr>Lists</vt:lpstr>
      <vt:lpstr>Loops</vt:lpstr>
      <vt:lpstr>Dictionaries</vt:lpstr>
      <vt:lpstr>Mini Simulation</vt:lpstr>
      <vt:lpstr>Errors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Goel (MSTIC DS&amp;AI)</dc:creator>
  <cp:lastModifiedBy>Aakash Goel (MSTIC DS&amp;AI)</cp:lastModifiedBy>
  <cp:revision>38</cp:revision>
  <dcterms:created xsi:type="dcterms:W3CDTF">2025-05-03T15:51:14Z</dcterms:created>
  <dcterms:modified xsi:type="dcterms:W3CDTF">2025-08-12T09:46:11Z</dcterms:modified>
</cp:coreProperties>
</file>
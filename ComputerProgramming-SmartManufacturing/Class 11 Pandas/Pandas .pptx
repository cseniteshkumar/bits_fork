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8D320-3D72-E918-20BC-48C8BABE3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F2853A-8B07-74E6-3BF8-5CB1C24105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A1954-C237-3A27-27A3-503ED2039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A600-B1A7-4198-B4AB-C08E0D48834C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B99EC-A1C6-3530-7375-2F8A99FD0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3B70A-1966-1236-0589-62F377B85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08E2B-6C0E-4F52-9255-B38852BC9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69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2A3BE-3809-5549-D0E4-A1CA0DE50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2EBC8-77BD-E8EF-84D4-807A2DF8F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1E403-371E-4D65-D853-3C9F40DEE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A600-B1A7-4198-B4AB-C08E0D48834C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1C505-4147-7EE0-CAA3-14E6B17D4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47318-8ED1-B379-597B-09FC4DCA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08E2B-6C0E-4F52-9255-B38852BC9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277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FFEF6-E77A-8C47-6A5F-789D7E7D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5F252-C1E0-E747-3AEC-162DB737F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A44C1-0683-1D91-CAE0-6773F55EB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A600-B1A7-4198-B4AB-C08E0D48834C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6C147-7A08-2243-DA4F-8E4473E2E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F81F-0244-F517-B357-99D3605DC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08E2B-6C0E-4F52-9255-B38852BC9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178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51684-BAF8-A6BB-820A-1A2AA0D42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72676-617D-68BA-8113-15577AC226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742C0-7364-09D3-96BE-51CB1B2838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ADC2F0-775E-B830-B301-769344FBD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A600-B1A7-4198-B4AB-C08E0D48834C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B8F75F-DADF-0731-510B-0F6C421B6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2E3B7-E779-8614-F3CC-CC38A4D62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08E2B-6C0E-4F52-9255-B38852BC9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580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7B0FA-CFE8-3DEB-41ED-739DF889F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512A9-6634-8560-09CE-FF11DA8D5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DEDF2-B01F-D090-D090-17223EE5E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0A5565-408C-2F19-5CB1-953EA18912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A96739-83EA-B7F6-40A0-F26F4263AC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1C1430-7882-F0AB-1D63-8AEAE8D6C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A600-B1A7-4198-B4AB-C08E0D48834C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C351F1-64A9-A29D-AF1A-8AD77AD88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8E3E4A-040E-CEE9-F713-BB4ECDC00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08E2B-6C0E-4F52-9255-B38852BC9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34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C17F-23FC-1C5E-7187-352F33A01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1846A6-FA3E-BCBB-CF80-17A59F778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A600-B1A7-4198-B4AB-C08E0D48834C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70487E-F456-23C9-F0F3-44A8F10A5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494CA6-7453-D4AB-D0EF-8E9D4CA94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08E2B-6C0E-4F52-9255-B38852BC9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99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F3367A-8663-9421-822C-B23F2ED14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A600-B1A7-4198-B4AB-C08E0D48834C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AC3AF3-885A-8E1C-48B3-0F8B6D422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E4513-C2D2-995D-0118-67B9C7087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08E2B-6C0E-4F52-9255-B38852BC9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B3D20-7459-FF09-D145-2D88BDF29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77F69-88A3-4B53-23FE-BBACC4647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3E794E-770E-2A53-4682-FC904CD8B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35EA4-1B46-6D66-CC0C-DB700E2F9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A600-B1A7-4198-B4AB-C08E0D48834C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0069B-1D63-8CFC-F6E4-54FF900FB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4B091-0572-DC86-3D7C-9D9D65599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08E2B-6C0E-4F52-9255-B38852BC9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16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6E1CE-85B1-2767-DDD0-F9B081AEF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01E989-DA9C-F2E5-38EB-DB71EC9835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419D4A-189D-BF51-0647-B545EE722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6E9A8-67E7-A114-BC37-08548547F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A600-B1A7-4198-B4AB-C08E0D48834C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60AA6-F5E7-7C16-72CF-7A24CB49B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ECEAC-0E4A-180A-4BBF-C600F9DAA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08E2B-6C0E-4F52-9255-B38852BC9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496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BB0FE-4878-D21C-B0CB-C6AAAD1CF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78780-AA6F-E5FF-AD5E-7D58D72D5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EF40A-1B9D-763A-0D23-6D311AB94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A600-B1A7-4198-B4AB-C08E0D48834C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D27B8-E0F9-19B4-8682-FDB1DC8C6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5DDA5-A710-FE8A-7562-EC1067565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08E2B-6C0E-4F52-9255-B38852BC9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76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4F3966-09DF-9E6E-1921-AFD6CFA3C5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F28A30-48DA-A53F-32E0-7042E6FE0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DB2D-54C2-20EB-D8B6-74B8B68E8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A600-B1A7-4198-B4AB-C08E0D48834C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B15F5-DDA8-9C74-CA4C-4ADA2AD3E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74F86-16CB-75BE-175A-482EDAEB4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08E2B-6C0E-4F52-9255-B38852BC9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294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B6159F-1C9A-9062-E8E2-8E6F4E9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EB141-E484-BF58-22F3-D832F2F41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9AB5E-8B2F-EA46-F401-AB40DDB897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B6A600-B1A7-4198-B4AB-C08E0D48834C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63E3B-53AC-AA89-45DB-35C365B668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342C5-4214-B6AA-DBCB-AFFCDFFC74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C08E2B-6C0E-4F52-9255-B38852BC9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469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38905-45D6-D256-E5C7-8E8E13E34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Pandas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477FB-BA2A-5B26-12F2-8C5EA1315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Overview:</a:t>
            </a:r>
            <a:r>
              <a:rPr lang="en-US" dirty="0"/>
              <a:t> Pandas is a powerful library for data manipulation and analysis in Python.</a:t>
            </a:r>
          </a:p>
          <a:p>
            <a:r>
              <a:rPr lang="en-US" b="1" dirty="0"/>
              <a:t>Key Features:</a:t>
            </a:r>
            <a:endParaRPr lang="en-US" dirty="0"/>
          </a:p>
          <a:p>
            <a:pPr lvl="1"/>
            <a:r>
              <a:rPr lang="en-US" dirty="0"/>
              <a:t>Data cleaning</a:t>
            </a:r>
          </a:p>
          <a:p>
            <a:pPr lvl="1"/>
            <a:r>
              <a:rPr lang="en-US" dirty="0"/>
              <a:t>Data transformation</a:t>
            </a:r>
          </a:p>
          <a:p>
            <a:pPr lvl="1"/>
            <a:r>
              <a:rPr lang="en-US" dirty="0"/>
              <a:t>Data analysis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577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985C2-5ED9-7D76-7E11-FC005F41A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Loading Data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43CB0C8-8B33-62A4-796F-DF0BBF7D84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3970" y="3024845"/>
            <a:ext cx="4544059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90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34E46-A91C-3C42-8118-C6A1F0344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Exploring Data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DE6474F-0C90-055F-260D-B8BA935337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6469" y="1988669"/>
            <a:ext cx="3077004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41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16746-0E62-EF94-09CB-394AEDFDD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Analyzing Genre Data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D29D6D-8176-90AB-437B-BD6D7D4087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1575" y="3096292"/>
            <a:ext cx="4648849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838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699FE-519B-2268-3AB3-C10E9CDE6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Cross-Tabulation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834A6-28F8-7DB1-DC14-1048174A1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pd.crosstab</a:t>
            </a:r>
            <a:r>
              <a:rPr lang="en-US" dirty="0"/>
              <a:t>(</a:t>
            </a:r>
            <a:r>
              <a:rPr lang="en-US" dirty="0" err="1"/>
              <a:t>movies.genre</a:t>
            </a:r>
            <a:r>
              <a:rPr lang="en-US" dirty="0"/>
              <a:t>, </a:t>
            </a:r>
            <a:r>
              <a:rPr lang="en-US" dirty="0" err="1"/>
              <a:t>movies.content_rating</a:t>
            </a:r>
            <a:r>
              <a:rPr lang="en-US" dirty="0"/>
              <a:t>)  </a:t>
            </a:r>
          </a:p>
        </p:txBody>
      </p:sp>
    </p:spTree>
    <p:extLst>
      <p:ext uri="{BB962C8B-B14F-4D97-AF65-F5344CB8AC3E}">
        <p14:creationId xmlns:p14="http://schemas.microsoft.com/office/powerpoint/2010/main" val="4267619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DFAB-E927-5923-6A08-19D5F0C35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Duration Analysis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8B1233-0A80-58E8-83AC-E192E66D9E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7550" y="2030852"/>
            <a:ext cx="3400900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932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36C47-0C61-67F9-DEE8-DEFFAAADA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Handling Missing Values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9B5DBA-B053-C00B-BC18-FFD15663C2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8998" y="3043898"/>
            <a:ext cx="2534004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111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ED2D-F431-73AA-9D3C-87BF2BC93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Filling Missing Values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763D8B-1035-DDAA-ECEE-34E4EF6ABD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8575" y="3067713"/>
            <a:ext cx="5734850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42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F83FC-F44E-012B-80D3-8DC4EAADD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Indexing and Setting Index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DCCD2F-8364-3198-1788-C50493429E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9734" y="3105819"/>
            <a:ext cx="4172532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231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1AEFF-9679-35D7-FAE3-AE4CBED5D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00D40-4AC1-5BF1-CA37-393919CC8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Merging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96DCEA-0E5E-A701-B61F-AD9305DB71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3073" y="3648820"/>
            <a:ext cx="7725853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501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63</Words>
  <Application>Microsoft Office PowerPoint</Application>
  <PresentationFormat>Widescreen</PresentationFormat>
  <Paragraphs>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Introduction to Pandas</vt:lpstr>
      <vt:lpstr>Loading Data</vt:lpstr>
      <vt:lpstr>Exploring Data</vt:lpstr>
      <vt:lpstr>Analyzing Genre Data</vt:lpstr>
      <vt:lpstr>Cross-Tabulation</vt:lpstr>
      <vt:lpstr>Duration Analysis</vt:lpstr>
      <vt:lpstr>Handling Missing Values</vt:lpstr>
      <vt:lpstr>Filling Missing Values</vt:lpstr>
      <vt:lpstr>Indexing and Setting Index</vt:lpstr>
      <vt:lpstr>Merging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Goel (MSTIC DS&amp;AI)</dc:creator>
  <cp:lastModifiedBy>Aakash Goel (MSTIC DS&amp;AI)</cp:lastModifiedBy>
  <cp:revision>5</cp:revision>
  <dcterms:created xsi:type="dcterms:W3CDTF">2025-08-21T11:07:04Z</dcterms:created>
  <dcterms:modified xsi:type="dcterms:W3CDTF">2025-08-21T11:11:29Z</dcterms:modified>
</cp:coreProperties>
</file>
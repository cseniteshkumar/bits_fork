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Class 06 - NumPy for Smart Manufacturing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Foundational Python library for numerical computing</a:t>
            </a:r>
          </a:p>
          <a:p>
            <a:r>
              <a:t>with applications in Smart Manufacturing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NumPy?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Essential for working with arrays and matrices</a:t>
            </a:r>
          </a:p>
          <a:p>
            <a:r>
              <a:t>• Enables matrix operations, statistical calculations, simulations</a:t>
            </a:r>
          </a:p>
          <a:p>
            <a:r>
              <a:t>• Widely used in smart manufacturing data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and Importing 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 install numpy</a:t>
            </a:r>
          </a:p>
          <a:p>
            <a:endParaRPr/>
          </a:p>
          <a:p>
            <a:r>
              <a:t>import numpy as np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= np.array([1,2,3,4])</a:t>
            </a:r>
          </a:p>
          <a:p>
            <a:r>
              <a:t>b = np.array([[1,2],[3,4]])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= np.array([10,20,30])</a:t>
            </a:r>
          </a:p>
          <a:p>
            <a:r>
              <a:t>b = np.array([1,2,3])</a:t>
            </a:r>
          </a:p>
          <a:p>
            <a:endParaRPr/>
          </a:p>
          <a:p>
            <a:r>
              <a:t>Addition: a + b</a:t>
            </a:r>
          </a:p>
          <a:p>
            <a:r>
              <a:t>Multiplication: a *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Matrix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= np.array([[1,2],[3,4]])</a:t>
            </a:r>
          </a:p>
          <a:p>
            <a:r>
              <a:t>b = np.array([[2,0],[1,3]])</a:t>
            </a:r>
          </a:p>
          <a:p>
            <a:r>
              <a:t>np.dot(a,b)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Manufacturing Example - Sensor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vibration_data = np.array([7.5,8.1,6.9,9.2,10.5])</a:t>
            </a:r>
          </a:p>
          <a:p>
            <a:r>
              <a:t>np.mean(vibration_data), np.min(vibration_data), np.max(vibration_data)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Utilization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util_matrix = np.array([</a:t>
            </a:r>
          </a:p>
          <a:p>
            <a:r>
              <a:t> [70,80,75,60,90],</a:t>
            </a:r>
          </a:p>
          <a:p>
            <a:r>
              <a:t> [85,90,88,95,92],</a:t>
            </a:r>
          </a:p>
          <a:p>
            <a:r>
              <a:t> [50,60,65,55,70]</a:t>
            </a:r>
          </a:p>
          <a:p>
            <a:r>
              <a:t>])</a:t>
            </a:r>
          </a:p>
          <a:p>
            <a:r>
              <a:t>np.mean(util_matrix, axis=1)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Row/Column Max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np.max(vibration_matrix)  # Overall max</a:t>
            </a:r>
          </a:p>
          <a:p>
            <a:r>
              <a:t>np.max(vibration_matrix, axis=1)  # Max per row</a:t>
            </a:r>
          </a:p>
          <a:p>
            <a:r>
              <a:t>np.max(vibration_matrix, axis=0)  # Max per column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Weighting Sensor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sensor_weights = np.array([...])</a:t>
            </a:r>
          </a:p>
          <a:p>
            <a:r>
              <a:t>vibration_matrix * sensor_weights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Physics Example - Potential 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 = 0.5 * k * (x**2)</a:t>
            </a:r>
          </a:p>
          <a:p>
            <a:r>
              <a:t>Matplotlib used to plot Energy vs Displacement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Solving Linear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= np.array([[2,3],[3,4]])</a:t>
            </a:r>
          </a:p>
          <a:p>
            <a:r>
              <a:t>b = np.array([8,11])</a:t>
            </a:r>
          </a:p>
          <a:p>
            <a:r>
              <a:t>np.linalg.solve(A,b)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Vectorization vs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Vectorization is faster and more concise</a:t>
            </a:r>
          </a:p>
          <a:p>
            <a:r>
              <a:t>Example: Celsius to Fahrenheit conversion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Solve system of equations</a:t>
            </a:r>
          </a:p>
          <a:p>
            <a:r>
              <a:t>2. Vectorize modulus-based operation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359</Words>
  <Application>Microsoft Office PowerPoint</Application>
  <PresentationFormat>On-screen Show (4:3)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Class 06 - NumPy for Smart Manufacturing</vt:lpstr>
      <vt:lpstr>Why NumPy?</vt:lpstr>
      <vt:lpstr>Installing and Importing NumPy</vt:lpstr>
      <vt:lpstr>Creating Arrays</vt:lpstr>
      <vt:lpstr>Array Operations</vt:lpstr>
      <vt:lpstr>Matrix Multiplication</vt:lpstr>
      <vt:lpstr>Smart Manufacturing Example - Sensor Data</vt:lpstr>
      <vt:lpstr>Machine Utilization Example</vt:lpstr>
      <vt:lpstr>Row/Column Max Example</vt:lpstr>
      <vt:lpstr>Weighting Sensor Readings</vt:lpstr>
      <vt:lpstr>Physics Example - Potential Energy</vt:lpstr>
      <vt:lpstr>Solving Linear Equations</vt:lpstr>
      <vt:lpstr>Vectorization vs Loops</vt:lpstr>
      <vt:lpstr>Practice Exercises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Aakash Goel (MSTIC DS&amp;AI)</cp:lastModifiedBy>
  <cp:revision>2</cp:revision>
  <dcterms:created xsi:type="dcterms:W3CDTF">2013-01-27T09:14:16Z</dcterms:created>
  <dcterms:modified xsi:type="dcterms:W3CDTF">2025-08-12T10:00:51Z</dcterms:modified>
  <cp:category/>
</cp:coreProperties>
</file>
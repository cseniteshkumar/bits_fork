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D252F-2528-4F49-A74D-F1505B3933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FA5164-EE5D-C6C2-D480-138A68FF40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AE328-6140-FD1C-1F8C-7C47E0DD3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72A2B-413B-4875-882F-D5B41AA83E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9644C-ADC8-3075-CE65-0FE7DC7A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773D0-F96E-B916-0A62-29EADFD9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AC1C-018F-4329-B2AE-BCFD38770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19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E0B8E-6775-875B-D5B8-371BD1FA5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AB08A-9BCD-F0C0-EC97-20FEEF642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D8406-49A4-B4A9-D4D6-62F8D08D2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72A2B-413B-4875-882F-D5B41AA83E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21699-C704-A529-F17B-6C6D3C86F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B8869-7B16-35E6-5D68-0550C063B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AC1C-018F-4329-B2AE-BCFD38770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743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0D46D-3DCB-375D-9669-8035B1AD2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E1E73-53CE-029F-758D-3D1A6FD39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2AD95-3FE7-3810-E132-3AFC02DF0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72A2B-413B-4875-882F-D5B41AA83E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F224A-1CC9-8865-2353-C67D8F510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853C5-0498-808D-01F2-D60D2A48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AC1C-018F-4329-B2AE-BCFD38770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34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CB3B0-490E-FE9E-FA19-D455D167B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6B710-16BB-F154-0466-20E7E54580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0E8A68-F064-D6AA-3214-01455D4AA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E725B-0AA3-93DF-0B8E-C85D95E17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72A2B-413B-4875-882F-D5B41AA83E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04CCC-5897-6B13-6E5D-A0A025DCC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E9820-2170-96C2-C7CF-ED333EAB8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AC1C-018F-4329-B2AE-BCFD38770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7FC9F-8446-19B9-A49C-1A07BF925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D980B-E862-6AFC-5E2E-71FDE7D56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74410-EA00-AE50-5509-7F0E9F740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933756-A63E-976E-F587-37D5E1AC9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DD24BE-08E4-72F9-D66F-75BA674646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AD3FC4-BBB5-BA0B-DEE2-A04903DA0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72A2B-413B-4875-882F-D5B41AA83E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4DD68F-2B38-1831-C8DE-37B9EE83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942AC-BF9A-CD4F-1CE5-FC38B09C1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AC1C-018F-4329-B2AE-BCFD38770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97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67146-8F3D-BF9D-0E65-228CA4F66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375864-0EC8-8805-3EA3-143AFD02F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72A2B-413B-4875-882F-D5B41AA83E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A72E4-0F29-5CD6-B1FA-480E2F989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B6998-2B11-8BEC-BD6F-D51501E5E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AC1C-018F-4329-B2AE-BCFD38770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672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C5C4DD-8A54-D8D7-A9FA-66AE8C87A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72A2B-413B-4875-882F-D5B41AA83E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7AD88E-BF14-9302-F934-FD14AFD88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C983A-87BE-F716-E271-D66F8672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AC1C-018F-4329-B2AE-BCFD38770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74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D7A62-F750-23CF-8FA6-A16979A4D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ACAC7-E434-8375-1C4B-9DCA49ED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040376-F2C4-3246-4935-EA773FD3FB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A1F1B-0726-2D71-E079-A5AEB1278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72A2B-413B-4875-882F-D5B41AA83E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67A46-B3E2-CB2D-AD7C-EF1EC934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813EF-04A1-E41A-1E8B-D39E325D8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AC1C-018F-4329-B2AE-BCFD38770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700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5E12-1DBD-EA2A-12FD-AA40F8162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2A3AFE-F498-0966-F8B2-B578774F65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DA0F4-31DE-D326-A927-3152F8602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0763D-9FF9-0397-A39F-8DAC5ED84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72A2B-413B-4875-882F-D5B41AA83E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D6E67-DA0D-04BB-4B15-E0AF3E9EA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3166E-1A52-31A5-EC27-D41D75EA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AC1C-018F-4329-B2AE-BCFD38770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03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D32D2-757E-5BED-69B3-773810714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44D1C6-F92E-9AEF-4E75-A7BDAF37A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FD41B-5E73-E66E-917E-827F4EBB8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72A2B-413B-4875-882F-D5B41AA83E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0FE7C-D75E-9B7B-E6B5-5B8CCC07D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15DDD-578F-C650-4AA2-9EB46D4F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AC1C-018F-4329-B2AE-BCFD38770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12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0133FC-5A99-B4A7-B036-46C6538F87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9EDDB2-8736-6911-8F94-06D2D3E60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72AAA-C9B2-12A4-85E9-D2B10E967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72A2B-413B-4875-882F-D5B41AA83E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EEFC6-F081-AD53-78C3-239E6AF1D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F2F4A-95A6-77F8-34BE-D8869922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3AC1C-018F-4329-B2AE-BCFD38770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77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0F2B8B-5784-0645-8B13-6D2DB5F9E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913BB-FEA9-1D3E-5843-F07F93AD4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2CDFC-778C-07FB-361F-4813F539B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472A2B-413B-4875-882F-D5B41AA83E6E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7221B-EF28-BF25-2B59-24A4BB232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8A250-9063-8D02-5D0A-A9B0DB075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C3AC1C-018F-4329-B2AE-BCFD38770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592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8E0CD-0490-DE09-FD98-0A02C71F3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Modularity?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7BF7A-52E9-5E7C-94E7-4CE80CD2B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r>
              <a:rPr lang="en-US" dirty="0"/>
              <a:t> Breaking down a program into smaller, reusable parts.</a:t>
            </a:r>
          </a:p>
          <a:p>
            <a:r>
              <a:rPr lang="en-US" b="1" dirty="0"/>
              <a:t>Key Concepts:</a:t>
            </a:r>
            <a:endParaRPr lang="en-US" dirty="0"/>
          </a:p>
          <a:p>
            <a:pPr lvl="1"/>
            <a:r>
              <a:rPr lang="en-US" dirty="0"/>
              <a:t>Functions</a:t>
            </a:r>
          </a:p>
          <a:p>
            <a:pPr lvl="1"/>
            <a:r>
              <a:rPr lang="en-US" dirty="0"/>
              <a:t>Modules</a:t>
            </a:r>
          </a:p>
          <a:p>
            <a:pPr lvl="1"/>
            <a:r>
              <a:rPr lang="en-US" dirty="0"/>
              <a:t>Packages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715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6C57D-EC4E-9283-E8C8-8B613731B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 of Modularity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5003E-F9A1-3708-A9C6-9BFF17292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Improves Code Readability and Maintainability</a:t>
            </a:r>
            <a:endParaRPr lang="en-US" dirty="0"/>
          </a:p>
          <a:p>
            <a:r>
              <a:rPr lang="en-US" b="1" dirty="0"/>
              <a:t>Easier to Debug and Test</a:t>
            </a:r>
            <a:endParaRPr lang="en-US" dirty="0"/>
          </a:p>
          <a:p>
            <a:r>
              <a:rPr lang="en-US" b="1" dirty="0"/>
              <a:t>Reusability of Code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49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78A1D-5CA5-2F2F-0869-36388C55F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09222-AA49-C671-CCF8-AB38FC96D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r>
              <a:rPr lang="en-US" dirty="0"/>
              <a:t> A block of reusable code that performs a specific task.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21DC26-D680-8A31-44FC-187A5CB9E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605" y="3137698"/>
            <a:ext cx="2772162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837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F6AAA-77BE-749F-023A-FB010CEDF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More Function Examples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4F399F-94A3-26ED-8DF4-298A7494EB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9813" y="2967687"/>
            <a:ext cx="3572374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246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5BE5F-B916-1CB7-F06D-AA9C07063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Modules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9EE21-B270-49E3-A9FE-3C3C81C7E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r>
              <a:rPr lang="en-US" dirty="0"/>
              <a:t> A file containing Python code (functions, classes, variables) that can be imported and used in other programs.</a:t>
            </a:r>
          </a:p>
          <a:p>
            <a:r>
              <a:rPr lang="en-US" b="1" dirty="0"/>
              <a:t>Creating a Module:</a:t>
            </a:r>
            <a:endParaRPr lang="en-US" dirty="0"/>
          </a:p>
          <a:p>
            <a:pPr lvl="1"/>
            <a:r>
              <a:rPr lang="en-US" dirty="0"/>
              <a:t>Create a file import_experiment.py</a:t>
            </a:r>
          </a:p>
          <a:p>
            <a:pPr lvl="1"/>
            <a:r>
              <a:rPr lang="en-US" dirty="0"/>
              <a:t>Define functions or classes inside it.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424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B15ED-050A-DFE2-E4D7-61C941325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Using Modules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962D6F-ECD2-F1EF-9F59-965724E154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6418" y="2891476"/>
            <a:ext cx="4039164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455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51070-0588-25D6-7A18-6224F72C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Packages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E561A-4999-CBCA-0EF0-37B5BE2B2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r>
              <a:rPr lang="en-US" dirty="0"/>
              <a:t> A directory containing multiple modules and a special __init__.py file.</a:t>
            </a:r>
          </a:p>
          <a:p>
            <a:r>
              <a:rPr lang="en-US" b="1" dirty="0"/>
              <a:t>Creating a Package:</a:t>
            </a:r>
            <a:endParaRPr lang="en-US" dirty="0"/>
          </a:p>
          <a:p>
            <a:pPr lvl="1"/>
            <a:r>
              <a:rPr lang="en-US" dirty="0"/>
              <a:t>Create a directory utilities</a:t>
            </a:r>
          </a:p>
          <a:p>
            <a:pPr lvl="1"/>
            <a:r>
              <a:rPr lang="en-US" dirty="0"/>
              <a:t>Add modules like import_experiment.py and string_utils.py</a:t>
            </a:r>
          </a:p>
          <a:p>
            <a:pPr lvl="1"/>
            <a:r>
              <a:rPr lang="en-US" dirty="0"/>
              <a:t>Add an __init__.py file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659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796E4-223E-68C0-EA82-7D67CBF0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Using Packages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4E2A61-B0ED-32B2-E2DD-BDEB7DEBC7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6944" y="3058187"/>
            <a:ext cx="3658111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91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C68ED-84EB-F386-F30B-2E009ADAB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71AE9-650C-A860-5C53-2E356859C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Summary:</a:t>
            </a:r>
            <a:r>
              <a:rPr lang="en-US" dirty="0"/>
              <a:t> Modularity enhances code organization, readability, and reusability.</a:t>
            </a:r>
          </a:p>
          <a:p>
            <a:r>
              <a:rPr lang="en-US" b="1"/>
              <a:t>Encouragement:</a:t>
            </a:r>
            <a:r>
              <a:rPr lang="en-US"/>
              <a:t> Practice creating and using functions, modules, and packages in your projects!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833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186</Words>
  <Application>Microsoft Office PowerPoint</Application>
  <PresentationFormat>Widescreen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What is Modularity? </vt:lpstr>
      <vt:lpstr>Benefits of Modularity</vt:lpstr>
      <vt:lpstr>Creating Functions</vt:lpstr>
      <vt:lpstr>More Function Examples</vt:lpstr>
      <vt:lpstr>Introduction to Modules</vt:lpstr>
      <vt:lpstr>Using Modules</vt:lpstr>
      <vt:lpstr>Introduction to Packages</vt:lpstr>
      <vt:lpstr>Using Packages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Goel (MSTIC DS&amp;AI)</dc:creator>
  <cp:lastModifiedBy>Aakash Goel (MSTIC DS&amp;AI)</cp:lastModifiedBy>
  <cp:revision>6</cp:revision>
  <dcterms:created xsi:type="dcterms:W3CDTF">2025-08-21T11:12:01Z</dcterms:created>
  <dcterms:modified xsi:type="dcterms:W3CDTF">2025-08-21T11:24:27Z</dcterms:modified>
</cp:coreProperties>
</file>